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embeddedFontLst>
    <p:embeddedFont>
      <p:font typeface="Fira Sans Extra Condensed" panose="020B0503050000020004" pitchFamily="34" charset="0"/>
      <p:regular r:id="rId15"/>
      <p:bold r:id="rId16"/>
      <p:italic r:id="rId17"/>
      <p:boldItalic r:id="rId18"/>
    </p:embeddedFont>
    <p:embeddedFont>
      <p:font typeface="Fira Sans Extra Condensed Medium" panose="020B0604020202020204" charset="0"/>
      <p:regular r:id="rId19"/>
      <p:bold r:id="rId20"/>
      <p:italic r:id="rId21"/>
      <p:boldItalic r:id="rId22"/>
    </p:embeddedFont>
    <p:embeddedFont>
      <p:font typeface="Fira Sans Extra Condensed SemiBold" panose="020B0604020202020204" charset="0"/>
      <p:regular r:id="rId23"/>
      <p:bold r:id="rId24"/>
      <p:italic r:id="rId25"/>
      <p:boldItalic r:id="rId26"/>
    </p:embeddedFont>
    <p:embeddedFont>
      <p:font typeface="Roboto" panose="02000000000000000000" pitchFamily="2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BE2F1B4-79B9-4A86-B766-D5FC2AA56CF1}">
  <a:tblStyle styleId="{BBE2F1B4-79B9-4A86-B766-D5FC2AA56CF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font" Target="fonts/font1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font" Target="fonts/font16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7384c0e568c9b205_1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7384c0e568c9b205_1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ee5eb34d0c_2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6" name="Google Shape;576;gee5eb34d0c_2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Google Shape;1118;gfc547cbf63_0_5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9" name="Google Shape;1119;gfc547cbf63_0_5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3" name="Google Shape;1243;ged4aa40ca4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4" name="Google Shape;1244;ged4aa40ca4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5" name="Google Shape;1465;g375e5891f1f_2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6" name="Google Shape;1466;g375e5891f1f_2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9" name="Google Shape;1569;g1034e70190a_0_8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0" name="Google Shape;1570;g1034e70190a_0_8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6" name="Google Shape;1596;g1034e70190a_0_7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7" name="Google Shape;1597;g1034e70190a_0_7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9" name="Google Shape;1649;g3451ce815cc_1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0" name="Google Shape;1650;g3451ce815cc_1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5" name="Google Shape;1655;g1034e70190a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6" name="Google Shape;1656;g1034e70190a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8" name="Google Shape;2138;g1034e70190a_0_23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9" name="Google Shape;2139;g1034e70190a_0_23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5" name="Google Shape;2195;g3451ce815cc_1_6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6" name="Google Shape;2196;g3451ce815cc_1_6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" name="Google Shape;2201;g3451ce815cc_1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2" name="Google Shape;2202;g3451ce815cc_1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609600" y="1150825"/>
            <a:ext cx="4252200" cy="239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2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609600" y="3546275"/>
            <a:ext cx="4252200" cy="4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514775" y="292625"/>
            <a:ext cx="8114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514775" y="1152475"/>
            <a:ext cx="81144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514775" y="292625"/>
            <a:ext cx="8114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514775" y="300700"/>
            <a:ext cx="8114400" cy="51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14775" y="292625"/>
            <a:ext cx="81144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Sans Extra Condensed SemiBold"/>
              <a:buNone/>
              <a:defRPr sz="25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Sans Extra Condensed SemiBold"/>
              <a:buNone/>
              <a:defRPr sz="25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Sans Extra Condensed SemiBold"/>
              <a:buNone/>
              <a:defRPr sz="25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Sans Extra Condensed SemiBold"/>
              <a:buNone/>
              <a:defRPr sz="25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Sans Extra Condensed SemiBold"/>
              <a:buNone/>
              <a:defRPr sz="25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Sans Extra Condensed SemiBold"/>
              <a:buNone/>
              <a:defRPr sz="25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Sans Extra Condensed SemiBold"/>
              <a:buNone/>
              <a:defRPr sz="25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Sans Extra Condensed SemiBold"/>
              <a:buNone/>
              <a:defRPr sz="25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Sans Extra Condensed SemiBold"/>
              <a:buNone/>
              <a:defRPr sz="25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514775" y="1152475"/>
            <a:ext cx="81144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16/j.eswa.2023.122156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doi.org/10.1057/s41599-024-03606-0" TargetMode="External"/><Relationship Id="rId4" Type="http://schemas.openxmlformats.org/officeDocument/2006/relationships/hyperlink" Target="https://doi.org/10.1007/s11704-024-40474-y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258175" y="520175"/>
            <a:ext cx="5142600" cy="403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Distributed Feature Engineering for GNN-based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Fraud Detection System</a:t>
            </a:r>
            <a:endParaRPr/>
          </a:p>
        </p:txBody>
      </p:sp>
      <p:grpSp>
        <p:nvGrpSpPr>
          <p:cNvPr id="55" name="Google Shape;55;p13"/>
          <p:cNvGrpSpPr/>
          <p:nvPr/>
        </p:nvGrpSpPr>
        <p:grpSpPr>
          <a:xfrm>
            <a:off x="4445259" y="1761916"/>
            <a:ext cx="1801298" cy="2313940"/>
            <a:chOff x="2616388" y="1504175"/>
            <a:chExt cx="2082425" cy="2675075"/>
          </a:xfrm>
        </p:grpSpPr>
        <p:sp>
          <p:nvSpPr>
            <p:cNvPr id="56" name="Google Shape;56;p13"/>
            <p:cNvSpPr/>
            <p:nvPr/>
          </p:nvSpPr>
          <p:spPr>
            <a:xfrm>
              <a:off x="2616688" y="3345475"/>
              <a:ext cx="1897575" cy="833775"/>
            </a:xfrm>
            <a:custGeom>
              <a:avLst/>
              <a:gdLst/>
              <a:ahLst/>
              <a:cxnLst/>
              <a:rect l="l" t="t" r="r" b="b"/>
              <a:pathLst>
                <a:path w="75903" h="33351" extrusionOk="0">
                  <a:moveTo>
                    <a:pt x="0" y="1"/>
                  </a:moveTo>
                  <a:lnTo>
                    <a:pt x="0" y="989"/>
                  </a:lnTo>
                  <a:cubicBezTo>
                    <a:pt x="0" y="1108"/>
                    <a:pt x="72" y="1215"/>
                    <a:pt x="191" y="1275"/>
                  </a:cubicBezTo>
                  <a:lnTo>
                    <a:pt x="55472" y="33195"/>
                  </a:lnTo>
                  <a:cubicBezTo>
                    <a:pt x="55829" y="33350"/>
                    <a:pt x="56246" y="33338"/>
                    <a:pt x="56591" y="33148"/>
                  </a:cubicBezTo>
                  <a:lnTo>
                    <a:pt x="75629" y="22158"/>
                  </a:lnTo>
                  <a:cubicBezTo>
                    <a:pt x="75784" y="22087"/>
                    <a:pt x="75879" y="21944"/>
                    <a:pt x="75903" y="21789"/>
                  </a:cubicBezTo>
                  <a:lnTo>
                    <a:pt x="75903" y="2080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13"/>
            <p:cNvSpPr/>
            <p:nvPr/>
          </p:nvSpPr>
          <p:spPr>
            <a:xfrm>
              <a:off x="2616388" y="3057550"/>
              <a:ext cx="1897875" cy="1095775"/>
            </a:xfrm>
            <a:custGeom>
              <a:avLst/>
              <a:gdLst/>
              <a:ahLst/>
              <a:cxnLst/>
              <a:rect l="l" t="t" r="r" b="b"/>
              <a:pathLst>
                <a:path w="75915" h="43831" extrusionOk="0">
                  <a:moveTo>
                    <a:pt x="19950" y="0"/>
                  </a:moveTo>
                  <a:cubicBezTo>
                    <a:pt x="19729" y="0"/>
                    <a:pt x="19496" y="55"/>
                    <a:pt x="19312" y="159"/>
                  </a:cubicBezTo>
                  <a:lnTo>
                    <a:pt x="274" y="11149"/>
                  </a:lnTo>
                  <a:cubicBezTo>
                    <a:pt x="120" y="11220"/>
                    <a:pt x="24" y="11351"/>
                    <a:pt x="0" y="11518"/>
                  </a:cubicBezTo>
                  <a:cubicBezTo>
                    <a:pt x="12" y="11637"/>
                    <a:pt x="84" y="11744"/>
                    <a:pt x="191" y="11804"/>
                  </a:cubicBezTo>
                  <a:lnTo>
                    <a:pt x="55484" y="43724"/>
                  </a:lnTo>
                  <a:cubicBezTo>
                    <a:pt x="55647" y="43795"/>
                    <a:pt x="55822" y="43831"/>
                    <a:pt x="55998" y="43831"/>
                  </a:cubicBezTo>
                  <a:cubicBezTo>
                    <a:pt x="56207" y="43831"/>
                    <a:pt x="56415" y="43780"/>
                    <a:pt x="56603" y="43677"/>
                  </a:cubicBezTo>
                  <a:lnTo>
                    <a:pt x="75641" y="32687"/>
                  </a:lnTo>
                  <a:cubicBezTo>
                    <a:pt x="75796" y="32616"/>
                    <a:pt x="75891" y="32485"/>
                    <a:pt x="75915" y="32318"/>
                  </a:cubicBezTo>
                  <a:cubicBezTo>
                    <a:pt x="75903" y="32199"/>
                    <a:pt x="75831" y="32080"/>
                    <a:pt x="75724" y="32032"/>
                  </a:cubicBezTo>
                  <a:lnTo>
                    <a:pt x="20432" y="112"/>
                  </a:lnTo>
                  <a:cubicBezTo>
                    <a:pt x="20303" y="37"/>
                    <a:pt x="20131" y="0"/>
                    <a:pt x="19950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13"/>
            <p:cNvSpPr/>
            <p:nvPr/>
          </p:nvSpPr>
          <p:spPr>
            <a:xfrm>
              <a:off x="2643763" y="3070150"/>
              <a:ext cx="1853825" cy="1070400"/>
            </a:xfrm>
            <a:custGeom>
              <a:avLst/>
              <a:gdLst/>
              <a:ahLst/>
              <a:cxnLst/>
              <a:rect l="l" t="t" r="r" b="b"/>
              <a:pathLst>
                <a:path w="74153" h="42816" extrusionOk="0">
                  <a:moveTo>
                    <a:pt x="54841" y="42732"/>
                  </a:moveTo>
                  <a:lnTo>
                    <a:pt x="156" y="11157"/>
                  </a:lnTo>
                  <a:cubicBezTo>
                    <a:pt x="1" y="11073"/>
                    <a:pt x="25" y="10931"/>
                    <a:pt x="191" y="10823"/>
                  </a:cubicBezTo>
                  <a:lnTo>
                    <a:pt x="18741" y="108"/>
                  </a:lnTo>
                  <a:cubicBezTo>
                    <a:pt x="18920" y="13"/>
                    <a:pt x="19134" y="1"/>
                    <a:pt x="19313" y="84"/>
                  </a:cubicBezTo>
                  <a:lnTo>
                    <a:pt x="74010" y="31671"/>
                  </a:lnTo>
                  <a:cubicBezTo>
                    <a:pt x="74153" y="31755"/>
                    <a:pt x="74129" y="31897"/>
                    <a:pt x="73962" y="31993"/>
                  </a:cubicBezTo>
                  <a:lnTo>
                    <a:pt x="55413" y="42708"/>
                  </a:lnTo>
                  <a:cubicBezTo>
                    <a:pt x="55234" y="42815"/>
                    <a:pt x="55020" y="42815"/>
                    <a:pt x="54841" y="42732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9" name="Google Shape;59;p13"/>
            <p:cNvGrpSpPr/>
            <p:nvPr/>
          </p:nvGrpSpPr>
          <p:grpSpPr>
            <a:xfrm>
              <a:off x="2723238" y="3123575"/>
              <a:ext cx="1675550" cy="965475"/>
              <a:chOff x="2723238" y="3123575"/>
              <a:chExt cx="1675550" cy="965475"/>
            </a:xfrm>
          </p:grpSpPr>
          <p:sp>
            <p:nvSpPr>
              <p:cNvPr id="60" name="Google Shape;60;p13"/>
              <p:cNvSpPr/>
              <p:nvPr/>
            </p:nvSpPr>
            <p:spPr>
              <a:xfrm>
                <a:off x="3065263" y="3123575"/>
                <a:ext cx="141100" cy="79225"/>
              </a:xfrm>
              <a:custGeom>
                <a:avLst/>
                <a:gdLst/>
                <a:ahLst/>
                <a:cxnLst/>
                <a:rect l="l" t="t" r="r" b="b"/>
                <a:pathLst>
                  <a:path w="5644" h="3169" extrusionOk="0">
                    <a:moveTo>
                      <a:pt x="2190" y="0"/>
                    </a:moveTo>
                    <a:cubicBezTo>
                      <a:pt x="2018" y="0"/>
                      <a:pt x="1846" y="42"/>
                      <a:pt x="1691" y="126"/>
                    </a:cubicBezTo>
                    <a:lnTo>
                      <a:pt x="310" y="924"/>
                    </a:lnTo>
                    <a:cubicBezTo>
                      <a:pt x="36" y="1090"/>
                      <a:pt x="0" y="1328"/>
                      <a:pt x="238" y="1459"/>
                    </a:cubicBezTo>
                    <a:lnTo>
                      <a:pt x="3036" y="3079"/>
                    </a:lnTo>
                    <a:cubicBezTo>
                      <a:pt x="3173" y="3139"/>
                      <a:pt x="3317" y="3169"/>
                      <a:pt x="3460" y="3169"/>
                    </a:cubicBezTo>
                    <a:cubicBezTo>
                      <a:pt x="3629" y="3169"/>
                      <a:pt x="3798" y="3127"/>
                      <a:pt x="3953" y="3043"/>
                    </a:cubicBezTo>
                    <a:lnTo>
                      <a:pt x="5346" y="2233"/>
                    </a:lnTo>
                    <a:cubicBezTo>
                      <a:pt x="5620" y="2067"/>
                      <a:pt x="5644" y="1828"/>
                      <a:pt x="5406" y="1697"/>
                    </a:cubicBezTo>
                    <a:lnTo>
                      <a:pt x="2619" y="90"/>
                    </a:lnTo>
                    <a:cubicBezTo>
                      <a:pt x="2483" y="30"/>
                      <a:pt x="2337" y="0"/>
                      <a:pt x="219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61;p13"/>
              <p:cNvSpPr/>
              <p:nvPr/>
            </p:nvSpPr>
            <p:spPr>
              <a:xfrm>
                <a:off x="3197713" y="3200100"/>
                <a:ext cx="141100" cy="79200"/>
              </a:xfrm>
              <a:custGeom>
                <a:avLst/>
                <a:gdLst/>
                <a:ahLst/>
                <a:cxnLst/>
                <a:rect l="l" t="t" r="r" b="b"/>
                <a:pathLst>
                  <a:path w="5644" h="3168" extrusionOk="0">
                    <a:moveTo>
                      <a:pt x="2199" y="0"/>
                    </a:moveTo>
                    <a:cubicBezTo>
                      <a:pt x="2023" y="0"/>
                      <a:pt x="1848" y="45"/>
                      <a:pt x="1691" y="137"/>
                    </a:cubicBezTo>
                    <a:lnTo>
                      <a:pt x="310" y="934"/>
                    </a:lnTo>
                    <a:cubicBezTo>
                      <a:pt x="36" y="1089"/>
                      <a:pt x="0" y="1327"/>
                      <a:pt x="239" y="1470"/>
                    </a:cubicBezTo>
                    <a:lnTo>
                      <a:pt x="3036" y="3077"/>
                    </a:lnTo>
                    <a:cubicBezTo>
                      <a:pt x="3173" y="3137"/>
                      <a:pt x="3317" y="3167"/>
                      <a:pt x="3460" y="3167"/>
                    </a:cubicBezTo>
                    <a:cubicBezTo>
                      <a:pt x="3630" y="3167"/>
                      <a:pt x="3798" y="3126"/>
                      <a:pt x="3953" y="3042"/>
                    </a:cubicBezTo>
                    <a:lnTo>
                      <a:pt x="5346" y="2244"/>
                    </a:lnTo>
                    <a:cubicBezTo>
                      <a:pt x="5620" y="2077"/>
                      <a:pt x="5644" y="1839"/>
                      <a:pt x="5406" y="1708"/>
                    </a:cubicBezTo>
                    <a:lnTo>
                      <a:pt x="2620" y="89"/>
                    </a:lnTo>
                    <a:cubicBezTo>
                      <a:pt x="2486" y="30"/>
                      <a:pt x="2342" y="0"/>
                      <a:pt x="219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62;p13"/>
              <p:cNvSpPr/>
              <p:nvPr/>
            </p:nvSpPr>
            <p:spPr>
              <a:xfrm>
                <a:off x="3330463" y="3276550"/>
                <a:ext cx="140825" cy="79075"/>
              </a:xfrm>
              <a:custGeom>
                <a:avLst/>
                <a:gdLst/>
                <a:ahLst/>
                <a:cxnLst/>
                <a:rect l="l" t="t" r="r" b="b"/>
                <a:pathLst>
                  <a:path w="5633" h="3163" extrusionOk="0">
                    <a:moveTo>
                      <a:pt x="2179" y="1"/>
                    </a:moveTo>
                    <a:cubicBezTo>
                      <a:pt x="2006" y="1"/>
                      <a:pt x="1834" y="43"/>
                      <a:pt x="1679" y="127"/>
                    </a:cubicBezTo>
                    <a:lnTo>
                      <a:pt x="298" y="924"/>
                    </a:lnTo>
                    <a:cubicBezTo>
                      <a:pt x="24" y="1091"/>
                      <a:pt x="1" y="1329"/>
                      <a:pt x="227" y="1460"/>
                    </a:cubicBezTo>
                    <a:lnTo>
                      <a:pt x="3025" y="3067"/>
                    </a:lnTo>
                    <a:cubicBezTo>
                      <a:pt x="3159" y="3132"/>
                      <a:pt x="3300" y="3162"/>
                      <a:pt x="3441" y="3162"/>
                    </a:cubicBezTo>
                    <a:cubicBezTo>
                      <a:pt x="3613" y="3162"/>
                      <a:pt x="3784" y="3117"/>
                      <a:pt x="3942" y="3032"/>
                    </a:cubicBezTo>
                    <a:lnTo>
                      <a:pt x="5335" y="2234"/>
                    </a:lnTo>
                    <a:cubicBezTo>
                      <a:pt x="5608" y="2079"/>
                      <a:pt x="5632" y="1841"/>
                      <a:pt x="5394" y="1698"/>
                    </a:cubicBezTo>
                    <a:lnTo>
                      <a:pt x="2608" y="91"/>
                    </a:lnTo>
                    <a:cubicBezTo>
                      <a:pt x="2472" y="31"/>
                      <a:pt x="2325" y="1"/>
                      <a:pt x="217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63;p13"/>
              <p:cNvSpPr/>
              <p:nvPr/>
            </p:nvSpPr>
            <p:spPr>
              <a:xfrm>
                <a:off x="3462613" y="3353050"/>
                <a:ext cx="141125" cy="79075"/>
              </a:xfrm>
              <a:custGeom>
                <a:avLst/>
                <a:gdLst/>
                <a:ahLst/>
                <a:cxnLst/>
                <a:rect l="l" t="t" r="r" b="b"/>
                <a:pathLst>
                  <a:path w="5645" h="3163" extrusionOk="0">
                    <a:moveTo>
                      <a:pt x="2191" y="1"/>
                    </a:moveTo>
                    <a:cubicBezTo>
                      <a:pt x="2019" y="1"/>
                      <a:pt x="1846" y="43"/>
                      <a:pt x="1692" y="127"/>
                    </a:cubicBezTo>
                    <a:lnTo>
                      <a:pt x="311" y="924"/>
                    </a:lnTo>
                    <a:cubicBezTo>
                      <a:pt x="37" y="1091"/>
                      <a:pt x="1" y="1329"/>
                      <a:pt x="239" y="1460"/>
                    </a:cubicBezTo>
                    <a:lnTo>
                      <a:pt x="3037" y="3067"/>
                    </a:lnTo>
                    <a:cubicBezTo>
                      <a:pt x="3171" y="3132"/>
                      <a:pt x="3315" y="3162"/>
                      <a:pt x="3458" y="3162"/>
                    </a:cubicBezTo>
                    <a:cubicBezTo>
                      <a:pt x="3634" y="3162"/>
                      <a:pt x="3809" y="3117"/>
                      <a:pt x="3966" y="3032"/>
                    </a:cubicBezTo>
                    <a:lnTo>
                      <a:pt x="5347" y="2234"/>
                    </a:lnTo>
                    <a:cubicBezTo>
                      <a:pt x="5609" y="2079"/>
                      <a:pt x="5645" y="1841"/>
                      <a:pt x="5406" y="1698"/>
                    </a:cubicBezTo>
                    <a:lnTo>
                      <a:pt x="2620" y="91"/>
                    </a:lnTo>
                    <a:cubicBezTo>
                      <a:pt x="2484" y="31"/>
                      <a:pt x="2337" y="1"/>
                      <a:pt x="219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Google Shape;64;p13"/>
              <p:cNvSpPr/>
              <p:nvPr/>
            </p:nvSpPr>
            <p:spPr>
              <a:xfrm>
                <a:off x="3595388" y="3429425"/>
                <a:ext cx="140800" cy="79200"/>
              </a:xfrm>
              <a:custGeom>
                <a:avLst/>
                <a:gdLst/>
                <a:ahLst/>
                <a:cxnLst/>
                <a:rect l="l" t="t" r="r" b="b"/>
                <a:pathLst>
                  <a:path w="5632" h="3168" extrusionOk="0">
                    <a:moveTo>
                      <a:pt x="2187" y="1"/>
                    </a:moveTo>
                    <a:cubicBezTo>
                      <a:pt x="2013" y="1"/>
                      <a:pt x="1841" y="46"/>
                      <a:pt x="1691" y="131"/>
                    </a:cubicBezTo>
                    <a:lnTo>
                      <a:pt x="298" y="929"/>
                    </a:lnTo>
                    <a:cubicBezTo>
                      <a:pt x="24" y="1096"/>
                      <a:pt x="0" y="1334"/>
                      <a:pt x="238" y="1465"/>
                    </a:cubicBezTo>
                    <a:lnTo>
                      <a:pt x="3024" y="3072"/>
                    </a:lnTo>
                    <a:cubicBezTo>
                      <a:pt x="3158" y="3137"/>
                      <a:pt x="3302" y="3167"/>
                      <a:pt x="3446" y="3167"/>
                    </a:cubicBezTo>
                    <a:cubicBezTo>
                      <a:pt x="3621" y="3167"/>
                      <a:pt x="3796" y="3122"/>
                      <a:pt x="3953" y="3037"/>
                    </a:cubicBezTo>
                    <a:lnTo>
                      <a:pt x="5334" y="2239"/>
                    </a:lnTo>
                    <a:cubicBezTo>
                      <a:pt x="5608" y="2084"/>
                      <a:pt x="5632" y="1846"/>
                      <a:pt x="5406" y="1703"/>
                    </a:cubicBezTo>
                    <a:lnTo>
                      <a:pt x="2608" y="96"/>
                    </a:lnTo>
                    <a:cubicBezTo>
                      <a:pt x="2474" y="31"/>
                      <a:pt x="2330" y="1"/>
                      <a:pt x="218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Google Shape;65;p13"/>
              <p:cNvSpPr/>
              <p:nvPr/>
            </p:nvSpPr>
            <p:spPr>
              <a:xfrm>
                <a:off x="3727838" y="3505775"/>
                <a:ext cx="141100" cy="79325"/>
              </a:xfrm>
              <a:custGeom>
                <a:avLst/>
                <a:gdLst/>
                <a:ahLst/>
                <a:cxnLst/>
                <a:rect l="l" t="t" r="r" b="b"/>
                <a:pathLst>
                  <a:path w="5644" h="3173" extrusionOk="0">
                    <a:moveTo>
                      <a:pt x="2188" y="1"/>
                    </a:moveTo>
                    <a:cubicBezTo>
                      <a:pt x="2014" y="1"/>
                      <a:pt x="1842" y="46"/>
                      <a:pt x="1691" y="137"/>
                    </a:cubicBezTo>
                    <a:lnTo>
                      <a:pt x="298" y="935"/>
                    </a:lnTo>
                    <a:cubicBezTo>
                      <a:pt x="24" y="1090"/>
                      <a:pt x="0" y="1328"/>
                      <a:pt x="239" y="1471"/>
                    </a:cubicBezTo>
                    <a:lnTo>
                      <a:pt x="3025" y="3078"/>
                    </a:lnTo>
                    <a:cubicBezTo>
                      <a:pt x="3159" y="3142"/>
                      <a:pt x="3302" y="3173"/>
                      <a:pt x="3446" y="3173"/>
                    </a:cubicBezTo>
                    <a:cubicBezTo>
                      <a:pt x="3621" y="3173"/>
                      <a:pt x="3796" y="3128"/>
                      <a:pt x="3953" y="3042"/>
                    </a:cubicBezTo>
                    <a:lnTo>
                      <a:pt x="5334" y="2245"/>
                    </a:lnTo>
                    <a:cubicBezTo>
                      <a:pt x="5608" y="2090"/>
                      <a:pt x="5644" y="1852"/>
                      <a:pt x="5406" y="1709"/>
                    </a:cubicBezTo>
                    <a:lnTo>
                      <a:pt x="2608" y="90"/>
                    </a:lnTo>
                    <a:cubicBezTo>
                      <a:pt x="2474" y="31"/>
                      <a:pt x="2330" y="1"/>
                      <a:pt x="218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66;p13"/>
              <p:cNvSpPr/>
              <p:nvPr/>
            </p:nvSpPr>
            <p:spPr>
              <a:xfrm>
                <a:off x="3860288" y="3582425"/>
                <a:ext cx="141125" cy="79175"/>
              </a:xfrm>
              <a:custGeom>
                <a:avLst/>
                <a:gdLst/>
                <a:ahLst/>
                <a:cxnLst/>
                <a:rect l="l" t="t" r="r" b="b"/>
                <a:pathLst>
                  <a:path w="5645" h="3167" extrusionOk="0">
                    <a:moveTo>
                      <a:pt x="2188" y="1"/>
                    </a:moveTo>
                    <a:cubicBezTo>
                      <a:pt x="2014" y="1"/>
                      <a:pt x="1842" y="46"/>
                      <a:pt x="1691" y="131"/>
                    </a:cubicBezTo>
                    <a:lnTo>
                      <a:pt x="298" y="929"/>
                    </a:lnTo>
                    <a:cubicBezTo>
                      <a:pt x="25" y="1084"/>
                      <a:pt x="1" y="1322"/>
                      <a:pt x="239" y="1465"/>
                    </a:cubicBezTo>
                    <a:lnTo>
                      <a:pt x="3025" y="3072"/>
                    </a:lnTo>
                    <a:cubicBezTo>
                      <a:pt x="3159" y="3136"/>
                      <a:pt x="3303" y="3167"/>
                      <a:pt x="3446" y="3167"/>
                    </a:cubicBezTo>
                    <a:cubicBezTo>
                      <a:pt x="3621" y="3167"/>
                      <a:pt x="3796" y="3121"/>
                      <a:pt x="3954" y="3036"/>
                    </a:cubicBezTo>
                    <a:lnTo>
                      <a:pt x="5335" y="2239"/>
                    </a:lnTo>
                    <a:cubicBezTo>
                      <a:pt x="5609" y="2084"/>
                      <a:pt x="5644" y="1846"/>
                      <a:pt x="5406" y="1703"/>
                    </a:cubicBezTo>
                    <a:lnTo>
                      <a:pt x="2608" y="95"/>
                    </a:lnTo>
                    <a:cubicBezTo>
                      <a:pt x="2474" y="31"/>
                      <a:pt x="2330" y="1"/>
                      <a:pt x="218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Google Shape;67;p13"/>
              <p:cNvSpPr/>
              <p:nvPr/>
            </p:nvSpPr>
            <p:spPr>
              <a:xfrm>
                <a:off x="3992738" y="3658925"/>
                <a:ext cx="141125" cy="79175"/>
              </a:xfrm>
              <a:custGeom>
                <a:avLst/>
                <a:gdLst/>
                <a:ahLst/>
                <a:cxnLst/>
                <a:rect l="l" t="t" r="r" b="b"/>
                <a:pathLst>
                  <a:path w="5645" h="3167" extrusionOk="0">
                    <a:moveTo>
                      <a:pt x="2192" y="1"/>
                    </a:moveTo>
                    <a:cubicBezTo>
                      <a:pt x="2020" y="1"/>
                      <a:pt x="1849" y="46"/>
                      <a:pt x="1692" y="131"/>
                    </a:cubicBezTo>
                    <a:lnTo>
                      <a:pt x="299" y="929"/>
                    </a:lnTo>
                    <a:cubicBezTo>
                      <a:pt x="25" y="1084"/>
                      <a:pt x="1" y="1322"/>
                      <a:pt x="239" y="1465"/>
                    </a:cubicBezTo>
                    <a:lnTo>
                      <a:pt x="3025" y="3072"/>
                    </a:lnTo>
                    <a:cubicBezTo>
                      <a:pt x="3159" y="3136"/>
                      <a:pt x="3303" y="3167"/>
                      <a:pt x="3446" y="3167"/>
                    </a:cubicBezTo>
                    <a:cubicBezTo>
                      <a:pt x="3622" y="3167"/>
                      <a:pt x="3797" y="3121"/>
                      <a:pt x="3954" y="3036"/>
                    </a:cubicBezTo>
                    <a:lnTo>
                      <a:pt x="5335" y="2239"/>
                    </a:lnTo>
                    <a:cubicBezTo>
                      <a:pt x="5609" y="2084"/>
                      <a:pt x="5645" y="1834"/>
                      <a:pt x="5406" y="1703"/>
                    </a:cubicBezTo>
                    <a:lnTo>
                      <a:pt x="2608" y="95"/>
                    </a:lnTo>
                    <a:cubicBezTo>
                      <a:pt x="2474" y="31"/>
                      <a:pt x="2333" y="1"/>
                      <a:pt x="219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68;p13"/>
              <p:cNvSpPr/>
              <p:nvPr/>
            </p:nvSpPr>
            <p:spPr>
              <a:xfrm>
                <a:off x="4125213" y="3735425"/>
                <a:ext cx="141100" cy="79050"/>
              </a:xfrm>
              <a:custGeom>
                <a:avLst/>
                <a:gdLst/>
                <a:ahLst/>
                <a:cxnLst/>
                <a:rect l="l" t="t" r="r" b="b"/>
                <a:pathLst>
                  <a:path w="5644" h="3162" extrusionOk="0">
                    <a:moveTo>
                      <a:pt x="2192" y="0"/>
                    </a:moveTo>
                    <a:cubicBezTo>
                      <a:pt x="2019" y="0"/>
                      <a:pt x="1848" y="46"/>
                      <a:pt x="1691" y="131"/>
                    </a:cubicBezTo>
                    <a:lnTo>
                      <a:pt x="298" y="929"/>
                    </a:lnTo>
                    <a:cubicBezTo>
                      <a:pt x="36" y="1084"/>
                      <a:pt x="0" y="1322"/>
                      <a:pt x="238" y="1464"/>
                    </a:cubicBezTo>
                    <a:lnTo>
                      <a:pt x="3024" y="3072"/>
                    </a:lnTo>
                    <a:cubicBezTo>
                      <a:pt x="3161" y="3132"/>
                      <a:pt x="3307" y="3162"/>
                      <a:pt x="3453" y="3162"/>
                    </a:cubicBezTo>
                    <a:cubicBezTo>
                      <a:pt x="3626" y="3162"/>
                      <a:pt x="3798" y="3120"/>
                      <a:pt x="3953" y="3036"/>
                    </a:cubicBezTo>
                    <a:lnTo>
                      <a:pt x="5334" y="2238"/>
                    </a:lnTo>
                    <a:cubicBezTo>
                      <a:pt x="5608" y="2084"/>
                      <a:pt x="5644" y="1845"/>
                      <a:pt x="5406" y="1703"/>
                    </a:cubicBezTo>
                    <a:lnTo>
                      <a:pt x="2608" y="95"/>
                    </a:lnTo>
                    <a:cubicBezTo>
                      <a:pt x="2474" y="31"/>
                      <a:pt x="2332" y="0"/>
                      <a:pt x="219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69;p13"/>
              <p:cNvSpPr/>
              <p:nvPr/>
            </p:nvSpPr>
            <p:spPr>
              <a:xfrm>
                <a:off x="4257663" y="3811925"/>
                <a:ext cx="141125" cy="79050"/>
              </a:xfrm>
              <a:custGeom>
                <a:avLst/>
                <a:gdLst/>
                <a:ahLst/>
                <a:cxnLst/>
                <a:rect l="l" t="t" r="r" b="b"/>
                <a:pathLst>
                  <a:path w="5645" h="3162" extrusionOk="0">
                    <a:moveTo>
                      <a:pt x="2192" y="0"/>
                    </a:moveTo>
                    <a:cubicBezTo>
                      <a:pt x="2020" y="0"/>
                      <a:pt x="1848" y="46"/>
                      <a:pt x="1691" y="131"/>
                    </a:cubicBezTo>
                    <a:lnTo>
                      <a:pt x="310" y="929"/>
                    </a:lnTo>
                    <a:cubicBezTo>
                      <a:pt x="36" y="1083"/>
                      <a:pt x="1" y="1322"/>
                      <a:pt x="239" y="1464"/>
                    </a:cubicBezTo>
                    <a:lnTo>
                      <a:pt x="3037" y="3072"/>
                    </a:lnTo>
                    <a:cubicBezTo>
                      <a:pt x="3168" y="3132"/>
                      <a:pt x="3311" y="3162"/>
                      <a:pt x="3456" y="3162"/>
                    </a:cubicBezTo>
                    <a:cubicBezTo>
                      <a:pt x="3626" y="3162"/>
                      <a:pt x="3799" y="3120"/>
                      <a:pt x="3953" y="3036"/>
                    </a:cubicBezTo>
                    <a:lnTo>
                      <a:pt x="5335" y="2226"/>
                    </a:lnTo>
                    <a:cubicBezTo>
                      <a:pt x="5608" y="2072"/>
                      <a:pt x="5644" y="1833"/>
                      <a:pt x="5406" y="1703"/>
                    </a:cubicBezTo>
                    <a:lnTo>
                      <a:pt x="2608" y="95"/>
                    </a:lnTo>
                    <a:cubicBezTo>
                      <a:pt x="2474" y="31"/>
                      <a:pt x="2333" y="0"/>
                      <a:pt x="219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Google Shape;70;p13"/>
              <p:cNvSpPr/>
              <p:nvPr/>
            </p:nvSpPr>
            <p:spPr>
              <a:xfrm>
                <a:off x="2968213" y="3176425"/>
                <a:ext cx="145575" cy="82925"/>
              </a:xfrm>
              <a:custGeom>
                <a:avLst/>
                <a:gdLst/>
                <a:ahLst/>
                <a:cxnLst/>
                <a:rect l="l" t="t" r="r" b="b"/>
                <a:pathLst>
                  <a:path w="5823" h="3317" extrusionOk="0">
                    <a:moveTo>
                      <a:pt x="2286" y="1"/>
                    </a:moveTo>
                    <a:cubicBezTo>
                      <a:pt x="2193" y="1"/>
                      <a:pt x="2099" y="25"/>
                      <a:pt x="2013" y="72"/>
                    </a:cubicBezTo>
                    <a:lnTo>
                      <a:pt x="155" y="1143"/>
                    </a:lnTo>
                    <a:cubicBezTo>
                      <a:pt x="13" y="1226"/>
                      <a:pt x="1" y="1346"/>
                      <a:pt x="120" y="1417"/>
                    </a:cubicBezTo>
                    <a:lnTo>
                      <a:pt x="3323" y="3274"/>
                    </a:lnTo>
                    <a:cubicBezTo>
                      <a:pt x="3393" y="3302"/>
                      <a:pt x="3469" y="3316"/>
                      <a:pt x="3546" y="3316"/>
                    </a:cubicBezTo>
                    <a:cubicBezTo>
                      <a:pt x="3636" y="3316"/>
                      <a:pt x="3727" y="3296"/>
                      <a:pt x="3811" y="3251"/>
                    </a:cubicBezTo>
                    <a:lnTo>
                      <a:pt x="5668" y="2179"/>
                    </a:lnTo>
                    <a:cubicBezTo>
                      <a:pt x="5811" y="2096"/>
                      <a:pt x="5823" y="1965"/>
                      <a:pt x="5704" y="1893"/>
                    </a:cubicBezTo>
                    <a:lnTo>
                      <a:pt x="2501" y="48"/>
                    </a:lnTo>
                    <a:cubicBezTo>
                      <a:pt x="2432" y="16"/>
                      <a:pt x="2359" y="1"/>
                      <a:pt x="228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Google Shape;71;p13"/>
              <p:cNvSpPr/>
              <p:nvPr/>
            </p:nvSpPr>
            <p:spPr>
              <a:xfrm>
                <a:off x="2886963" y="3223950"/>
                <a:ext cx="201225" cy="114625"/>
              </a:xfrm>
              <a:custGeom>
                <a:avLst/>
                <a:gdLst/>
                <a:ahLst/>
                <a:cxnLst/>
                <a:rect l="l" t="t" r="r" b="b"/>
                <a:pathLst>
                  <a:path w="8049" h="4585" extrusionOk="0">
                    <a:moveTo>
                      <a:pt x="2260" y="1"/>
                    </a:moveTo>
                    <a:cubicBezTo>
                      <a:pt x="2155" y="1"/>
                      <a:pt x="2049" y="25"/>
                      <a:pt x="1953" y="76"/>
                    </a:cubicBezTo>
                    <a:lnTo>
                      <a:pt x="191" y="1100"/>
                    </a:lnTo>
                    <a:cubicBezTo>
                      <a:pt x="24" y="1195"/>
                      <a:pt x="0" y="1338"/>
                      <a:pt x="155" y="1433"/>
                    </a:cubicBezTo>
                    <a:lnTo>
                      <a:pt x="5525" y="4529"/>
                    </a:lnTo>
                    <a:cubicBezTo>
                      <a:pt x="5605" y="4566"/>
                      <a:pt x="5693" y="4584"/>
                      <a:pt x="5780" y="4584"/>
                    </a:cubicBezTo>
                    <a:cubicBezTo>
                      <a:pt x="5887" y="4584"/>
                      <a:pt x="5993" y="4557"/>
                      <a:pt x="6084" y="4505"/>
                    </a:cubicBezTo>
                    <a:lnTo>
                      <a:pt x="7858" y="3481"/>
                    </a:lnTo>
                    <a:cubicBezTo>
                      <a:pt x="8025" y="3386"/>
                      <a:pt x="8049" y="3243"/>
                      <a:pt x="7894" y="3159"/>
                    </a:cubicBezTo>
                    <a:lnTo>
                      <a:pt x="2524" y="52"/>
                    </a:lnTo>
                    <a:cubicBezTo>
                      <a:pt x="2441" y="19"/>
                      <a:pt x="2351" y="1"/>
                      <a:pt x="226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72;p13"/>
              <p:cNvSpPr/>
              <p:nvPr/>
            </p:nvSpPr>
            <p:spPr>
              <a:xfrm>
                <a:off x="2805688" y="3271075"/>
                <a:ext cx="217325" cy="124050"/>
              </a:xfrm>
              <a:custGeom>
                <a:avLst/>
                <a:gdLst/>
                <a:ahLst/>
                <a:cxnLst/>
                <a:rect l="l" t="t" r="r" b="b"/>
                <a:pathLst>
                  <a:path w="8693" h="4962" extrusionOk="0">
                    <a:moveTo>
                      <a:pt x="2248" y="0"/>
                    </a:moveTo>
                    <a:cubicBezTo>
                      <a:pt x="2141" y="0"/>
                      <a:pt x="2036" y="27"/>
                      <a:pt x="1942" y="84"/>
                    </a:cubicBezTo>
                    <a:lnTo>
                      <a:pt x="191" y="1096"/>
                    </a:lnTo>
                    <a:cubicBezTo>
                      <a:pt x="13" y="1191"/>
                      <a:pt x="1" y="1346"/>
                      <a:pt x="144" y="1429"/>
                    </a:cubicBezTo>
                    <a:lnTo>
                      <a:pt x="6168" y="4906"/>
                    </a:lnTo>
                    <a:cubicBezTo>
                      <a:pt x="6254" y="4943"/>
                      <a:pt x="6345" y="4961"/>
                      <a:pt x="6435" y="4961"/>
                    </a:cubicBezTo>
                    <a:cubicBezTo>
                      <a:pt x="6544" y="4961"/>
                      <a:pt x="6653" y="4934"/>
                      <a:pt x="6752" y="4882"/>
                    </a:cubicBezTo>
                    <a:lnTo>
                      <a:pt x="8502" y="3882"/>
                    </a:lnTo>
                    <a:cubicBezTo>
                      <a:pt x="8669" y="3775"/>
                      <a:pt x="8692" y="3620"/>
                      <a:pt x="8538" y="3536"/>
                    </a:cubicBezTo>
                    <a:lnTo>
                      <a:pt x="2525" y="60"/>
                    </a:lnTo>
                    <a:cubicBezTo>
                      <a:pt x="2436" y="21"/>
                      <a:pt x="2341" y="0"/>
                      <a:pt x="224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13"/>
              <p:cNvSpPr/>
              <p:nvPr/>
            </p:nvSpPr>
            <p:spPr>
              <a:xfrm>
                <a:off x="4160638" y="3864775"/>
                <a:ext cx="145575" cy="82900"/>
              </a:xfrm>
              <a:custGeom>
                <a:avLst/>
                <a:gdLst/>
                <a:ahLst/>
                <a:cxnLst/>
                <a:rect l="l" t="t" r="r" b="b"/>
                <a:pathLst>
                  <a:path w="5823" h="3316" extrusionOk="0">
                    <a:moveTo>
                      <a:pt x="2255" y="1"/>
                    </a:moveTo>
                    <a:cubicBezTo>
                      <a:pt x="2170" y="1"/>
                      <a:pt x="2086" y="21"/>
                      <a:pt x="2012" y="65"/>
                    </a:cubicBezTo>
                    <a:lnTo>
                      <a:pt x="155" y="1148"/>
                    </a:lnTo>
                    <a:cubicBezTo>
                      <a:pt x="12" y="1220"/>
                      <a:pt x="0" y="1351"/>
                      <a:pt x="119" y="1422"/>
                    </a:cubicBezTo>
                    <a:lnTo>
                      <a:pt x="3322" y="3268"/>
                    </a:lnTo>
                    <a:cubicBezTo>
                      <a:pt x="3393" y="3300"/>
                      <a:pt x="3469" y="3316"/>
                      <a:pt x="3544" y="3316"/>
                    </a:cubicBezTo>
                    <a:cubicBezTo>
                      <a:pt x="3633" y="3316"/>
                      <a:pt x="3721" y="3294"/>
                      <a:pt x="3798" y="3256"/>
                    </a:cubicBezTo>
                    <a:lnTo>
                      <a:pt x="5667" y="2172"/>
                    </a:lnTo>
                    <a:cubicBezTo>
                      <a:pt x="5810" y="2089"/>
                      <a:pt x="5822" y="1970"/>
                      <a:pt x="5691" y="1898"/>
                    </a:cubicBezTo>
                    <a:lnTo>
                      <a:pt x="2489" y="53"/>
                    </a:lnTo>
                    <a:cubicBezTo>
                      <a:pt x="2414" y="19"/>
                      <a:pt x="2334" y="1"/>
                      <a:pt x="225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13"/>
              <p:cNvSpPr/>
              <p:nvPr/>
            </p:nvSpPr>
            <p:spPr>
              <a:xfrm>
                <a:off x="4023113" y="3879875"/>
                <a:ext cx="200950" cy="114525"/>
              </a:xfrm>
              <a:custGeom>
                <a:avLst/>
                <a:gdLst/>
                <a:ahLst/>
                <a:cxnLst/>
                <a:rect l="l" t="t" r="r" b="b"/>
                <a:pathLst>
                  <a:path w="8038" h="4581" extrusionOk="0">
                    <a:moveTo>
                      <a:pt x="2268" y="0"/>
                    </a:moveTo>
                    <a:cubicBezTo>
                      <a:pt x="2160" y="0"/>
                      <a:pt x="2051" y="28"/>
                      <a:pt x="1953" y="80"/>
                    </a:cubicBezTo>
                    <a:lnTo>
                      <a:pt x="191" y="1092"/>
                    </a:lnTo>
                    <a:cubicBezTo>
                      <a:pt x="24" y="1199"/>
                      <a:pt x="0" y="1342"/>
                      <a:pt x="143" y="1425"/>
                    </a:cubicBezTo>
                    <a:lnTo>
                      <a:pt x="5513" y="4521"/>
                    </a:lnTo>
                    <a:cubicBezTo>
                      <a:pt x="5597" y="4560"/>
                      <a:pt x="5688" y="4581"/>
                      <a:pt x="5780" y="4581"/>
                    </a:cubicBezTo>
                    <a:cubicBezTo>
                      <a:pt x="5885" y="4581"/>
                      <a:pt x="5990" y="4554"/>
                      <a:pt x="6085" y="4497"/>
                    </a:cubicBezTo>
                    <a:lnTo>
                      <a:pt x="7847" y="3485"/>
                    </a:lnTo>
                    <a:cubicBezTo>
                      <a:pt x="8013" y="3390"/>
                      <a:pt x="8037" y="3235"/>
                      <a:pt x="7882" y="3152"/>
                    </a:cubicBezTo>
                    <a:lnTo>
                      <a:pt x="2525" y="56"/>
                    </a:lnTo>
                    <a:cubicBezTo>
                      <a:pt x="2444" y="19"/>
                      <a:pt x="2357" y="0"/>
                      <a:pt x="22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75;p13"/>
              <p:cNvSpPr/>
              <p:nvPr/>
            </p:nvSpPr>
            <p:spPr>
              <a:xfrm>
                <a:off x="3925188" y="3917450"/>
                <a:ext cx="217300" cy="123975"/>
              </a:xfrm>
              <a:custGeom>
                <a:avLst/>
                <a:gdLst/>
                <a:ahLst/>
                <a:cxnLst/>
                <a:rect l="l" t="t" r="r" b="b"/>
                <a:pathLst>
                  <a:path w="8692" h="4959" extrusionOk="0">
                    <a:moveTo>
                      <a:pt x="2253" y="1"/>
                    </a:moveTo>
                    <a:cubicBezTo>
                      <a:pt x="2143" y="1"/>
                      <a:pt x="2033" y="31"/>
                      <a:pt x="1929" y="89"/>
                    </a:cubicBezTo>
                    <a:lnTo>
                      <a:pt x="191" y="1089"/>
                    </a:lnTo>
                    <a:cubicBezTo>
                      <a:pt x="12" y="1184"/>
                      <a:pt x="0" y="1351"/>
                      <a:pt x="143" y="1422"/>
                    </a:cubicBezTo>
                    <a:lnTo>
                      <a:pt x="6168" y="4899"/>
                    </a:lnTo>
                    <a:cubicBezTo>
                      <a:pt x="6257" y="4938"/>
                      <a:pt x="6351" y="4959"/>
                      <a:pt x="6445" y="4959"/>
                    </a:cubicBezTo>
                    <a:cubicBezTo>
                      <a:pt x="6551" y="4959"/>
                      <a:pt x="6656" y="4932"/>
                      <a:pt x="6751" y="4875"/>
                    </a:cubicBezTo>
                    <a:lnTo>
                      <a:pt x="8501" y="3875"/>
                    </a:lnTo>
                    <a:cubicBezTo>
                      <a:pt x="8668" y="3780"/>
                      <a:pt x="8692" y="3625"/>
                      <a:pt x="8537" y="3542"/>
                    </a:cubicBezTo>
                    <a:lnTo>
                      <a:pt x="2524" y="65"/>
                    </a:lnTo>
                    <a:cubicBezTo>
                      <a:pt x="2438" y="22"/>
                      <a:pt x="2346" y="1"/>
                      <a:pt x="225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Google Shape;76;p13"/>
              <p:cNvSpPr/>
              <p:nvPr/>
            </p:nvSpPr>
            <p:spPr>
              <a:xfrm>
                <a:off x="2723238" y="3317650"/>
                <a:ext cx="145875" cy="82975"/>
              </a:xfrm>
              <a:custGeom>
                <a:avLst/>
                <a:gdLst/>
                <a:ahLst/>
                <a:cxnLst/>
                <a:rect l="l" t="t" r="r" b="b"/>
                <a:pathLst>
                  <a:path w="5835" h="3319" extrusionOk="0">
                    <a:moveTo>
                      <a:pt x="2284" y="0"/>
                    </a:moveTo>
                    <a:cubicBezTo>
                      <a:pt x="2201" y="0"/>
                      <a:pt x="2120" y="21"/>
                      <a:pt x="2049" y="66"/>
                    </a:cubicBezTo>
                    <a:lnTo>
                      <a:pt x="156" y="1150"/>
                    </a:lnTo>
                    <a:cubicBezTo>
                      <a:pt x="25" y="1233"/>
                      <a:pt x="1" y="1352"/>
                      <a:pt x="120" y="1412"/>
                    </a:cubicBezTo>
                    <a:lnTo>
                      <a:pt x="3346" y="3281"/>
                    </a:lnTo>
                    <a:cubicBezTo>
                      <a:pt x="3408" y="3307"/>
                      <a:pt x="3474" y="3319"/>
                      <a:pt x="3541" y="3319"/>
                    </a:cubicBezTo>
                    <a:cubicBezTo>
                      <a:pt x="3629" y="3319"/>
                      <a:pt x="3718" y="3298"/>
                      <a:pt x="3799" y="3257"/>
                    </a:cubicBezTo>
                    <a:lnTo>
                      <a:pt x="5680" y="2174"/>
                    </a:lnTo>
                    <a:cubicBezTo>
                      <a:pt x="5823" y="2090"/>
                      <a:pt x="5835" y="1971"/>
                      <a:pt x="5716" y="1912"/>
                    </a:cubicBezTo>
                    <a:lnTo>
                      <a:pt x="2489" y="42"/>
                    </a:lnTo>
                    <a:cubicBezTo>
                      <a:pt x="2424" y="15"/>
                      <a:pt x="2353" y="0"/>
                      <a:pt x="228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Google Shape;77;p13"/>
              <p:cNvSpPr/>
              <p:nvPr/>
            </p:nvSpPr>
            <p:spPr>
              <a:xfrm>
                <a:off x="2829513" y="3378950"/>
                <a:ext cx="145875" cy="83100"/>
              </a:xfrm>
              <a:custGeom>
                <a:avLst/>
                <a:gdLst/>
                <a:ahLst/>
                <a:cxnLst/>
                <a:rect l="l" t="t" r="r" b="b"/>
                <a:pathLst>
                  <a:path w="5835" h="3324" extrusionOk="0">
                    <a:moveTo>
                      <a:pt x="2289" y="1"/>
                    </a:moveTo>
                    <a:cubicBezTo>
                      <a:pt x="2207" y="1"/>
                      <a:pt x="2126" y="22"/>
                      <a:pt x="2048" y="67"/>
                    </a:cubicBezTo>
                    <a:lnTo>
                      <a:pt x="155" y="1150"/>
                    </a:lnTo>
                    <a:cubicBezTo>
                      <a:pt x="24" y="1234"/>
                      <a:pt x="0" y="1353"/>
                      <a:pt x="119" y="1412"/>
                    </a:cubicBezTo>
                    <a:lnTo>
                      <a:pt x="3346" y="3281"/>
                    </a:lnTo>
                    <a:cubicBezTo>
                      <a:pt x="3411" y="3309"/>
                      <a:pt x="3484" y="3324"/>
                      <a:pt x="3557" y="3324"/>
                    </a:cubicBezTo>
                    <a:cubicBezTo>
                      <a:pt x="3642" y="3324"/>
                      <a:pt x="3727" y="3303"/>
                      <a:pt x="3798" y="3258"/>
                    </a:cubicBezTo>
                    <a:lnTo>
                      <a:pt x="5692" y="2174"/>
                    </a:lnTo>
                    <a:cubicBezTo>
                      <a:pt x="5823" y="2091"/>
                      <a:pt x="5834" y="1972"/>
                      <a:pt x="5727" y="1912"/>
                    </a:cubicBezTo>
                    <a:lnTo>
                      <a:pt x="2501" y="43"/>
                    </a:lnTo>
                    <a:cubicBezTo>
                      <a:pt x="2430" y="16"/>
                      <a:pt x="2359" y="1"/>
                      <a:pt x="228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Google Shape;78;p13"/>
              <p:cNvSpPr/>
              <p:nvPr/>
            </p:nvSpPr>
            <p:spPr>
              <a:xfrm>
                <a:off x="2935763" y="3440275"/>
                <a:ext cx="145875" cy="83100"/>
              </a:xfrm>
              <a:custGeom>
                <a:avLst/>
                <a:gdLst/>
                <a:ahLst/>
                <a:cxnLst/>
                <a:rect l="l" t="t" r="r" b="b"/>
                <a:pathLst>
                  <a:path w="5835" h="3324" extrusionOk="0">
                    <a:moveTo>
                      <a:pt x="2284" y="1"/>
                    </a:moveTo>
                    <a:cubicBezTo>
                      <a:pt x="2201" y="1"/>
                      <a:pt x="2120" y="21"/>
                      <a:pt x="2049" y="66"/>
                    </a:cubicBezTo>
                    <a:lnTo>
                      <a:pt x="156" y="1150"/>
                    </a:lnTo>
                    <a:cubicBezTo>
                      <a:pt x="25" y="1233"/>
                      <a:pt x="1" y="1352"/>
                      <a:pt x="120" y="1412"/>
                    </a:cubicBezTo>
                    <a:lnTo>
                      <a:pt x="3347" y="3281"/>
                    </a:lnTo>
                    <a:cubicBezTo>
                      <a:pt x="3412" y="3308"/>
                      <a:pt x="3482" y="3323"/>
                      <a:pt x="3553" y="3323"/>
                    </a:cubicBezTo>
                    <a:cubicBezTo>
                      <a:pt x="3637" y="3323"/>
                      <a:pt x="3722" y="3303"/>
                      <a:pt x="3799" y="3257"/>
                    </a:cubicBezTo>
                    <a:lnTo>
                      <a:pt x="5692" y="2174"/>
                    </a:lnTo>
                    <a:cubicBezTo>
                      <a:pt x="5823" y="2091"/>
                      <a:pt x="5835" y="1971"/>
                      <a:pt x="5716" y="1912"/>
                    </a:cubicBezTo>
                    <a:lnTo>
                      <a:pt x="2489" y="43"/>
                    </a:lnTo>
                    <a:cubicBezTo>
                      <a:pt x="2424" y="15"/>
                      <a:pt x="2353" y="1"/>
                      <a:pt x="228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79;p13"/>
              <p:cNvSpPr/>
              <p:nvPr/>
            </p:nvSpPr>
            <p:spPr>
              <a:xfrm>
                <a:off x="2990838" y="3378025"/>
                <a:ext cx="121175" cy="68575"/>
              </a:xfrm>
              <a:custGeom>
                <a:avLst/>
                <a:gdLst/>
                <a:ahLst/>
                <a:cxnLst/>
                <a:rect l="l" t="t" r="r" b="b"/>
                <a:pathLst>
                  <a:path w="4847" h="2743" extrusionOk="0">
                    <a:moveTo>
                      <a:pt x="2257" y="0"/>
                    </a:moveTo>
                    <a:cubicBezTo>
                      <a:pt x="2146" y="0"/>
                      <a:pt x="2034" y="28"/>
                      <a:pt x="1929" y="80"/>
                    </a:cubicBezTo>
                    <a:lnTo>
                      <a:pt x="191" y="1092"/>
                    </a:lnTo>
                    <a:cubicBezTo>
                      <a:pt x="12" y="1199"/>
                      <a:pt x="1" y="1342"/>
                      <a:pt x="143" y="1437"/>
                    </a:cubicBezTo>
                    <a:lnTo>
                      <a:pt x="2310" y="2687"/>
                    </a:lnTo>
                    <a:cubicBezTo>
                      <a:pt x="2394" y="2724"/>
                      <a:pt x="2484" y="2742"/>
                      <a:pt x="2574" y="2742"/>
                    </a:cubicBezTo>
                    <a:cubicBezTo>
                      <a:pt x="2690" y="2742"/>
                      <a:pt x="2805" y="2712"/>
                      <a:pt x="2906" y="2652"/>
                    </a:cubicBezTo>
                    <a:lnTo>
                      <a:pt x="4656" y="1652"/>
                    </a:lnTo>
                    <a:cubicBezTo>
                      <a:pt x="4823" y="1544"/>
                      <a:pt x="4846" y="1402"/>
                      <a:pt x="4692" y="1306"/>
                    </a:cubicBezTo>
                    <a:lnTo>
                      <a:pt x="2525" y="56"/>
                    </a:lnTo>
                    <a:cubicBezTo>
                      <a:pt x="2439" y="19"/>
                      <a:pt x="2348" y="0"/>
                      <a:pt x="22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Google Shape;80;p13"/>
              <p:cNvSpPr/>
              <p:nvPr/>
            </p:nvSpPr>
            <p:spPr>
              <a:xfrm>
                <a:off x="3075663" y="3426925"/>
                <a:ext cx="120875" cy="68500"/>
              </a:xfrm>
              <a:custGeom>
                <a:avLst/>
                <a:gdLst/>
                <a:ahLst/>
                <a:cxnLst/>
                <a:rect l="l" t="t" r="r" b="b"/>
                <a:pathLst>
                  <a:path w="4835" h="2740" extrusionOk="0">
                    <a:moveTo>
                      <a:pt x="2255" y="0"/>
                    </a:moveTo>
                    <a:cubicBezTo>
                      <a:pt x="2146" y="0"/>
                      <a:pt x="2039" y="30"/>
                      <a:pt x="1942" y="89"/>
                    </a:cubicBezTo>
                    <a:lnTo>
                      <a:pt x="191" y="1089"/>
                    </a:lnTo>
                    <a:cubicBezTo>
                      <a:pt x="13" y="1196"/>
                      <a:pt x="1" y="1339"/>
                      <a:pt x="156" y="1434"/>
                    </a:cubicBezTo>
                    <a:lnTo>
                      <a:pt x="2311" y="2684"/>
                    </a:lnTo>
                    <a:cubicBezTo>
                      <a:pt x="2396" y="2722"/>
                      <a:pt x="2487" y="2740"/>
                      <a:pt x="2578" y="2740"/>
                    </a:cubicBezTo>
                    <a:cubicBezTo>
                      <a:pt x="2689" y="2740"/>
                      <a:pt x="2801" y="2713"/>
                      <a:pt x="2906" y="2660"/>
                    </a:cubicBezTo>
                    <a:lnTo>
                      <a:pt x="4644" y="1648"/>
                    </a:lnTo>
                    <a:cubicBezTo>
                      <a:pt x="4823" y="1553"/>
                      <a:pt x="4835" y="1398"/>
                      <a:pt x="4692" y="1315"/>
                    </a:cubicBezTo>
                    <a:lnTo>
                      <a:pt x="2525" y="65"/>
                    </a:lnTo>
                    <a:cubicBezTo>
                      <a:pt x="2438" y="21"/>
                      <a:pt x="2346" y="0"/>
                      <a:pt x="225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81;p13"/>
              <p:cNvSpPr/>
              <p:nvPr/>
            </p:nvSpPr>
            <p:spPr>
              <a:xfrm>
                <a:off x="3160513" y="3475950"/>
                <a:ext cx="120875" cy="68525"/>
              </a:xfrm>
              <a:custGeom>
                <a:avLst/>
                <a:gdLst/>
                <a:ahLst/>
                <a:cxnLst/>
                <a:rect l="l" t="t" r="r" b="b"/>
                <a:pathLst>
                  <a:path w="4835" h="2741" extrusionOk="0">
                    <a:moveTo>
                      <a:pt x="2258" y="1"/>
                    </a:moveTo>
                    <a:cubicBezTo>
                      <a:pt x="2148" y="1"/>
                      <a:pt x="2039" y="28"/>
                      <a:pt x="1941" y="80"/>
                    </a:cubicBezTo>
                    <a:lnTo>
                      <a:pt x="191" y="1092"/>
                    </a:lnTo>
                    <a:cubicBezTo>
                      <a:pt x="24" y="1187"/>
                      <a:pt x="0" y="1342"/>
                      <a:pt x="155" y="1426"/>
                    </a:cubicBezTo>
                    <a:lnTo>
                      <a:pt x="2322" y="2676"/>
                    </a:lnTo>
                    <a:cubicBezTo>
                      <a:pt x="2403" y="2719"/>
                      <a:pt x="2495" y="2740"/>
                      <a:pt x="2587" y="2740"/>
                    </a:cubicBezTo>
                    <a:cubicBezTo>
                      <a:pt x="2697" y="2740"/>
                      <a:pt x="2808" y="2710"/>
                      <a:pt x="2905" y="2652"/>
                    </a:cubicBezTo>
                    <a:lnTo>
                      <a:pt x="4644" y="1652"/>
                    </a:lnTo>
                    <a:cubicBezTo>
                      <a:pt x="4822" y="1545"/>
                      <a:pt x="4834" y="1402"/>
                      <a:pt x="4691" y="1306"/>
                    </a:cubicBezTo>
                    <a:lnTo>
                      <a:pt x="2524" y="56"/>
                    </a:lnTo>
                    <a:cubicBezTo>
                      <a:pt x="2438" y="19"/>
                      <a:pt x="2348" y="1"/>
                      <a:pt x="225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Google Shape;82;p13"/>
              <p:cNvSpPr/>
              <p:nvPr/>
            </p:nvSpPr>
            <p:spPr>
              <a:xfrm>
                <a:off x="3245338" y="3524850"/>
                <a:ext cx="121175" cy="68500"/>
              </a:xfrm>
              <a:custGeom>
                <a:avLst/>
                <a:gdLst/>
                <a:ahLst/>
                <a:cxnLst/>
                <a:rect l="l" t="t" r="r" b="b"/>
                <a:pathLst>
                  <a:path w="4847" h="2740" extrusionOk="0">
                    <a:moveTo>
                      <a:pt x="2257" y="0"/>
                    </a:moveTo>
                    <a:cubicBezTo>
                      <a:pt x="2146" y="0"/>
                      <a:pt x="2038" y="30"/>
                      <a:pt x="1941" y="89"/>
                    </a:cubicBezTo>
                    <a:lnTo>
                      <a:pt x="191" y="1101"/>
                    </a:lnTo>
                    <a:cubicBezTo>
                      <a:pt x="24" y="1196"/>
                      <a:pt x="0" y="1351"/>
                      <a:pt x="155" y="1434"/>
                    </a:cubicBezTo>
                    <a:lnTo>
                      <a:pt x="2322" y="2684"/>
                    </a:lnTo>
                    <a:cubicBezTo>
                      <a:pt x="2408" y="2722"/>
                      <a:pt x="2498" y="2740"/>
                      <a:pt x="2588" y="2740"/>
                    </a:cubicBezTo>
                    <a:cubicBezTo>
                      <a:pt x="2698" y="2740"/>
                      <a:pt x="2807" y="2713"/>
                      <a:pt x="2906" y="2660"/>
                    </a:cubicBezTo>
                    <a:lnTo>
                      <a:pt x="4656" y="1648"/>
                    </a:lnTo>
                    <a:cubicBezTo>
                      <a:pt x="4822" y="1553"/>
                      <a:pt x="4846" y="1398"/>
                      <a:pt x="4691" y="1315"/>
                    </a:cubicBezTo>
                    <a:lnTo>
                      <a:pt x="2536" y="65"/>
                    </a:lnTo>
                    <a:cubicBezTo>
                      <a:pt x="2444" y="21"/>
                      <a:pt x="2349" y="0"/>
                      <a:pt x="22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Google Shape;83;p13"/>
              <p:cNvSpPr/>
              <p:nvPr/>
            </p:nvSpPr>
            <p:spPr>
              <a:xfrm>
                <a:off x="3330463" y="3573950"/>
                <a:ext cx="120875" cy="68525"/>
              </a:xfrm>
              <a:custGeom>
                <a:avLst/>
                <a:gdLst/>
                <a:ahLst/>
                <a:cxnLst/>
                <a:rect l="l" t="t" r="r" b="b"/>
                <a:pathLst>
                  <a:path w="4835" h="2741" extrusionOk="0">
                    <a:moveTo>
                      <a:pt x="2250" y="1"/>
                    </a:moveTo>
                    <a:cubicBezTo>
                      <a:pt x="2138" y="1"/>
                      <a:pt x="2027" y="31"/>
                      <a:pt x="1929" y="89"/>
                    </a:cubicBezTo>
                    <a:lnTo>
                      <a:pt x="191" y="1089"/>
                    </a:lnTo>
                    <a:cubicBezTo>
                      <a:pt x="12" y="1196"/>
                      <a:pt x="1" y="1339"/>
                      <a:pt x="143" y="1435"/>
                    </a:cubicBezTo>
                    <a:lnTo>
                      <a:pt x="2310" y="2685"/>
                    </a:lnTo>
                    <a:cubicBezTo>
                      <a:pt x="2396" y="2722"/>
                      <a:pt x="2487" y="2740"/>
                      <a:pt x="2577" y="2740"/>
                    </a:cubicBezTo>
                    <a:cubicBezTo>
                      <a:pt x="2687" y="2740"/>
                      <a:pt x="2796" y="2713"/>
                      <a:pt x="2894" y="2661"/>
                    </a:cubicBezTo>
                    <a:lnTo>
                      <a:pt x="4644" y="1649"/>
                    </a:lnTo>
                    <a:cubicBezTo>
                      <a:pt x="4811" y="1554"/>
                      <a:pt x="4835" y="1399"/>
                      <a:pt x="4680" y="1316"/>
                    </a:cubicBezTo>
                    <a:lnTo>
                      <a:pt x="2525" y="65"/>
                    </a:lnTo>
                    <a:cubicBezTo>
                      <a:pt x="2438" y="22"/>
                      <a:pt x="2344" y="1"/>
                      <a:pt x="225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Google Shape;84;p13"/>
              <p:cNvSpPr/>
              <p:nvPr/>
            </p:nvSpPr>
            <p:spPr>
              <a:xfrm>
                <a:off x="3415288" y="3623000"/>
                <a:ext cx="120875" cy="68500"/>
              </a:xfrm>
              <a:custGeom>
                <a:avLst/>
                <a:gdLst/>
                <a:ahLst/>
                <a:cxnLst/>
                <a:rect l="l" t="t" r="r" b="b"/>
                <a:pathLst>
                  <a:path w="4835" h="2740" extrusionOk="0">
                    <a:moveTo>
                      <a:pt x="2259" y="0"/>
                    </a:moveTo>
                    <a:cubicBezTo>
                      <a:pt x="2149" y="0"/>
                      <a:pt x="2040" y="27"/>
                      <a:pt x="1942" y="80"/>
                    </a:cubicBezTo>
                    <a:lnTo>
                      <a:pt x="191" y="1092"/>
                    </a:lnTo>
                    <a:cubicBezTo>
                      <a:pt x="13" y="1187"/>
                      <a:pt x="1" y="1342"/>
                      <a:pt x="144" y="1425"/>
                    </a:cubicBezTo>
                    <a:lnTo>
                      <a:pt x="2311" y="2675"/>
                    </a:lnTo>
                    <a:cubicBezTo>
                      <a:pt x="2398" y="2719"/>
                      <a:pt x="2489" y="2740"/>
                      <a:pt x="2582" y="2740"/>
                    </a:cubicBezTo>
                    <a:cubicBezTo>
                      <a:pt x="2692" y="2740"/>
                      <a:pt x="2802" y="2710"/>
                      <a:pt x="2906" y="2652"/>
                    </a:cubicBezTo>
                    <a:lnTo>
                      <a:pt x="4644" y="1651"/>
                    </a:lnTo>
                    <a:cubicBezTo>
                      <a:pt x="4823" y="1544"/>
                      <a:pt x="4835" y="1401"/>
                      <a:pt x="4692" y="1306"/>
                    </a:cubicBezTo>
                    <a:lnTo>
                      <a:pt x="2525" y="56"/>
                    </a:lnTo>
                    <a:cubicBezTo>
                      <a:pt x="2439" y="18"/>
                      <a:pt x="2349" y="0"/>
                      <a:pt x="225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Google Shape;85;p13"/>
              <p:cNvSpPr/>
              <p:nvPr/>
            </p:nvSpPr>
            <p:spPr>
              <a:xfrm>
                <a:off x="3500138" y="3672100"/>
                <a:ext cx="120875" cy="68400"/>
              </a:xfrm>
              <a:custGeom>
                <a:avLst/>
                <a:gdLst/>
                <a:ahLst/>
                <a:cxnLst/>
                <a:rect l="l" t="t" r="r" b="b"/>
                <a:pathLst>
                  <a:path w="4835" h="2736" extrusionOk="0">
                    <a:moveTo>
                      <a:pt x="2257" y="1"/>
                    </a:moveTo>
                    <a:cubicBezTo>
                      <a:pt x="2146" y="1"/>
                      <a:pt x="2034" y="28"/>
                      <a:pt x="1929" y="80"/>
                    </a:cubicBezTo>
                    <a:lnTo>
                      <a:pt x="191" y="1092"/>
                    </a:lnTo>
                    <a:cubicBezTo>
                      <a:pt x="12" y="1188"/>
                      <a:pt x="0" y="1342"/>
                      <a:pt x="143" y="1426"/>
                    </a:cubicBezTo>
                    <a:lnTo>
                      <a:pt x="2310" y="2676"/>
                    </a:lnTo>
                    <a:cubicBezTo>
                      <a:pt x="2399" y="2715"/>
                      <a:pt x="2496" y="2736"/>
                      <a:pt x="2593" y="2736"/>
                    </a:cubicBezTo>
                    <a:cubicBezTo>
                      <a:pt x="2702" y="2736"/>
                      <a:pt x="2810" y="2709"/>
                      <a:pt x="2905" y="2652"/>
                    </a:cubicBezTo>
                    <a:lnTo>
                      <a:pt x="4644" y="1640"/>
                    </a:lnTo>
                    <a:cubicBezTo>
                      <a:pt x="4822" y="1545"/>
                      <a:pt x="4834" y="1390"/>
                      <a:pt x="4691" y="1307"/>
                    </a:cubicBezTo>
                    <a:lnTo>
                      <a:pt x="2524" y="57"/>
                    </a:lnTo>
                    <a:cubicBezTo>
                      <a:pt x="2438" y="19"/>
                      <a:pt x="2348" y="1"/>
                      <a:pt x="225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Google Shape;86;p13"/>
              <p:cNvSpPr/>
              <p:nvPr/>
            </p:nvSpPr>
            <p:spPr>
              <a:xfrm>
                <a:off x="3584963" y="3721000"/>
                <a:ext cx="120875" cy="68525"/>
              </a:xfrm>
              <a:custGeom>
                <a:avLst/>
                <a:gdLst/>
                <a:ahLst/>
                <a:cxnLst/>
                <a:rect l="l" t="t" r="r" b="b"/>
                <a:pathLst>
                  <a:path w="4835" h="2741" extrusionOk="0">
                    <a:moveTo>
                      <a:pt x="2255" y="0"/>
                    </a:moveTo>
                    <a:cubicBezTo>
                      <a:pt x="2146" y="0"/>
                      <a:pt x="2038" y="31"/>
                      <a:pt x="1941" y="89"/>
                    </a:cubicBezTo>
                    <a:lnTo>
                      <a:pt x="191" y="1089"/>
                    </a:lnTo>
                    <a:cubicBezTo>
                      <a:pt x="24" y="1196"/>
                      <a:pt x="0" y="1351"/>
                      <a:pt x="155" y="1434"/>
                    </a:cubicBezTo>
                    <a:lnTo>
                      <a:pt x="2322" y="2684"/>
                    </a:lnTo>
                    <a:cubicBezTo>
                      <a:pt x="2403" y="2722"/>
                      <a:pt x="2493" y="2740"/>
                      <a:pt x="2584" y="2740"/>
                    </a:cubicBezTo>
                    <a:cubicBezTo>
                      <a:pt x="2695" y="2740"/>
                      <a:pt x="2807" y="2713"/>
                      <a:pt x="2906" y="2661"/>
                    </a:cubicBezTo>
                    <a:lnTo>
                      <a:pt x="4656" y="1661"/>
                    </a:lnTo>
                    <a:cubicBezTo>
                      <a:pt x="4822" y="1553"/>
                      <a:pt x="4834" y="1399"/>
                      <a:pt x="4691" y="1315"/>
                    </a:cubicBezTo>
                    <a:lnTo>
                      <a:pt x="2525" y="65"/>
                    </a:lnTo>
                    <a:cubicBezTo>
                      <a:pt x="2438" y="22"/>
                      <a:pt x="2346" y="0"/>
                      <a:pt x="225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Google Shape;87;p13"/>
              <p:cNvSpPr/>
              <p:nvPr/>
            </p:nvSpPr>
            <p:spPr>
              <a:xfrm>
                <a:off x="3670088" y="3770225"/>
                <a:ext cx="120875" cy="68350"/>
              </a:xfrm>
              <a:custGeom>
                <a:avLst/>
                <a:gdLst/>
                <a:ahLst/>
                <a:cxnLst/>
                <a:rect l="l" t="t" r="r" b="b"/>
                <a:pathLst>
                  <a:path w="4835" h="2734" extrusionOk="0">
                    <a:moveTo>
                      <a:pt x="2246" y="1"/>
                    </a:moveTo>
                    <a:cubicBezTo>
                      <a:pt x="2139" y="1"/>
                      <a:pt x="2031" y="27"/>
                      <a:pt x="1929" y="84"/>
                    </a:cubicBezTo>
                    <a:lnTo>
                      <a:pt x="191" y="1096"/>
                    </a:lnTo>
                    <a:cubicBezTo>
                      <a:pt x="13" y="1192"/>
                      <a:pt x="1" y="1346"/>
                      <a:pt x="143" y="1430"/>
                    </a:cubicBezTo>
                    <a:lnTo>
                      <a:pt x="2310" y="2668"/>
                    </a:lnTo>
                    <a:cubicBezTo>
                      <a:pt x="2400" y="2713"/>
                      <a:pt x="2494" y="2734"/>
                      <a:pt x="2589" y="2734"/>
                    </a:cubicBezTo>
                    <a:cubicBezTo>
                      <a:pt x="2697" y="2734"/>
                      <a:pt x="2805" y="2707"/>
                      <a:pt x="2906" y="2656"/>
                    </a:cubicBezTo>
                    <a:lnTo>
                      <a:pt x="4644" y="1644"/>
                    </a:lnTo>
                    <a:cubicBezTo>
                      <a:pt x="4823" y="1549"/>
                      <a:pt x="4835" y="1394"/>
                      <a:pt x="4692" y="1311"/>
                    </a:cubicBezTo>
                    <a:lnTo>
                      <a:pt x="2525" y="61"/>
                    </a:lnTo>
                    <a:cubicBezTo>
                      <a:pt x="2435" y="22"/>
                      <a:pt x="2341" y="1"/>
                      <a:pt x="224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Google Shape;88;p13"/>
              <p:cNvSpPr/>
              <p:nvPr/>
            </p:nvSpPr>
            <p:spPr>
              <a:xfrm>
                <a:off x="3754913" y="3819150"/>
                <a:ext cx="121175" cy="68400"/>
              </a:xfrm>
              <a:custGeom>
                <a:avLst/>
                <a:gdLst/>
                <a:ahLst/>
                <a:cxnLst/>
                <a:rect l="l" t="t" r="r" b="b"/>
                <a:pathLst>
                  <a:path w="4847" h="2736" extrusionOk="0">
                    <a:moveTo>
                      <a:pt x="2264" y="0"/>
                    </a:moveTo>
                    <a:cubicBezTo>
                      <a:pt x="2152" y="0"/>
                      <a:pt x="2040" y="28"/>
                      <a:pt x="1942" y="80"/>
                    </a:cubicBezTo>
                    <a:lnTo>
                      <a:pt x="191" y="1092"/>
                    </a:lnTo>
                    <a:cubicBezTo>
                      <a:pt x="13" y="1187"/>
                      <a:pt x="1" y="1342"/>
                      <a:pt x="144" y="1425"/>
                    </a:cubicBezTo>
                    <a:lnTo>
                      <a:pt x="2311" y="2676"/>
                    </a:lnTo>
                    <a:cubicBezTo>
                      <a:pt x="2400" y="2715"/>
                      <a:pt x="2497" y="2735"/>
                      <a:pt x="2593" y="2735"/>
                    </a:cubicBezTo>
                    <a:cubicBezTo>
                      <a:pt x="2703" y="2735"/>
                      <a:pt x="2811" y="2709"/>
                      <a:pt x="2906" y="2652"/>
                    </a:cubicBezTo>
                    <a:lnTo>
                      <a:pt x="4656" y="1640"/>
                    </a:lnTo>
                    <a:cubicBezTo>
                      <a:pt x="4823" y="1544"/>
                      <a:pt x="4847" y="1390"/>
                      <a:pt x="4692" y="1306"/>
                    </a:cubicBezTo>
                    <a:lnTo>
                      <a:pt x="2525" y="56"/>
                    </a:lnTo>
                    <a:cubicBezTo>
                      <a:pt x="2445" y="19"/>
                      <a:pt x="2355" y="0"/>
                      <a:pt x="226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Google Shape;89;p13"/>
              <p:cNvSpPr/>
              <p:nvPr/>
            </p:nvSpPr>
            <p:spPr>
              <a:xfrm>
                <a:off x="3839763" y="3868050"/>
                <a:ext cx="120875" cy="68500"/>
              </a:xfrm>
              <a:custGeom>
                <a:avLst/>
                <a:gdLst/>
                <a:ahLst/>
                <a:cxnLst/>
                <a:rect l="l" t="t" r="r" b="b"/>
                <a:pathLst>
                  <a:path w="4835" h="2740" extrusionOk="0">
                    <a:moveTo>
                      <a:pt x="2254" y="0"/>
                    </a:moveTo>
                    <a:cubicBezTo>
                      <a:pt x="2146" y="0"/>
                      <a:pt x="2038" y="30"/>
                      <a:pt x="1941" y="89"/>
                    </a:cubicBezTo>
                    <a:lnTo>
                      <a:pt x="191" y="1089"/>
                    </a:lnTo>
                    <a:cubicBezTo>
                      <a:pt x="12" y="1196"/>
                      <a:pt x="0" y="1351"/>
                      <a:pt x="155" y="1434"/>
                    </a:cubicBezTo>
                    <a:lnTo>
                      <a:pt x="2310" y="2684"/>
                    </a:lnTo>
                    <a:cubicBezTo>
                      <a:pt x="2396" y="2722"/>
                      <a:pt x="2486" y="2740"/>
                      <a:pt x="2577" y="2740"/>
                    </a:cubicBezTo>
                    <a:cubicBezTo>
                      <a:pt x="2689" y="2740"/>
                      <a:pt x="2801" y="2713"/>
                      <a:pt x="2905" y="2660"/>
                    </a:cubicBezTo>
                    <a:lnTo>
                      <a:pt x="4644" y="1648"/>
                    </a:lnTo>
                    <a:cubicBezTo>
                      <a:pt x="4822" y="1553"/>
                      <a:pt x="4834" y="1398"/>
                      <a:pt x="4691" y="1315"/>
                    </a:cubicBezTo>
                    <a:lnTo>
                      <a:pt x="2524" y="65"/>
                    </a:lnTo>
                    <a:cubicBezTo>
                      <a:pt x="2437" y="21"/>
                      <a:pt x="2346" y="0"/>
                      <a:pt x="22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Google Shape;90;p13"/>
              <p:cNvSpPr/>
              <p:nvPr/>
            </p:nvSpPr>
            <p:spPr>
              <a:xfrm>
                <a:off x="3057813" y="3322350"/>
                <a:ext cx="123550" cy="69900"/>
              </a:xfrm>
              <a:custGeom>
                <a:avLst/>
                <a:gdLst/>
                <a:ahLst/>
                <a:cxnLst/>
                <a:rect l="l" t="t" r="r" b="b"/>
                <a:pathLst>
                  <a:path w="4942" h="2796" extrusionOk="0">
                    <a:moveTo>
                      <a:pt x="2263" y="1"/>
                    </a:moveTo>
                    <a:cubicBezTo>
                      <a:pt x="2157" y="1"/>
                      <a:pt x="2051" y="28"/>
                      <a:pt x="1953" y="81"/>
                    </a:cubicBezTo>
                    <a:lnTo>
                      <a:pt x="191" y="1104"/>
                    </a:lnTo>
                    <a:cubicBezTo>
                      <a:pt x="24" y="1200"/>
                      <a:pt x="0" y="1355"/>
                      <a:pt x="143" y="1438"/>
                    </a:cubicBezTo>
                    <a:lnTo>
                      <a:pt x="2417" y="2736"/>
                    </a:lnTo>
                    <a:cubicBezTo>
                      <a:pt x="2501" y="2775"/>
                      <a:pt x="2593" y="2795"/>
                      <a:pt x="2683" y="2795"/>
                    </a:cubicBezTo>
                    <a:cubicBezTo>
                      <a:pt x="2786" y="2795"/>
                      <a:pt x="2888" y="2769"/>
                      <a:pt x="2977" y="2712"/>
                    </a:cubicBezTo>
                    <a:lnTo>
                      <a:pt x="4751" y="1700"/>
                    </a:lnTo>
                    <a:cubicBezTo>
                      <a:pt x="4918" y="1605"/>
                      <a:pt x="4942" y="1450"/>
                      <a:pt x="4787" y="1366"/>
                    </a:cubicBezTo>
                    <a:lnTo>
                      <a:pt x="2525" y="57"/>
                    </a:lnTo>
                    <a:cubicBezTo>
                      <a:pt x="2439" y="19"/>
                      <a:pt x="2351" y="1"/>
                      <a:pt x="226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Google Shape;91;p13"/>
              <p:cNvSpPr/>
              <p:nvPr/>
            </p:nvSpPr>
            <p:spPr>
              <a:xfrm>
                <a:off x="3145313" y="3372975"/>
                <a:ext cx="123550" cy="69775"/>
              </a:xfrm>
              <a:custGeom>
                <a:avLst/>
                <a:gdLst/>
                <a:ahLst/>
                <a:cxnLst/>
                <a:rect l="l" t="t" r="r" b="b"/>
                <a:pathLst>
                  <a:path w="4942" h="2791" extrusionOk="0">
                    <a:moveTo>
                      <a:pt x="2269" y="0"/>
                    </a:moveTo>
                    <a:cubicBezTo>
                      <a:pt x="2161" y="0"/>
                      <a:pt x="2052" y="27"/>
                      <a:pt x="1954" y="80"/>
                    </a:cubicBezTo>
                    <a:lnTo>
                      <a:pt x="191" y="1104"/>
                    </a:lnTo>
                    <a:cubicBezTo>
                      <a:pt x="25" y="1199"/>
                      <a:pt x="1" y="1342"/>
                      <a:pt x="144" y="1425"/>
                    </a:cubicBezTo>
                    <a:lnTo>
                      <a:pt x="2418" y="2735"/>
                    </a:lnTo>
                    <a:cubicBezTo>
                      <a:pt x="2498" y="2772"/>
                      <a:pt x="2586" y="2790"/>
                      <a:pt x="2674" y="2790"/>
                    </a:cubicBezTo>
                    <a:cubicBezTo>
                      <a:pt x="2782" y="2790"/>
                      <a:pt x="2891" y="2763"/>
                      <a:pt x="2989" y="2711"/>
                    </a:cubicBezTo>
                    <a:lnTo>
                      <a:pt x="4751" y="1699"/>
                    </a:lnTo>
                    <a:cubicBezTo>
                      <a:pt x="4918" y="1592"/>
                      <a:pt x="4942" y="1449"/>
                      <a:pt x="4787" y="1365"/>
                    </a:cubicBezTo>
                    <a:lnTo>
                      <a:pt x="2525" y="56"/>
                    </a:lnTo>
                    <a:cubicBezTo>
                      <a:pt x="2445" y="18"/>
                      <a:pt x="2357" y="0"/>
                      <a:pt x="226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Google Shape;92;p13"/>
              <p:cNvSpPr/>
              <p:nvPr/>
            </p:nvSpPr>
            <p:spPr>
              <a:xfrm>
                <a:off x="3232838" y="3423575"/>
                <a:ext cx="123550" cy="69775"/>
              </a:xfrm>
              <a:custGeom>
                <a:avLst/>
                <a:gdLst/>
                <a:ahLst/>
                <a:cxnLst/>
                <a:rect l="l" t="t" r="r" b="b"/>
                <a:pathLst>
                  <a:path w="4942" h="2791" extrusionOk="0">
                    <a:moveTo>
                      <a:pt x="2268" y="0"/>
                    </a:moveTo>
                    <a:cubicBezTo>
                      <a:pt x="2160" y="0"/>
                      <a:pt x="2051" y="27"/>
                      <a:pt x="1953" y="80"/>
                    </a:cubicBezTo>
                    <a:lnTo>
                      <a:pt x="191" y="1104"/>
                    </a:lnTo>
                    <a:cubicBezTo>
                      <a:pt x="24" y="1199"/>
                      <a:pt x="0" y="1342"/>
                      <a:pt x="155" y="1425"/>
                    </a:cubicBezTo>
                    <a:lnTo>
                      <a:pt x="2417" y="2735"/>
                    </a:lnTo>
                    <a:cubicBezTo>
                      <a:pt x="2498" y="2772"/>
                      <a:pt x="2585" y="2790"/>
                      <a:pt x="2674" y="2790"/>
                    </a:cubicBezTo>
                    <a:cubicBezTo>
                      <a:pt x="2782" y="2790"/>
                      <a:pt x="2891" y="2763"/>
                      <a:pt x="2989" y="2711"/>
                    </a:cubicBezTo>
                    <a:lnTo>
                      <a:pt x="4751" y="1699"/>
                    </a:lnTo>
                    <a:cubicBezTo>
                      <a:pt x="4918" y="1592"/>
                      <a:pt x="4941" y="1449"/>
                      <a:pt x="4787" y="1366"/>
                    </a:cubicBezTo>
                    <a:lnTo>
                      <a:pt x="2524" y="56"/>
                    </a:lnTo>
                    <a:cubicBezTo>
                      <a:pt x="2444" y="18"/>
                      <a:pt x="2356" y="0"/>
                      <a:pt x="22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Google Shape;93;p13"/>
              <p:cNvSpPr/>
              <p:nvPr/>
            </p:nvSpPr>
            <p:spPr>
              <a:xfrm>
                <a:off x="3320338" y="3474175"/>
                <a:ext cx="123550" cy="69775"/>
              </a:xfrm>
              <a:custGeom>
                <a:avLst/>
                <a:gdLst/>
                <a:ahLst/>
                <a:cxnLst/>
                <a:rect l="l" t="t" r="r" b="b"/>
                <a:pathLst>
                  <a:path w="4942" h="2791" extrusionOk="0">
                    <a:moveTo>
                      <a:pt x="2268" y="0"/>
                    </a:moveTo>
                    <a:cubicBezTo>
                      <a:pt x="2161" y="0"/>
                      <a:pt x="2052" y="27"/>
                      <a:pt x="1953" y="80"/>
                    </a:cubicBezTo>
                    <a:lnTo>
                      <a:pt x="191" y="1104"/>
                    </a:lnTo>
                    <a:cubicBezTo>
                      <a:pt x="25" y="1199"/>
                      <a:pt x="1" y="1342"/>
                      <a:pt x="156" y="1425"/>
                    </a:cubicBezTo>
                    <a:lnTo>
                      <a:pt x="2418" y="2735"/>
                    </a:lnTo>
                    <a:cubicBezTo>
                      <a:pt x="2503" y="2772"/>
                      <a:pt x="2592" y="2791"/>
                      <a:pt x="2679" y="2791"/>
                    </a:cubicBezTo>
                    <a:cubicBezTo>
                      <a:pt x="2786" y="2791"/>
                      <a:pt x="2891" y="2763"/>
                      <a:pt x="2989" y="2711"/>
                    </a:cubicBezTo>
                    <a:lnTo>
                      <a:pt x="4751" y="1699"/>
                    </a:lnTo>
                    <a:cubicBezTo>
                      <a:pt x="4918" y="1604"/>
                      <a:pt x="4942" y="1449"/>
                      <a:pt x="4799" y="1366"/>
                    </a:cubicBezTo>
                    <a:lnTo>
                      <a:pt x="2525" y="56"/>
                    </a:lnTo>
                    <a:cubicBezTo>
                      <a:pt x="2444" y="18"/>
                      <a:pt x="2357" y="0"/>
                      <a:pt x="22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94;p13"/>
              <p:cNvSpPr/>
              <p:nvPr/>
            </p:nvSpPr>
            <p:spPr>
              <a:xfrm>
                <a:off x="3407863" y="3524775"/>
                <a:ext cx="123550" cy="69775"/>
              </a:xfrm>
              <a:custGeom>
                <a:avLst/>
                <a:gdLst/>
                <a:ahLst/>
                <a:cxnLst/>
                <a:rect l="l" t="t" r="r" b="b"/>
                <a:pathLst>
                  <a:path w="4942" h="2791" extrusionOk="0">
                    <a:moveTo>
                      <a:pt x="2269" y="0"/>
                    </a:moveTo>
                    <a:cubicBezTo>
                      <a:pt x="2162" y="0"/>
                      <a:pt x="2056" y="27"/>
                      <a:pt x="1965" y="80"/>
                    </a:cubicBezTo>
                    <a:lnTo>
                      <a:pt x="191" y="1092"/>
                    </a:lnTo>
                    <a:cubicBezTo>
                      <a:pt x="24" y="1199"/>
                      <a:pt x="0" y="1342"/>
                      <a:pt x="155" y="1425"/>
                    </a:cubicBezTo>
                    <a:lnTo>
                      <a:pt x="2417" y="2735"/>
                    </a:lnTo>
                    <a:cubicBezTo>
                      <a:pt x="2503" y="2772"/>
                      <a:pt x="2591" y="2791"/>
                      <a:pt x="2678" y="2791"/>
                    </a:cubicBezTo>
                    <a:cubicBezTo>
                      <a:pt x="2785" y="2791"/>
                      <a:pt x="2890" y="2763"/>
                      <a:pt x="2989" y="2711"/>
                    </a:cubicBezTo>
                    <a:lnTo>
                      <a:pt x="4751" y="1687"/>
                    </a:lnTo>
                    <a:cubicBezTo>
                      <a:pt x="4929" y="1592"/>
                      <a:pt x="4941" y="1449"/>
                      <a:pt x="4798" y="1366"/>
                    </a:cubicBezTo>
                    <a:lnTo>
                      <a:pt x="2524" y="56"/>
                    </a:lnTo>
                    <a:cubicBezTo>
                      <a:pt x="2444" y="18"/>
                      <a:pt x="2356" y="0"/>
                      <a:pt x="226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95;p13"/>
              <p:cNvSpPr/>
              <p:nvPr/>
            </p:nvSpPr>
            <p:spPr>
              <a:xfrm>
                <a:off x="3495663" y="3575275"/>
                <a:ext cx="123250" cy="69875"/>
              </a:xfrm>
              <a:custGeom>
                <a:avLst/>
                <a:gdLst/>
                <a:ahLst/>
                <a:cxnLst/>
                <a:rect l="l" t="t" r="r" b="b"/>
                <a:pathLst>
                  <a:path w="4930" h="2795" extrusionOk="0">
                    <a:moveTo>
                      <a:pt x="2253" y="0"/>
                    </a:moveTo>
                    <a:cubicBezTo>
                      <a:pt x="2150" y="0"/>
                      <a:pt x="2048" y="27"/>
                      <a:pt x="1953" y="84"/>
                    </a:cubicBezTo>
                    <a:lnTo>
                      <a:pt x="191" y="1096"/>
                    </a:lnTo>
                    <a:cubicBezTo>
                      <a:pt x="12" y="1191"/>
                      <a:pt x="1" y="1346"/>
                      <a:pt x="143" y="1429"/>
                    </a:cubicBezTo>
                    <a:lnTo>
                      <a:pt x="2406" y="2739"/>
                    </a:lnTo>
                    <a:cubicBezTo>
                      <a:pt x="2491" y="2776"/>
                      <a:pt x="2582" y="2795"/>
                      <a:pt x="2671" y="2795"/>
                    </a:cubicBezTo>
                    <a:cubicBezTo>
                      <a:pt x="2779" y="2795"/>
                      <a:pt x="2885" y="2767"/>
                      <a:pt x="2977" y="2715"/>
                    </a:cubicBezTo>
                    <a:lnTo>
                      <a:pt x="4751" y="1691"/>
                    </a:lnTo>
                    <a:cubicBezTo>
                      <a:pt x="4918" y="1596"/>
                      <a:pt x="4930" y="1441"/>
                      <a:pt x="4787" y="1370"/>
                    </a:cubicBezTo>
                    <a:lnTo>
                      <a:pt x="2525" y="60"/>
                    </a:lnTo>
                    <a:cubicBezTo>
                      <a:pt x="2435" y="21"/>
                      <a:pt x="2343" y="0"/>
                      <a:pt x="225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Google Shape;96;p13"/>
              <p:cNvSpPr/>
              <p:nvPr/>
            </p:nvSpPr>
            <p:spPr>
              <a:xfrm>
                <a:off x="3583163" y="3625975"/>
                <a:ext cx="123575" cy="69775"/>
              </a:xfrm>
              <a:custGeom>
                <a:avLst/>
                <a:gdLst/>
                <a:ahLst/>
                <a:cxnLst/>
                <a:rect l="l" t="t" r="r" b="b"/>
                <a:pathLst>
                  <a:path w="4943" h="2791" extrusionOk="0">
                    <a:moveTo>
                      <a:pt x="2264" y="0"/>
                    </a:moveTo>
                    <a:cubicBezTo>
                      <a:pt x="2157" y="0"/>
                      <a:pt x="2052" y="28"/>
                      <a:pt x="1954" y="80"/>
                    </a:cubicBezTo>
                    <a:lnTo>
                      <a:pt x="191" y="1104"/>
                    </a:lnTo>
                    <a:cubicBezTo>
                      <a:pt x="13" y="1199"/>
                      <a:pt x="1" y="1342"/>
                      <a:pt x="144" y="1425"/>
                    </a:cubicBezTo>
                    <a:lnTo>
                      <a:pt x="2418" y="2735"/>
                    </a:lnTo>
                    <a:cubicBezTo>
                      <a:pt x="2498" y="2772"/>
                      <a:pt x="2586" y="2791"/>
                      <a:pt x="2674" y="2791"/>
                    </a:cubicBezTo>
                    <a:cubicBezTo>
                      <a:pt x="2782" y="2791"/>
                      <a:pt x="2891" y="2764"/>
                      <a:pt x="2989" y="2711"/>
                    </a:cubicBezTo>
                    <a:lnTo>
                      <a:pt x="4752" y="1687"/>
                    </a:lnTo>
                    <a:cubicBezTo>
                      <a:pt x="4918" y="1592"/>
                      <a:pt x="4942" y="1437"/>
                      <a:pt x="4799" y="1354"/>
                    </a:cubicBezTo>
                    <a:lnTo>
                      <a:pt x="2525" y="56"/>
                    </a:lnTo>
                    <a:cubicBezTo>
                      <a:pt x="2439" y="19"/>
                      <a:pt x="2351" y="0"/>
                      <a:pt x="226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13"/>
              <p:cNvSpPr/>
              <p:nvPr/>
            </p:nvSpPr>
            <p:spPr>
              <a:xfrm>
                <a:off x="3670688" y="3676275"/>
                <a:ext cx="123550" cy="69875"/>
              </a:xfrm>
              <a:custGeom>
                <a:avLst/>
                <a:gdLst/>
                <a:ahLst/>
                <a:cxnLst/>
                <a:rect l="l" t="t" r="r" b="b"/>
                <a:pathLst>
                  <a:path w="4942" h="2795" extrusionOk="0">
                    <a:moveTo>
                      <a:pt x="2268" y="0"/>
                    </a:moveTo>
                    <a:cubicBezTo>
                      <a:pt x="2160" y="0"/>
                      <a:pt x="2051" y="28"/>
                      <a:pt x="1953" y="80"/>
                    </a:cubicBezTo>
                    <a:lnTo>
                      <a:pt x="191" y="1104"/>
                    </a:lnTo>
                    <a:cubicBezTo>
                      <a:pt x="24" y="1199"/>
                      <a:pt x="0" y="1342"/>
                      <a:pt x="143" y="1425"/>
                    </a:cubicBezTo>
                    <a:lnTo>
                      <a:pt x="2417" y="2735"/>
                    </a:lnTo>
                    <a:cubicBezTo>
                      <a:pt x="2501" y="2774"/>
                      <a:pt x="2593" y="2795"/>
                      <a:pt x="2685" y="2795"/>
                    </a:cubicBezTo>
                    <a:cubicBezTo>
                      <a:pt x="2789" y="2795"/>
                      <a:pt x="2894" y="2768"/>
                      <a:pt x="2989" y="2711"/>
                    </a:cubicBezTo>
                    <a:lnTo>
                      <a:pt x="4751" y="1699"/>
                    </a:lnTo>
                    <a:cubicBezTo>
                      <a:pt x="4918" y="1604"/>
                      <a:pt x="4942" y="1449"/>
                      <a:pt x="4787" y="1366"/>
                    </a:cubicBezTo>
                    <a:lnTo>
                      <a:pt x="2525" y="56"/>
                    </a:lnTo>
                    <a:cubicBezTo>
                      <a:pt x="2444" y="19"/>
                      <a:pt x="2357" y="0"/>
                      <a:pt x="22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Google Shape;98;p13"/>
              <p:cNvSpPr/>
              <p:nvPr/>
            </p:nvSpPr>
            <p:spPr>
              <a:xfrm>
                <a:off x="3758188" y="3726875"/>
                <a:ext cx="123550" cy="69925"/>
              </a:xfrm>
              <a:custGeom>
                <a:avLst/>
                <a:gdLst/>
                <a:ahLst/>
                <a:cxnLst/>
                <a:rect l="l" t="t" r="r" b="b"/>
                <a:pathLst>
                  <a:path w="4942" h="2797" extrusionOk="0">
                    <a:moveTo>
                      <a:pt x="2270" y="1"/>
                    </a:moveTo>
                    <a:cubicBezTo>
                      <a:pt x="2163" y="1"/>
                      <a:pt x="2057" y="28"/>
                      <a:pt x="1965" y="80"/>
                    </a:cubicBezTo>
                    <a:lnTo>
                      <a:pt x="191" y="1104"/>
                    </a:lnTo>
                    <a:cubicBezTo>
                      <a:pt x="25" y="1199"/>
                      <a:pt x="1" y="1342"/>
                      <a:pt x="156" y="1426"/>
                    </a:cubicBezTo>
                    <a:lnTo>
                      <a:pt x="2418" y="2735"/>
                    </a:lnTo>
                    <a:cubicBezTo>
                      <a:pt x="2504" y="2775"/>
                      <a:pt x="2599" y="2796"/>
                      <a:pt x="2694" y="2796"/>
                    </a:cubicBezTo>
                    <a:cubicBezTo>
                      <a:pt x="2795" y="2796"/>
                      <a:pt x="2897" y="2772"/>
                      <a:pt x="2989" y="2723"/>
                    </a:cubicBezTo>
                    <a:lnTo>
                      <a:pt x="4751" y="1699"/>
                    </a:lnTo>
                    <a:cubicBezTo>
                      <a:pt x="4918" y="1592"/>
                      <a:pt x="4942" y="1449"/>
                      <a:pt x="4787" y="1366"/>
                    </a:cubicBezTo>
                    <a:lnTo>
                      <a:pt x="2525" y="56"/>
                    </a:lnTo>
                    <a:cubicBezTo>
                      <a:pt x="2445" y="19"/>
                      <a:pt x="2357" y="1"/>
                      <a:pt x="227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Google Shape;99;p13"/>
              <p:cNvSpPr/>
              <p:nvPr/>
            </p:nvSpPr>
            <p:spPr>
              <a:xfrm>
                <a:off x="3845713" y="3777475"/>
                <a:ext cx="123550" cy="69775"/>
              </a:xfrm>
              <a:custGeom>
                <a:avLst/>
                <a:gdLst/>
                <a:ahLst/>
                <a:cxnLst/>
                <a:rect l="l" t="t" r="r" b="b"/>
                <a:pathLst>
                  <a:path w="4942" h="2791" extrusionOk="0">
                    <a:moveTo>
                      <a:pt x="2268" y="1"/>
                    </a:moveTo>
                    <a:cubicBezTo>
                      <a:pt x="2160" y="1"/>
                      <a:pt x="2051" y="28"/>
                      <a:pt x="1953" y="80"/>
                    </a:cubicBezTo>
                    <a:lnTo>
                      <a:pt x="191" y="1104"/>
                    </a:lnTo>
                    <a:cubicBezTo>
                      <a:pt x="24" y="1199"/>
                      <a:pt x="0" y="1342"/>
                      <a:pt x="155" y="1426"/>
                    </a:cubicBezTo>
                    <a:lnTo>
                      <a:pt x="2417" y="2735"/>
                    </a:lnTo>
                    <a:cubicBezTo>
                      <a:pt x="2498" y="2773"/>
                      <a:pt x="2585" y="2791"/>
                      <a:pt x="2674" y="2791"/>
                    </a:cubicBezTo>
                    <a:cubicBezTo>
                      <a:pt x="2782" y="2791"/>
                      <a:pt x="2891" y="2764"/>
                      <a:pt x="2989" y="2711"/>
                    </a:cubicBezTo>
                    <a:lnTo>
                      <a:pt x="4751" y="1687"/>
                    </a:lnTo>
                    <a:cubicBezTo>
                      <a:pt x="4918" y="1592"/>
                      <a:pt x="4941" y="1449"/>
                      <a:pt x="4799" y="1366"/>
                    </a:cubicBezTo>
                    <a:lnTo>
                      <a:pt x="2524" y="56"/>
                    </a:lnTo>
                    <a:cubicBezTo>
                      <a:pt x="2444" y="19"/>
                      <a:pt x="2356" y="1"/>
                      <a:pt x="226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Google Shape;100;p13"/>
              <p:cNvSpPr/>
              <p:nvPr/>
            </p:nvSpPr>
            <p:spPr>
              <a:xfrm>
                <a:off x="3933513" y="3828075"/>
                <a:ext cx="123250" cy="69800"/>
              </a:xfrm>
              <a:custGeom>
                <a:avLst/>
                <a:gdLst/>
                <a:ahLst/>
                <a:cxnLst/>
                <a:rect l="l" t="t" r="r" b="b"/>
                <a:pathLst>
                  <a:path w="4930" h="2792" extrusionOk="0">
                    <a:moveTo>
                      <a:pt x="2258" y="1"/>
                    </a:moveTo>
                    <a:cubicBezTo>
                      <a:pt x="2151" y="1"/>
                      <a:pt x="2045" y="28"/>
                      <a:pt x="1953" y="80"/>
                    </a:cubicBezTo>
                    <a:lnTo>
                      <a:pt x="179" y="1092"/>
                    </a:lnTo>
                    <a:cubicBezTo>
                      <a:pt x="13" y="1199"/>
                      <a:pt x="1" y="1342"/>
                      <a:pt x="144" y="1426"/>
                    </a:cubicBezTo>
                    <a:lnTo>
                      <a:pt x="2406" y="2735"/>
                    </a:lnTo>
                    <a:cubicBezTo>
                      <a:pt x="2491" y="2773"/>
                      <a:pt x="2582" y="2791"/>
                      <a:pt x="2672" y="2791"/>
                    </a:cubicBezTo>
                    <a:cubicBezTo>
                      <a:pt x="2782" y="2791"/>
                      <a:pt x="2891" y="2764"/>
                      <a:pt x="2989" y="2711"/>
                    </a:cubicBezTo>
                    <a:lnTo>
                      <a:pt x="4739" y="1688"/>
                    </a:lnTo>
                    <a:cubicBezTo>
                      <a:pt x="4918" y="1592"/>
                      <a:pt x="4930" y="1449"/>
                      <a:pt x="4787" y="1366"/>
                    </a:cubicBezTo>
                    <a:lnTo>
                      <a:pt x="2513" y="56"/>
                    </a:lnTo>
                    <a:cubicBezTo>
                      <a:pt x="2432" y="19"/>
                      <a:pt x="2345" y="1"/>
                      <a:pt x="225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Google Shape;101;p13"/>
              <p:cNvSpPr/>
              <p:nvPr/>
            </p:nvSpPr>
            <p:spPr>
              <a:xfrm>
                <a:off x="3080738" y="3241325"/>
                <a:ext cx="132775" cy="75600"/>
              </a:xfrm>
              <a:custGeom>
                <a:avLst/>
                <a:gdLst/>
                <a:ahLst/>
                <a:cxnLst/>
                <a:rect l="l" t="t" r="r" b="b"/>
                <a:pathLst>
                  <a:path w="5311" h="3024" extrusionOk="0">
                    <a:moveTo>
                      <a:pt x="2285" y="0"/>
                    </a:moveTo>
                    <a:cubicBezTo>
                      <a:pt x="2192" y="0"/>
                      <a:pt x="2099" y="25"/>
                      <a:pt x="2012" y="71"/>
                    </a:cubicBezTo>
                    <a:lnTo>
                      <a:pt x="155" y="1143"/>
                    </a:lnTo>
                    <a:cubicBezTo>
                      <a:pt x="12" y="1226"/>
                      <a:pt x="0" y="1345"/>
                      <a:pt x="119" y="1417"/>
                    </a:cubicBezTo>
                    <a:lnTo>
                      <a:pt x="2810" y="2976"/>
                    </a:lnTo>
                    <a:cubicBezTo>
                      <a:pt x="2879" y="3008"/>
                      <a:pt x="2952" y="3023"/>
                      <a:pt x="3025" y="3023"/>
                    </a:cubicBezTo>
                    <a:cubicBezTo>
                      <a:pt x="3118" y="3023"/>
                      <a:pt x="3212" y="2999"/>
                      <a:pt x="3298" y="2952"/>
                    </a:cubicBezTo>
                    <a:lnTo>
                      <a:pt x="5156" y="1881"/>
                    </a:lnTo>
                    <a:cubicBezTo>
                      <a:pt x="5299" y="1798"/>
                      <a:pt x="5310" y="1678"/>
                      <a:pt x="5191" y="1607"/>
                    </a:cubicBezTo>
                    <a:lnTo>
                      <a:pt x="2501" y="47"/>
                    </a:lnTo>
                    <a:cubicBezTo>
                      <a:pt x="2432" y="16"/>
                      <a:pt x="2359" y="0"/>
                      <a:pt x="22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102;p13"/>
              <p:cNvSpPr/>
              <p:nvPr/>
            </p:nvSpPr>
            <p:spPr>
              <a:xfrm>
                <a:off x="3178963" y="3298175"/>
                <a:ext cx="133075" cy="75600"/>
              </a:xfrm>
              <a:custGeom>
                <a:avLst/>
                <a:gdLst/>
                <a:ahLst/>
                <a:cxnLst/>
                <a:rect l="l" t="t" r="r" b="b"/>
                <a:pathLst>
                  <a:path w="5323" h="3024" extrusionOk="0">
                    <a:moveTo>
                      <a:pt x="2286" y="1"/>
                    </a:moveTo>
                    <a:cubicBezTo>
                      <a:pt x="2195" y="1"/>
                      <a:pt x="2104" y="25"/>
                      <a:pt x="2024" y="71"/>
                    </a:cubicBezTo>
                    <a:lnTo>
                      <a:pt x="155" y="1143"/>
                    </a:lnTo>
                    <a:cubicBezTo>
                      <a:pt x="12" y="1226"/>
                      <a:pt x="0" y="1345"/>
                      <a:pt x="131" y="1417"/>
                    </a:cubicBezTo>
                    <a:lnTo>
                      <a:pt x="2822" y="2976"/>
                    </a:lnTo>
                    <a:cubicBezTo>
                      <a:pt x="2891" y="3008"/>
                      <a:pt x="2964" y="3023"/>
                      <a:pt x="3036" y="3023"/>
                    </a:cubicBezTo>
                    <a:cubicBezTo>
                      <a:pt x="3128" y="3023"/>
                      <a:pt x="3219" y="2999"/>
                      <a:pt x="3298" y="2953"/>
                    </a:cubicBezTo>
                    <a:lnTo>
                      <a:pt x="5156" y="1881"/>
                    </a:lnTo>
                    <a:cubicBezTo>
                      <a:pt x="5299" y="1798"/>
                      <a:pt x="5322" y="1679"/>
                      <a:pt x="5191" y="1607"/>
                    </a:cubicBezTo>
                    <a:lnTo>
                      <a:pt x="2501" y="47"/>
                    </a:lnTo>
                    <a:cubicBezTo>
                      <a:pt x="2432" y="16"/>
                      <a:pt x="2359" y="1"/>
                      <a:pt x="228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Google Shape;103;p13"/>
              <p:cNvSpPr/>
              <p:nvPr/>
            </p:nvSpPr>
            <p:spPr>
              <a:xfrm>
                <a:off x="3277488" y="3354900"/>
                <a:ext cx="132775" cy="75600"/>
              </a:xfrm>
              <a:custGeom>
                <a:avLst/>
                <a:gdLst/>
                <a:ahLst/>
                <a:cxnLst/>
                <a:rect l="l" t="t" r="r" b="b"/>
                <a:pathLst>
                  <a:path w="5311" h="3024" extrusionOk="0">
                    <a:moveTo>
                      <a:pt x="2256" y="0"/>
                    </a:moveTo>
                    <a:cubicBezTo>
                      <a:pt x="2170" y="0"/>
                      <a:pt x="2087" y="21"/>
                      <a:pt x="2012" y="64"/>
                    </a:cubicBezTo>
                    <a:lnTo>
                      <a:pt x="155" y="1148"/>
                    </a:lnTo>
                    <a:cubicBezTo>
                      <a:pt x="12" y="1231"/>
                      <a:pt x="0" y="1350"/>
                      <a:pt x="119" y="1422"/>
                    </a:cubicBezTo>
                    <a:lnTo>
                      <a:pt x="2810" y="2981"/>
                    </a:lnTo>
                    <a:cubicBezTo>
                      <a:pt x="2881" y="3009"/>
                      <a:pt x="2957" y="3023"/>
                      <a:pt x="3032" y="3023"/>
                    </a:cubicBezTo>
                    <a:cubicBezTo>
                      <a:pt x="3121" y="3023"/>
                      <a:pt x="3209" y="3003"/>
                      <a:pt x="3286" y="2958"/>
                    </a:cubicBezTo>
                    <a:lnTo>
                      <a:pt x="5156" y="1886"/>
                    </a:lnTo>
                    <a:cubicBezTo>
                      <a:pt x="5299" y="1803"/>
                      <a:pt x="5310" y="1672"/>
                      <a:pt x="5191" y="1600"/>
                    </a:cubicBezTo>
                    <a:lnTo>
                      <a:pt x="2489" y="53"/>
                    </a:lnTo>
                    <a:cubicBezTo>
                      <a:pt x="2414" y="18"/>
                      <a:pt x="2334" y="0"/>
                      <a:pt x="225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Google Shape;104;p13"/>
              <p:cNvSpPr/>
              <p:nvPr/>
            </p:nvSpPr>
            <p:spPr>
              <a:xfrm>
                <a:off x="3375713" y="3411575"/>
                <a:ext cx="133075" cy="75600"/>
              </a:xfrm>
              <a:custGeom>
                <a:avLst/>
                <a:gdLst/>
                <a:ahLst/>
                <a:cxnLst/>
                <a:rect l="l" t="t" r="r" b="b"/>
                <a:pathLst>
                  <a:path w="5323" h="3024" extrusionOk="0">
                    <a:moveTo>
                      <a:pt x="2286" y="1"/>
                    </a:moveTo>
                    <a:cubicBezTo>
                      <a:pt x="2195" y="1"/>
                      <a:pt x="2104" y="25"/>
                      <a:pt x="2024" y="71"/>
                    </a:cubicBezTo>
                    <a:lnTo>
                      <a:pt x="167" y="1143"/>
                    </a:lnTo>
                    <a:cubicBezTo>
                      <a:pt x="24" y="1226"/>
                      <a:pt x="0" y="1345"/>
                      <a:pt x="131" y="1417"/>
                    </a:cubicBezTo>
                    <a:lnTo>
                      <a:pt x="2822" y="2977"/>
                    </a:lnTo>
                    <a:cubicBezTo>
                      <a:pt x="2891" y="3008"/>
                      <a:pt x="2964" y="3024"/>
                      <a:pt x="3036" y="3024"/>
                    </a:cubicBezTo>
                    <a:cubicBezTo>
                      <a:pt x="3128" y="3024"/>
                      <a:pt x="3219" y="2999"/>
                      <a:pt x="3298" y="2953"/>
                    </a:cubicBezTo>
                    <a:lnTo>
                      <a:pt x="5168" y="1881"/>
                    </a:lnTo>
                    <a:cubicBezTo>
                      <a:pt x="5311" y="1798"/>
                      <a:pt x="5322" y="1679"/>
                      <a:pt x="5203" y="1607"/>
                    </a:cubicBezTo>
                    <a:lnTo>
                      <a:pt x="2501" y="48"/>
                    </a:lnTo>
                    <a:cubicBezTo>
                      <a:pt x="2432" y="16"/>
                      <a:pt x="2359" y="1"/>
                      <a:pt x="228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Google Shape;105;p13"/>
              <p:cNvSpPr/>
              <p:nvPr/>
            </p:nvSpPr>
            <p:spPr>
              <a:xfrm>
                <a:off x="3473938" y="3468425"/>
                <a:ext cx="133075" cy="75600"/>
              </a:xfrm>
              <a:custGeom>
                <a:avLst/>
                <a:gdLst/>
                <a:ahLst/>
                <a:cxnLst/>
                <a:rect l="l" t="t" r="r" b="b"/>
                <a:pathLst>
                  <a:path w="5323" h="3024" extrusionOk="0">
                    <a:moveTo>
                      <a:pt x="2286" y="1"/>
                    </a:moveTo>
                    <a:cubicBezTo>
                      <a:pt x="2195" y="1"/>
                      <a:pt x="2104" y="25"/>
                      <a:pt x="2024" y="72"/>
                    </a:cubicBezTo>
                    <a:lnTo>
                      <a:pt x="167" y="1143"/>
                    </a:lnTo>
                    <a:cubicBezTo>
                      <a:pt x="24" y="1226"/>
                      <a:pt x="0" y="1346"/>
                      <a:pt x="131" y="1417"/>
                    </a:cubicBezTo>
                    <a:lnTo>
                      <a:pt x="2822" y="2977"/>
                    </a:lnTo>
                    <a:cubicBezTo>
                      <a:pt x="2891" y="3008"/>
                      <a:pt x="2964" y="3024"/>
                      <a:pt x="3036" y="3024"/>
                    </a:cubicBezTo>
                    <a:cubicBezTo>
                      <a:pt x="3128" y="3024"/>
                      <a:pt x="3219" y="2999"/>
                      <a:pt x="3298" y="2953"/>
                    </a:cubicBezTo>
                    <a:lnTo>
                      <a:pt x="5168" y="1881"/>
                    </a:lnTo>
                    <a:cubicBezTo>
                      <a:pt x="5311" y="1798"/>
                      <a:pt x="5322" y="1679"/>
                      <a:pt x="5203" y="1607"/>
                    </a:cubicBezTo>
                    <a:lnTo>
                      <a:pt x="2501" y="48"/>
                    </a:lnTo>
                    <a:cubicBezTo>
                      <a:pt x="2432" y="16"/>
                      <a:pt x="2359" y="1"/>
                      <a:pt x="228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Google Shape;106;p13"/>
              <p:cNvSpPr/>
              <p:nvPr/>
            </p:nvSpPr>
            <p:spPr>
              <a:xfrm>
                <a:off x="3572463" y="3525275"/>
                <a:ext cx="132775" cy="75600"/>
              </a:xfrm>
              <a:custGeom>
                <a:avLst/>
                <a:gdLst/>
                <a:ahLst/>
                <a:cxnLst/>
                <a:rect l="l" t="t" r="r" b="b"/>
                <a:pathLst>
                  <a:path w="5311" h="3024" extrusionOk="0">
                    <a:moveTo>
                      <a:pt x="2285" y="1"/>
                    </a:moveTo>
                    <a:cubicBezTo>
                      <a:pt x="2192" y="1"/>
                      <a:pt x="2099" y="25"/>
                      <a:pt x="2013" y="72"/>
                    </a:cubicBezTo>
                    <a:lnTo>
                      <a:pt x="155" y="1143"/>
                    </a:lnTo>
                    <a:cubicBezTo>
                      <a:pt x="12" y="1227"/>
                      <a:pt x="0" y="1346"/>
                      <a:pt x="119" y="1417"/>
                    </a:cubicBezTo>
                    <a:lnTo>
                      <a:pt x="2810" y="2977"/>
                    </a:lnTo>
                    <a:cubicBezTo>
                      <a:pt x="2879" y="3008"/>
                      <a:pt x="2952" y="3024"/>
                      <a:pt x="3026" y="3024"/>
                    </a:cubicBezTo>
                    <a:cubicBezTo>
                      <a:pt x="3118" y="3024"/>
                      <a:pt x="3212" y="2999"/>
                      <a:pt x="3298" y="2953"/>
                    </a:cubicBezTo>
                    <a:lnTo>
                      <a:pt x="5156" y="1881"/>
                    </a:lnTo>
                    <a:cubicBezTo>
                      <a:pt x="5299" y="1798"/>
                      <a:pt x="5311" y="1679"/>
                      <a:pt x="5191" y="1608"/>
                    </a:cubicBezTo>
                    <a:lnTo>
                      <a:pt x="2501" y="48"/>
                    </a:lnTo>
                    <a:cubicBezTo>
                      <a:pt x="2432" y="16"/>
                      <a:pt x="2359" y="1"/>
                      <a:pt x="228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Google Shape;107;p13"/>
              <p:cNvSpPr/>
              <p:nvPr/>
            </p:nvSpPr>
            <p:spPr>
              <a:xfrm>
                <a:off x="3670688" y="3582000"/>
                <a:ext cx="133075" cy="75600"/>
              </a:xfrm>
              <a:custGeom>
                <a:avLst/>
                <a:gdLst/>
                <a:ahLst/>
                <a:cxnLst/>
                <a:rect l="l" t="t" r="r" b="b"/>
                <a:pathLst>
                  <a:path w="5323" h="3024" extrusionOk="0">
                    <a:moveTo>
                      <a:pt x="2268" y="1"/>
                    </a:moveTo>
                    <a:cubicBezTo>
                      <a:pt x="2182" y="1"/>
                      <a:pt x="2099" y="22"/>
                      <a:pt x="2024" y="65"/>
                    </a:cubicBezTo>
                    <a:lnTo>
                      <a:pt x="167" y="1148"/>
                    </a:lnTo>
                    <a:cubicBezTo>
                      <a:pt x="12" y="1232"/>
                      <a:pt x="0" y="1351"/>
                      <a:pt x="131" y="1422"/>
                    </a:cubicBezTo>
                    <a:lnTo>
                      <a:pt x="2822" y="2982"/>
                    </a:lnTo>
                    <a:cubicBezTo>
                      <a:pt x="2893" y="3009"/>
                      <a:pt x="2969" y="3024"/>
                      <a:pt x="3044" y="3024"/>
                    </a:cubicBezTo>
                    <a:cubicBezTo>
                      <a:pt x="3133" y="3024"/>
                      <a:pt x="3221" y="3003"/>
                      <a:pt x="3298" y="2958"/>
                    </a:cubicBezTo>
                    <a:lnTo>
                      <a:pt x="5156" y="1887"/>
                    </a:lnTo>
                    <a:cubicBezTo>
                      <a:pt x="5299" y="1803"/>
                      <a:pt x="5323" y="1672"/>
                      <a:pt x="5192" y="1601"/>
                    </a:cubicBezTo>
                    <a:lnTo>
                      <a:pt x="2501" y="53"/>
                    </a:lnTo>
                    <a:cubicBezTo>
                      <a:pt x="2426" y="19"/>
                      <a:pt x="2346" y="1"/>
                      <a:pt x="226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Google Shape;108;p13"/>
              <p:cNvSpPr/>
              <p:nvPr/>
            </p:nvSpPr>
            <p:spPr>
              <a:xfrm>
                <a:off x="3769213" y="3638850"/>
                <a:ext cx="132775" cy="75575"/>
              </a:xfrm>
              <a:custGeom>
                <a:avLst/>
                <a:gdLst/>
                <a:ahLst/>
                <a:cxnLst/>
                <a:rect l="l" t="t" r="r" b="b"/>
                <a:pathLst>
                  <a:path w="5311" h="3023" extrusionOk="0">
                    <a:moveTo>
                      <a:pt x="2266" y="1"/>
                    </a:moveTo>
                    <a:cubicBezTo>
                      <a:pt x="2180" y="1"/>
                      <a:pt x="2093" y="22"/>
                      <a:pt x="2013" y="65"/>
                    </a:cubicBezTo>
                    <a:lnTo>
                      <a:pt x="155" y="1137"/>
                    </a:lnTo>
                    <a:cubicBezTo>
                      <a:pt x="12" y="1220"/>
                      <a:pt x="0" y="1351"/>
                      <a:pt x="119" y="1422"/>
                    </a:cubicBezTo>
                    <a:lnTo>
                      <a:pt x="2810" y="2970"/>
                    </a:lnTo>
                    <a:cubicBezTo>
                      <a:pt x="2885" y="3004"/>
                      <a:pt x="2965" y="3022"/>
                      <a:pt x="3045" y="3022"/>
                    </a:cubicBezTo>
                    <a:cubicBezTo>
                      <a:pt x="3131" y="3022"/>
                      <a:pt x="3218" y="3001"/>
                      <a:pt x="3298" y="2958"/>
                    </a:cubicBezTo>
                    <a:lnTo>
                      <a:pt x="5156" y="1875"/>
                    </a:lnTo>
                    <a:cubicBezTo>
                      <a:pt x="5299" y="1803"/>
                      <a:pt x="5311" y="1672"/>
                      <a:pt x="5192" y="1601"/>
                    </a:cubicBezTo>
                    <a:lnTo>
                      <a:pt x="2501" y="53"/>
                    </a:lnTo>
                    <a:cubicBezTo>
                      <a:pt x="2426" y="19"/>
                      <a:pt x="2346" y="1"/>
                      <a:pt x="22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Google Shape;109;p13"/>
              <p:cNvSpPr/>
              <p:nvPr/>
            </p:nvSpPr>
            <p:spPr>
              <a:xfrm>
                <a:off x="3867438" y="3695550"/>
                <a:ext cx="132775" cy="75600"/>
              </a:xfrm>
              <a:custGeom>
                <a:avLst/>
                <a:gdLst/>
                <a:ahLst/>
                <a:cxnLst/>
                <a:rect l="l" t="t" r="r" b="b"/>
                <a:pathLst>
                  <a:path w="5311" h="3024" extrusionOk="0">
                    <a:moveTo>
                      <a:pt x="2285" y="0"/>
                    </a:moveTo>
                    <a:cubicBezTo>
                      <a:pt x="2193" y="0"/>
                      <a:pt x="2099" y="25"/>
                      <a:pt x="2013" y="71"/>
                    </a:cubicBezTo>
                    <a:lnTo>
                      <a:pt x="155" y="1143"/>
                    </a:lnTo>
                    <a:cubicBezTo>
                      <a:pt x="12" y="1226"/>
                      <a:pt x="0" y="1357"/>
                      <a:pt x="120" y="1428"/>
                    </a:cubicBezTo>
                    <a:lnTo>
                      <a:pt x="2822" y="2976"/>
                    </a:lnTo>
                    <a:cubicBezTo>
                      <a:pt x="2891" y="3008"/>
                      <a:pt x="2962" y="3023"/>
                      <a:pt x="3033" y="3023"/>
                    </a:cubicBezTo>
                    <a:cubicBezTo>
                      <a:pt x="3122" y="3023"/>
                      <a:pt x="3212" y="2999"/>
                      <a:pt x="3298" y="2952"/>
                    </a:cubicBezTo>
                    <a:lnTo>
                      <a:pt x="5156" y="1881"/>
                    </a:lnTo>
                    <a:cubicBezTo>
                      <a:pt x="5299" y="1797"/>
                      <a:pt x="5311" y="1678"/>
                      <a:pt x="5192" y="1607"/>
                    </a:cubicBezTo>
                    <a:lnTo>
                      <a:pt x="2501" y="47"/>
                    </a:lnTo>
                    <a:cubicBezTo>
                      <a:pt x="2432" y="16"/>
                      <a:pt x="2359" y="0"/>
                      <a:pt x="22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Google Shape;110;p13"/>
              <p:cNvSpPr/>
              <p:nvPr/>
            </p:nvSpPr>
            <p:spPr>
              <a:xfrm>
                <a:off x="3965963" y="3752400"/>
                <a:ext cx="132775" cy="75600"/>
              </a:xfrm>
              <a:custGeom>
                <a:avLst/>
                <a:gdLst/>
                <a:ahLst/>
                <a:cxnLst/>
                <a:rect l="l" t="t" r="r" b="b"/>
                <a:pathLst>
                  <a:path w="5311" h="3024" extrusionOk="0">
                    <a:moveTo>
                      <a:pt x="2274" y="0"/>
                    </a:moveTo>
                    <a:cubicBezTo>
                      <a:pt x="2183" y="0"/>
                      <a:pt x="2092" y="25"/>
                      <a:pt x="2013" y="71"/>
                    </a:cubicBezTo>
                    <a:lnTo>
                      <a:pt x="155" y="1143"/>
                    </a:lnTo>
                    <a:cubicBezTo>
                      <a:pt x="12" y="1226"/>
                      <a:pt x="0" y="1345"/>
                      <a:pt x="119" y="1417"/>
                    </a:cubicBezTo>
                    <a:lnTo>
                      <a:pt x="2810" y="2976"/>
                    </a:lnTo>
                    <a:cubicBezTo>
                      <a:pt x="2879" y="3008"/>
                      <a:pt x="2952" y="3023"/>
                      <a:pt x="3025" y="3023"/>
                    </a:cubicBezTo>
                    <a:cubicBezTo>
                      <a:pt x="3116" y="3023"/>
                      <a:pt x="3207" y="2999"/>
                      <a:pt x="3287" y="2952"/>
                    </a:cubicBezTo>
                    <a:lnTo>
                      <a:pt x="5156" y="1881"/>
                    </a:lnTo>
                    <a:cubicBezTo>
                      <a:pt x="5299" y="1798"/>
                      <a:pt x="5311" y="1678"/>
                      <a:pt x="5192" y="1607"/>
                    </a:cubicBezTo>
                    <a:lnTo>
                      <a:pt x="2489" y="47"/>
                    </a:lnTo>
                    <a:cubicBezTo>
                      <a:pt x="2420" y="16"/>
                      <a:pt x="2347" y="0"/>
                      <a:pt x="227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Google Shape;111;p13"/>
              <p:cNvSpPr/>
              <p:nvPr/>
            </p:nvSpPr>
            <p:spPr>
              <a:xfrm>
                <a:off x="4064188" y="3809250"/>
                <a:ext cx="133075" cy="75600"/>
              </a:xfrm>
              <a:custGeom>
                <a:avLst/>
                <a:gdLst/>
                <a:ahLst/>
                <a:cxnLst/>
                <a:rect l="l" t="t" r="r" b="b"/>
                <a:pathLst>
                  <a:path w="5323" h="3024" extrusionOk="0">
                    <a:moveTo>
                      <a:pt x="2286" y="0"/>
                    </a:moveTo>
                    <a:cubicBezTo>
                      <a:pt x="2195" y="0"/>
                      <a:pt x="2104" y="25"/>
                      <a:pt x="2025" y="71"/>
                    </a:cubicBezTo>
                    <a:lnTo>
                      <a:pt x="155" y="1143"/>
                    </a:lnTo>
                    <a:cubicBezTo>
                      <a:pt x="12" y="1226"/>
                      <a:pt x="0" y="1345"/>
                      <a:pt x="120" y="1417"/>
                    </a:cubicBezTo>
                    <a:lnTo>
                      <a:pt x="2822" y="2976"/>
                    </a:lnTo>
                    <a:cubicBezTo>
                      <a:pt x="2891" y="3008"/>
                      <a:pt x="2964" y="3023"/>
                      <a:pt x="3037" y="3023"/>
                    </a:cubicBezTo>
                    <a:cubicBezTo>
                      <a:pt x="3128" y="3023"/>
                      <a:pt x="3219" y="2999"/>
                      <a:pt x="3299" y="2953"/>
                    </a:cubicBezTo>
                    <a:lnTo>
                      <a:pt x="5168" y="1881"/>
                    </a:lnTo>
                    <a:cubicBezTo>
                      <a:pt x="5311" y="1798"/>
                      <a:pt x="5323" y="1667"/>
                      <a:pt x="5204" y="1607"/>
                    </a:cubicBezTo>
                    <a:lnTo>
                      <a:pt x="2501" y="47"/>
                    </a:lnTo>
                    <a:cubicBezTo>
                      <a:pt x="2432" y="16"/>
                      <a:pt x="2359" y="0"/>
                      <a:pt x="228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Google Shape;112;p13"/>
              <p:cNvSpPr/>
              <p:nvPr/>
            </p:nvSpPr>
            <p:spPr>
              <a:xfrm>
                <a:off x="3915663" y="4005975"/>
                <a:ext cx="145875" cy="83075"/>
              </a:xfrm>
              <a:custGeom>
                <a:avLst/>
                <a:gdLst/>
                <a:ahLst/>
                <a:cxnLst/>
                <a:rect l="l" t="t" r="r" b="b"/>
                <a:pathLst>
                  <a:path w="5835" h="3323" extrusionOk="0">
                    <a:moveTo>
                      <a:pt x="2283" y="0"/>
                    </a:moveTo>
                    <a:cubicBezTo>
                      <a:pt x="2200" y="0"/>
                      <a:pt x="2119" y="22"/>
                      <a:pt x="2048" y="60"/>
                    </a:cubicBezTo>
                    <a:lnTo>
                      <a:pt x="155" y="1156"/>
                    </a:lnTo>
                    <a:cubicBezTo>
                      <a:pt x="12" y="1227"/>
                      <a:pt x="0" y="1346"/>
                      <a:pt x="119" y="1418"/>
                    </a:cubicBezTo>
                    <a:lnTo>
                      <a:pt x="3346" y="3275"/>
                    </a:lnTo>
                    <a:cubicBezTo>
                      <a:pt x="3411" y="3308"/>
                      <a:pt x="3482" y="3323"/>
                      <a:pt x="3553" y="3323"/>
                    </a:cubicBezTo>
                    <a:cubicBezTo>
                      <a:pt x="3637" y="3323"/>
                      <a:pt x="3721" y="3302"/>
                      <a:pt x="3798" y="3263"/>
                    </a:cubicBezTo>
                    <a:lnTo>
                      <a:pt x="5680" y="2168"/>
                    </a:lnTo>
                    <a:cubicBezTo>
                      <a:pt x="5811" y="2096"/>
                      <a:pt x="5834" y="1977"/>
                      <a:pt x="5715" y="1906"/>
                    </a:cubicBezTo>
                    <a:lnTo>
                      <a:pt x="2489" y="48"/>
                    </a:lnTo>
                    <a:cubicBezTo>
                      <a:pt x="2423" y="16"/>
                      <a:pt x="2353" y="0"/>
                      <a:pt x="228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Google Shape;113;p13"/>
              <p:cNvSpPr/>
              <p:nvPr/>
            </p:nvSpPr>
            <p:spPr>
              <a:xfrm>
                <a:off x="3809388" y="3944650"/>
                <a:ext cx="145875" cy="83100"/>
              </a:xfrm>
              <a:custGeom>
                <a:avLst/>
                <a:gdLst/>
                <a:ahLst/>
                <a:cxnLst/>
                <a:rect l="l" t="t" r="r" b="b"/>
                <a:pathLst>
                  <a:path w="5835" h="3324" extrusionOk="0">
                    <a:moveTo>
                      <a:pt x="2282" y="1"/>
                    </a:moveTo>
                    <a:cubicBezTo>
                      <a:pt x="2198" y="1"/>
                      <a:pt x="2114" y="22"/>
                      <a:pt x="2037" y="61"/>
                    </a:cubicBezTo>
                    <a:lnTo>
                      <a:pt x="156" y="1156"/>
                    </a:lnTo>
                    <a:cubicBezTo>
                      <a:pt x="13" y="1227"/>
                      <a:pt x="1" y="1347"/>
                      <a:pt x="120" y="1418"/>
                    </a:cubicBezTo>
                    <a:lnTo>
                      <a:pt x="3346" y="3275"/>
                    </a:lnTo>
                    <a:cubicBezTo>
                      <a:pt x="3412" y="3308"/>
                      <a:pt x="3482" y="3323"/>
                      <a:pt x="3552" y="3323"/>
                    </a:cubicBezTo>
                    <a:cubicBezTo>
                      <a:pt x="3635" y="3323"/>
                      <a:pt x="3716" y="3302"/>
                      <a:pt x="3787" y="3263"/>
                    </a:cubicBezTo>
                    <a:lnTo>
                      <a:pt x="5680" y="2168"/>
                    </a:lnTo>
                    <a:cubicBezTo>
                      <a:pt x="5811" y="2097"/>
                      <a:pt x="5835" y="1978"/>
                      <a:pt x="5716" y="1906"/>
                    </a:cubicBezTo>
                    <a:lnTo>
                      <a:pt x="2489" y="49"/>
                    </a:lnTo>
                    <a:cubicBezTo>
                      <a:pt x="2424" y="16"/>
                      <a:pt x="2353" y="1"/>
                      <a:pt x="228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Google Shape;114;p13"/>
              <p:cNvSpPr/>
              <p:nvPr/>
            </p:nvSpPr>
            <p:spPr>
              <a:xfrm>
                <a:off x="3703138" y="3883350"/>
                <a:ext cx="145875" cy="82950"/>
              </a:xfrm>
              <a:custGeom>
                <a:avLst/>
                <a:gdLst/>
                <a:ahLst/>
                <a:cxnLst/>
                <a:rect l="l" t="t" r="r" b="b"/>
                <a:pathLst>
                  <a:path w="5835" h="3318" extrusionOk="0">
                    <a:moveTo>
                      <a:pt x="2282" y="0"/>
                    </a:moveTo>
                    <a:cubicBezTo>
                      <a:pt x="2198" y="0"/>
                      <a:pt x="2114" y="21"/>
                      <a:pt x="2036" y="60"/>
                    </a:cubicBezTo>
                    <a:lnTo>
                      <a:pt x="143" y="1155"/>
                    </a:lnTo>
                    <a:cubicBezTo>
                      <a:pt x="12" y="1227"/>
                      <a:pt x="0" y="1346"/>
                      <a:pt x="119" y="1417"/>
                    </a:cubicBezTo>
                    <a:lnTo>
                      <a:pt x="3346" y="3275"/>
                    </a:lnTo>
                    <a:cubicBezTo>
                      <a:pt x="3414" y="3303"/>
                      <a:pt x="3488" y="3318"/>
                      <a:pt x="3560" y="3318"/>
                    </a:cubicBezTo>
                    <a:cubicBezTo>
                      <a:pt x="3640" y="3318"/>
                      <a:pt x="3718" y="3300"/>
                      <a:pt x="3786" y="3263"/>
                    </a:cubicBezTo>
                    <a:lnTo>
                      <a:pt x="5679" y="2167"/>
                    </a:lnTo>
                    <a:cubicBezTo>
                      <a:pt x="5810" y="2084"/>
                      <a:pt x="5834" y="1977"/>
                      <a:pt x="5715" y="1905"/>
                    </a:cubicBezTo>
                    <a:lnTo>
                      <a:pt x="2489" y="48"/>
                    </a:lnTo>
                    <a:cubicBezTo>
                      <a:pt x="2423" y="15"/>
                      <a:pt x="2353" y="0"/>
                      <a:pt x="228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Google Shape;115;p13"/>
              <p:cNvSpPr/>
              <p:nvPr/>
            </p:nvSpPr>
            <p:spPr>
              <a:xfrm>
                <a:off x="3042338" y="3501700"/>
                <a:ext cx="700400" cy="403300"/>
              </a:xfrm>
              <a:custGeom>
                <a:avLst/>
                <a:gdLst/>
                <a:ahLst/>
                <a:cxnLst/>
                <a:rect l="l" t="t" r="r" b="b"/>
                <a:pathLst>
                  <a:path w="28016" h="16132" extrusionOk="0">
                    <a:moveTo>
                      <a:pt x="2294" y="0"/>
                    </a:moveTo>
                    <a:cubicBezTo>
                      <a:pt x="2206" y="0"/>
                      <a:pt x="2117" y="22"/>
                      <a:pt x="2036" y="62"/>
                    </a:cubicBezTo>
                    <a:lnTo>
                      <a:pt x="155" y="1158"/>
                    </a:lnTo>
                    <a:cubicBezTo>
                      <a:pt x="12" y="1229"/>
                      <a:pt x="0" y="1348"/>
                      <a:pt x="119" y="1419"/>
                    </a:cubicBezTo>
                    <a:lnTo>
                      <a:pt x="25539" y="16088"/>
                    </a:lnTo>
                    <a:cubicBezTo>
                      <a:pt x="25607" y="16116"/>
                      <a:pt x="25678" y="16131"/>
                      <a:pt x="25749" y="16131"/>
                    </a:cubicBezTo>
                    <a:cubicBezTo>
                      <a:pt x="25827" y="16131"/>
                      <a:pt x="25905" y="16113"/>
                      <a:pt x="25980" y="16076"/>
                    </a:cubicBezTo>
                    <a:lnTo>
                      <a:pt x="27873" y="14981"/>
                    </a:lnTo>
                    <a:cubicBezTo>
                      <a:pt x="28004" y="14897"/>
                      <a:pt x="28016" y="14790"/>
                      <a:pt x="27909" y="14719"/>
                    </a:cubicBezTo>
                    <a:lnTo>
                      <a:pt x="2489" y="38"/>
                    </a:lnTo>
                    <a:cubicBezTo>
                      <a:pt x="2427" y="13"/>
                      <a:pt x="2361" y="0"/>
                      <a:pt x="229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16" name="Google Shape;116;p13"/>
            <p:cNvSpPr/>
            <p:nvPr/>
          </p:nvSpPr>
          <p:spPr>
            <a:xfrm>
              <a:off x="3548638" y="2988300"/>
              <a:ext cx="838525" cy="489075"/>
            </a:xfrm>
            <a:custGeom>
              <a:avLst/>
              <a:gdLst/>
              <a:ahLst/>
              <a:cxnLst/>
              <a:rect l="l" t="t" r="r" b="b"/>
              <a:pathLst>
                <a:path w="33541" h="19563" extrusionOk="0">
                  <a:moveTo>
                    <a:pt x="32481" y="13526"/>
                  </a:moveTo>
                  <a:lnTo>
                    <a:pt x="9585" y="298"/>
                  </a:lnTo>
                  <a:cubicBezTo>
                    <a:pt x="9073" y="0"/>
                    <a:pt x="8180" y="48"/>
                    <a:pt x="7585" y="381"/>
                  </a:cubicBezTo>
                  <a:lnTo>
                    <a:pt x="680" y="4370"/>
                  </a:lnTo>
                  <a:lnTo>
                    <a:pt x="1" y="4215"/>
                  </a:lnTo>
                  <a:lnTo>
                    <a:pt x="1" y="5132"/>
                  </a:lnTo>
                  <a:cubicBezTo>
                    <a:pt x="25" y="5346"/>
                    <a:pt x="156" y="5537"/>
                    <a:pt x="346" y="5632"/>
                  </a:cubicBezTo>
                  <a:lnTo>
                    <a:pt x="23968" y="19265"/>
                  </a:lnTo>
                  <a:cubicBezTo>
                    <a:pt x="24480" y="19562"/>
                    <a:pt x="25373" y="19527"/>
                    <a:pt x="25968" y="19181"/>
                  </a:cubicBezTo>
                  <a:lnTo>
                    <a:pt x="33053" y="15098"/>
                  </a:lnTo>
                  <a:cubicBezTo>
                    <a:pt x="33374" y="14907"/>
                    <a:pt x="33541" y="14669"/>
                    <a:pt x="33541" y="14443"/>
                  </a:cubicBezTo>
                  <a:lnTo>
                    <a:pt x="33541" y="13526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3"/>
            <p:cNvSpPr/>
            <p:nvPr/>
          </p:nvSpPr>
          <p:spPr>
            <a:xfrm>
              <a:off x="3548638" y="2968000"/>
              <a:ext cx="838525" cy="484075"/>
            </a:xfrm>
            <a:custGeom>
              <a:avLst/>
              <a:gdLst/>
              <a:ahLst/>
              <a:cxnLst/>
              <a:rect l="l" t="t" r="r" b="b"/>
              <a:pathLst>
                <a:path w="33541" h="19363" extrusionOk="0">
                  <a:moveTo>
                    <a:pt x="8720" y="1"/>
                  </a:moveTo>
                  <a:cubicBezTo>
                    <a:pt x="8327" y="1"/>
                    <a:pt x="7911" y="94"/>
                    <a:pt x="7585" y="277"/>
                  </a:cubicBezTo>
                  <a:lnTo>
                    <a:pt x="489" y="4372"/>
                  </a:lnTo>
                  <a:cubicBezTo>
                    <a:pt x="168" y="4563"/>
                    <a:pt x="1" y="4801"/>
                    <a:pt x="1" y="5027"/>
                  </a:cubicBezTo>
                  <a:cubicBezTo>
                    <a:pt x="25" y="5242"/>
                    <a:pt x="156" y="5432"/>
                    <a:pt x="346" y="5527"/>
                  </a:cubicBezTo>
                  <a:lnTo>
                    <a:pt x="23968" y="19160"/>
                  </a:lnTo>
                  <a:cubicBezTo>
                    <a:pt x="24202" y="19296"/>
                    <a:pt x="24517" y="19363"/>
                    <a:pt x="24845" y="19363"/>
                  </a:cubicBezTo>
                  <a:cubicBezTo>
                    <a:pt x="25235" y="19363"/>
                    <a:pt x="25646" y="19269"/>
                    <a:pt x="25968" y="19088"/>
                  </a:cubicBezTo>
                  <a:lnTo>
                    <a:pt x="33053" y="14993"/>
                  </a:lnTo>
                  <a:cubicBezTo>
                    <a:pt x="33374" y="14802"/>
                    <a:pt x="33541" y="14564"/>
                    <a:pt x="33541" y="14338"/>
                  </a:cubicBezTo>
                  <a:cubicBezTo>
                    <a:pt x="33529" y="14112"/>
                    <a:pt x="33398" y="13921"/>
                    <a:pt x="33195" y="13838"/>
                  </a:cubicBezTo>
                  <a:lnTo>
                    <a:pt x="9585" y="193"/>
                  </a:lnTo>
                  <a:cubicBezTo>
                    <a:pt x="9354" y="64"/>
                    <a:pt x="9045" y="1"/>
                    <a:pt x="8720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3"/>
            <p:cNvSpPr/>
            <p:nvPr/>
          </p:nvSpPr>
          <p:spPr>
            <a:xfrm>
              <a:off x="3760888" y="2885900"/>
              <a:ext cx="414350" cy="444425"/>
            </a:xfrm>
            <a:custGeom>
              <a:avLst/>
              <a:gdLst/>
              <a:ahLst/>
              <a:cxnLst/>
              <a:rect l="l" t="t" r="r" b="b"/>
              <a:pathLst>
                <a:path w="16574" h="17777" extrusionOk="0">
                  <a:moveTo>
                    <a:pt x="14323" y="8073"/>
                  </a:moveTo>
                  <a:lnTo>
                    <a:pt x="0" y="1"/>
                  </a:lnTo>
                  <a:lnTo>
                    <a:pt x="0" y="8680"/>
                  </a:lnTo>
                  <a:cubicBezTo>
                    <a:pt x="0" y="8728"/>
                    <a:pt x="24" y="8764"/>
                    <a:pt x="71" y="8787"/>
                  </a:cubicBezTo>
                  <a:lnTo>
                    <a:pt x="15526" y="17705"/>
                  </a:lnTo>
                  <a:cubicBezTo>
                    <a:pt x="15669" y="17777"/>
                    <a:pt x="15835" y="17765"/>
                    <a:pt x="15966" y="17693"/>
                  </a:cubicBezTo>
                  <a:lnTo>
                    <a:pt x="16466" y="17408"/>
                  </a:lnTo>
                  <a:cubicBezTo>
                    <a:pt x="16526" y="17372"/>
                    <a:pt x="16574" y="17324"/>
                    <a:pt x="16574" y="17253"/>
                  </a:cubicBezTo>
                  <a:lnTo>
                    <a:pt x="16574" y="8573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3"/>
            <p:cNvSpPr/>
            <p:nvPr/>
          </p:nvSpPr>
          <p:spPr>
            <a:xfrm>
              <a:off x="3759688" y="2873400"/>
              <a:ext cx="415550" cy="239350"/>
            </a:xfrm>
            <a:custGeom>
              <a:avLst/>
              <a:gdLst/>
              <a:ahLst/>
              <a:cxnLst/>
              <a:rect l="l" t="t" r="r" b="b"/>
              <a:pathLst>
                <a:path w="16622" h="9574" extrusionOk="0">
                  <a:moveTo>
                    <a:pt x="878" y="0"/>
                  </a:moveTo>
                  <a:cubicBezTo>
                    <a:pt x="796" y="0"/>
                    <a:pt x="714" y="21"/>
                    <a:pt x="643" y="60"/>
                  </a:cubicBezTo>
                  <a:lnTo>
                    <a:pt x="143" y="346"/>
                  </a:lnTo>
                  <a:cubicBezTo>
                    <a:pt x="12" y="429"/>
                    <a:pt x="0" y="536"/>
                    <a:pt x="119" y="608"/>
                  </a:cubicBezTo>
                  <a:lnTo>
                    <a:pt x="15574" y="9526"/>
                  </a:lnTo>
                  <a:cubicBezTo>
                    <a:pt x="15639" y="9558"/>
                    <a:pt x="15707" y="9574"/>
                    <a:pt x="15776" y="9574"/>
                  </a:cubicBezTo>
                  <a:cubicBezTo>
                    <a:pt x="15856" y="9574"/>
                    <a:pt x="15937" y="9552"/>
                    <a:pt x="16014" y="9514"/>
                  </a:cubicBezTo>
                  <a:lnTo>
                    <a:pt x="16502" y="9228"/>
                  </a:lnTo>
                  <a:cubicBezTo>
                    <a:pt x="16562" y="9204"/>
                    <a:pt x="16610" y="9145"/>
                    <a:pt x="16622" y="9073"/>
                  </a:cubicBezTo>
                  <a:cubicBezTo>
                    <a:pt x="16610" y="9026"/>
                    <a:pt x="16586" y="8990"/>
                    <a:pt x="16538" y="8966"/>
                  </a:cubicBezTo>
                  <a:lnTo>
                    <a:pt x="1084" y="48"/>
                  </a:lnTo>
                  <a:cubicBezTo>
                    <a:pt x="1018" y="15"/>
                    <a:pt x="948" y="0"/>
                    <a:pt x="878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3"/>
            <p:cNvSpPr/>
            <p:nvPr/>
          </p:nvSpPr>
          <p:spPr>
            <a:xfrm>
              <a:off x="3248613" y="1504175"/>
              <a:ext cx="1450200" cy="1892225"/>
            </a:xfrm>
            <a:custGeom>
              <a:avLst/>
              <a:gdLst/>
              <a:ahLst/>
              <a:cxnLst/>
              <a:rect l="l" t="t" r="r" b="b"/>
              <a:pathLst>
                <a:path w="58008" h="75689" extrusionOk="0">
                  <a:moveTo>
                    <a:pt x="56710" y="31219"/>
                  </a:moveTo>
                  <a:lnTo>
                    <a:pt x="2977" y="203"/>
                  </a:lnTo>
                  <a:cubicBezTo>
                    <a:pt x="2655" y="13"/>
                    <a:pt x="2358" y="1"/>
                    <a:pt x="2132" y="132"/>
                  </a:cubicBezTo>
                  <a:lnTo>
                    <a:pt x="0" y="1358"/>
                  </a:lnTo>
                  <a:lnTo>
                    <a:pt x="1679" y="2549"/>
                  </a:lnTo>
                  <a:lnTo>
                    <a:pt x="1679" y="40875"/>
                  </a:lnTo>
                  <a:cubicBezTo>
                    <a:pt x="1679" y="41828"/>
                    <a:pt x="2263" y="42947"/>
                    <a:pt x="2977" y="43363"/>
                  </a:cubicBezTo>
                  <a:lnTo>
                    <a:pt x="55353" y="73605"/>
                  </a:lnTo>
                  <a:lnTo>
                    <a:pt x="55424" y="75689"/>
                  </a:lnTo>
                  <a:lnTo>
                    <a:pt x="57555" y="74451"/>
                  </a:lnTo>
                  <a:cubicBezTo>
                    <a:pt x="57829" y="74296"/>
                    <a:pt x="58008" y="73927"/>
                    <a:pt x="58008" y="73403"/>
                  </a:cubicBezTo>
                  <a:lnTo>
                    <a:pt x="58008" y="33707"/>
                  </a:lnTo>
                  <a:cubicBezTo>
                    <a:pt x="58008" y="32743"/>
                    <a:pt x="57424" y="31636"/>
                    <a:pt x="56710" y="31219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3"/>
            <p:cNvSpPr/>
            <p:nvPr/>
          </p:nvSpPr>
          <p:spPr>
            <a:xfrm>
              <a:off x="3237288" y="1535150"/>
              <a:ext cx="1408250" cy="1864225"/>
            </a:xfrm>
            <a:custGeom>
              <a:avLst/>
              <a:gdLst/>
              <a:ahLst/>
              <a:cxnLst/>
              <a:rect l="l" t="t" r="r" b="b"/>
              <a:pathLst>
                <a:path w="56330" h="74569" extrusionOk="0">
                  <a:moveTo>
                    <a:pt x="55032" y="31206"/>
                  </a:moveTo>
                  <a:lnTo>
                    <a:pt x="1299" y="203"/>
                  </a:lnTo>
                  <a:cubicBezTo>
                    <a:pt x="977" y="12"/>
                    <a:pt x="680" y="0"/>
                    <a:pt x="453" y="131"/>
                  </a:cubicBezTo>
                  <a:cubicBezTo>
                    <a:pt x="180" y="286"/>
                    <a:pt x="1" y="655"/>
                    <a:pt x="1" y="1179"/>
                  </a:cubicBezTo>
                  <a:lnTo>
                    <a:pt x="1" y="40862"/>
                  </a:lnTo>
                  <a:cubicBezTo>
                    <a:pt x="1" y="41827"/>
                    <a:pt x="584" y="42934"/>
                    <a:pt x="1299" y="43351"/>
                  </a:cubicBezTo>
                  <a:lnTo>
                    <a:pt x="55032" y="74367"/>
                  </a:lnTo>
                  <a:cubicBezTo>
                    <a:pt x="55353" y="74557"/>
                    <a:pt x="55651" y="74569"/>
                    <a:pt x="55877" y="74438"/>
                  </a:cubicBezTo>
                  <a:cubicBezTo>
                    <a:pt x="56151" y="74283"/>
                    <a:pt x="56329" y="73914"/>
                    <a:pt x="56329" y="73390"/>
                  </a:cubicBezTo>
                  <a:lnTo>
                    <a:pt x="56329" y="33695"/>
                  </a:lnTo>
                  <a:cubicBezTo>
                    <a:pt x="56329" y="32742"/>
                    <a:pt x="55746" y="31623"/>
                    <a:pt x="55032" y="31206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3"/>
            <p:cNvSpPr/>
            <p:nvPr/>
          </p:nvSpPr>
          <p:spPr>
            <a:xfrm>
              <a:off x="3266763" y="1573550"/>
              <a:ext cx="1349000" cy="1787150"/>
            </a:xfrm>
            <a:custGeom>
              <a:avLst/>
              <a:gdLst/>
              <a:ahLst/>
              <a:cxnLst/>
              <a:rect l="l" t="t" r="r" b="b"/>
              <a:pathLst>
                <a:path w="53960" h="71486" extrusionOk="0">
                  <a:moveTo>
                    <a:pt x="53174" y="30492"/>
                  </a:moveTo>
                  <a:lnTo>
                    <a:pt x="798" y="250"/>
                  </a:lnTo>
                  <a:cubicBezTo>
                    <a:pt x="358" y="0"/>
                    <a:pt x="1" y="274"/>
                    <a:pt x="1" y="845"/>
                  </a:cubicBezTo>
                  <a:lnTo>
                    <a:pt x="1" y="39481"/>
                  </a:lnTo>
                  <a:cubicBezTo>
                    <a:pt x="1" y="40065"/>
                    <a:pt x="358" y="40743"/>
                    <a:pt x="798" y="40993"/>
                  </a:cubicBezTo>
                  <a:lnTo>
                    <a:pt x="53174" y="71235"/>
                  </a:lnTo>
                  <a:cubicBezTo>
                    <a:pt x="53603" y="71485"/>
                    <a:pt x="53960" y="71223"/>
                    <a:pt x="53960" y="70640"/>
                  </a:cubicBezTo>
                  <a:lnTo>
                    <a:pt x="53960" y="32004"/>
                  </a:lnTo>
                  <a:cubicBezTo>
                    <a:pt x="53960" y="31421"/>
                    <a:pt x="53614" y="30742"/>
                    <a:pt x="53174" y="30492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3" name="Google Shape;123;p13"/>
          <p:cNvSpPr/>
          <p:nvPr/>
        </p:nvSpPr>
        <p:spPr>
          <a:xfrm>
            <a:off x="5663900" y="1715825"/>
            <a:ext cx="216600" cy="2166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13"/>
          <p:cNvSpPr/>
          <p:nvPr/>
        </p:nvSpPr>
        <p:spPr>
          <a:xfrm>
            <a:off x="5801975" y="1438775"/>
            <a:ext cx="162600" cy="1626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13"/>
          <p:cNvSpPr/>
          <p:nvPr/>
        </p:nvSpPr>
        <p:spPr>
          <a:xfrm>
            <a:off x="6052475" y="1505825"/>
            <a:ext cx="183600" cy="1836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13"/>
          <p:cNvSpPr/>
          <p:nvPr/>
        </p:nvSpPr>
        <p:spPr>
          <a:xfrm>
            <a:off x="6097900" y="1230450"/>
            <a:ext cx="148500" cy="1485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13"/>
          <p:cNvSpPr/>
          <p:nvPr/>
        </p:nvSpPr>
        <p:spPr>
          <a:xfrm>
            <a:off x="6332400" y="1327775"/>
            <a:ext cx="125100" cy="1251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13"/>
          <p:cNvSpPr/>
          <p:nvPr/>
        </p:nvSpPr>
        <p:spPr>
          <a:xfrm>
            <a:off x="6590925" y="1488450"/>
            <a:ext cx="100800" cy="1008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13"/>
          <p:cNvSpPr/>
          <p:nvPr/>
        </p:nvSpPr>
        <p:spPr>
          <a:xfrm>
            <a:off x="6590925" y="1267775"/>
            <a:ext cx="100800" cy="1008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13"/>
          <p:cNvSpPr/>
          <p:nvPr/>
        </p:nvSpPr>
        <p:spPr>
          <a:xfrm>
            <a:off x="6825325" y="1438775"/>
            <a:ext cx="82200" cy="822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1" name="Google Shape;131;p13"/>
          <p:cNvGrpSpPr/>
          <p:nvPr/>
        </p:nvGrpSpPr>
        <p:grpSpPr>
          <a:xfrm>
            <a:off x="6691725" y="1230448"/>
            <a:ext cx="2057062" cy="1606330"/>
            <a:chOff x="3018283" y="1634595"/>
            <a:chExt cx="3050210" cy="2381866"/>
          </a:xfrm>
        </p:grpSpPr>
        <p:grpSp>
          <p:nvGrpSpPr>
            <p:cNvPr id="132" name="Google Shape;132;p13"/>
            <p:cNvGrpSpPr/>
            <p:nvPr/>
          </p:nvGrpSpPr>
          <p:grpSpPr>
            <a:xfrm rot="3697694">
              <a:off x="4488459" y="2222237"/>
              <a:ext cx="1157423" cy="699014"/>
              <a:chOff x="3441057" y="2206786"/>
              <a:chExt cx="1157400" cy="699000"/>
            </a:xfrm>
          </p:grpSpPr>
          <p:cxnSp>
            <p:nvCxnSpPr>
              <p:cNvPr id="133" name="Google Shape;133;p13"/>
              <p:cNvCxnSpPr/>
              <p:nvPr/>
            </p:nvCxnSpPr>
            <p:spPr>
              <a:xfrm rot="10800000" flipH="1">
                <a:off x="3441057" y="2206786"/>
                <a:ext cx="1157400" cy="699000"/>
              </a:xfrm>
              <a:prstGeom prst="straightConnector1">
                <a:avLst/>
              </a:prstGeom>
              <a:noFill/>
              <a:ln w="5140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4" name="Google Shape;134;p13"/>
              <p:cNvCxnSpPr/>
              <p:nvPr/>
            </p:nvCxnSpPr>
            <p:spPr>
              <a:xfrm rot="10800000" flipH="1">
                <a:off x="3441057" y="2206786"/>
                <a:ext cx="1157400" cy="699000"/>
              </a:xfrm>
              <a:prstGeom prst="straightConnector1">
                <a:avLst/>
              </a:prstGeom>
              <a:noFill/>
              <a:ln w="19275" cap="flat" cmpd="sng">
                <a:solidFill>
                  <a:schemeClr val="accent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35" name="Google Shape;135;p13"/>
            <p:cNvGrpSpPr/>
            <p:nvPr/>
          </p:nvGrpSpPr>
          <p:grpSpPr>
            <a:xfrm rot="3697694">
              <a:off x="3953917" y="2602087"/>
              <a:ext cx="1157423" cy="699014"/>
              <a:chOff x="3441057" y="2206786"/>
              <a:chExt cx="1157400" cy="699000"/>
            </a:xfrm>
          </p:grpSpPr>
          <p:cxnSp>
            <p:nvCxnSpPr>
              <p:cNvPr id="136" name="Google Shape;136;p13"/>
              <p:cNvCxnSpPr/>
              <p:nvPr/>
            </p:nvCxnSpPr>
            <p:spPr>
              <a:xfrm rot="10800000" flipH="1">
                <a:off x="3441057" y="2206786"/>
                <a:ext cx="1157400" cy="699000"/>
              </a:xfrm>
              <a:prstGeom prst="straightConnector1">
                <a:avLst/>
              </a:prstGeom>
              <a:noFill/>
              <a:ln w="5140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7" name="Google Shape;137;p13"/>
              <p:cNvCxnSpPr/>
              <p:nvPr/>
            </p:nvCxnSpPr>
            <p:spPr>
              <a:xfrm rot="10800000" flipH="1">
                <a:off x="3441057" y="2206786"/>
                <a:ext cx="1157400" cy="699000"/>
              </a:xfrm>
              <a:prstGeom prst="straightConnector1">
                <a:avLst/>
              </a:prstGeom>
              <a:noFill/>
              <a:ln w="19275" cap="flat" cmpd="sng">
                <a:solidFill>
                  <a:schemeClr val="accent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38" name="Google Shape;138;p13"/>
            <p:cNvGrpSpPr/>
            <p:nvPr/>
          </p:nvGrpSpPr>
          <p:grpSpPr>
            <a:xfrm rot="3697694">
              <a:off x="3337463" y="2991674"/>
              <a:ext cx="1157423" cy="699014"/>
              <a:chOff x="3441057" y="2206786"/>
              <a:chExt cx="1157400" cy="699000"/>
            </a:xfrm>
          </p:grpSpPr>
          <p:cxnSp>
            <p:nvCxnSpPr>
              <p:cNvPr id="139" name="Google Shape;139;p13"/>
              <p:cNvCxnSpPr/>
              <p:nvPr/>
            </p:nvCxnSpPr>
            <p:spPr>
              <a:xfrm rot="10800000" flipH="1">
                <a:off x="3441057" y="2206786"/>
                <a:ext cx="1157400" cy="699000"/>
              </a:xfrm>
              <a:prstGeom prst="straightConnector1">
                <a:avLst/>
              </a:prstGeom>
              <a:noFill/>
              <a:ln w="5140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0" name="Google Shape;140;p13"/>
              <p:cNvCxnSpPr/>
              <p:nvPr/>
            </p:nvCxnSpPr>
            <p:spPr>
              <a:xfrm rot="10800000" flipH="1">
                <a:off x="3441057" y="2206786"/>
                <a:ext cx="1157400" cy="699000"/>
              </a:xfrm>
              <a:prstGeom prst="straightConnector1">
                <a:avLst/>
              </a:prstGeom>
              <a:noFill/>
              <a:ln w="19275" cap="flat" cmpd="sng">
                <a:solidFill>
                  <a:schemeClr val="accent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41" name="Google Shape;141;p13"/>
            <p:cNvGrpSpPr/>
            <p:nvPr/>
          </p:nvGrpSpPr>
          <p:grpSpPr>
            <a:xfrm>
              <a:off x="4028030" y="2544811"/>
              <a:ext cx="1157400" cy="699000"/>
              <a:chOff x="3441057" y="2206786"/>
              <a:chExt cx="1157400" cy="699000"/>
            </a:xfrm>
          </p:grpSpPr>
          <p:cxnSp>
            <p:nvCxnSpPr>
              <p:cNvPr id="142" name="Google Shape;142;p13"/>
              <p:cNvCxnSpPr/>
              <p:nvPr/>
            </p:nvCxnSpPr>
            <p:spPr>
              <a:xfrm rot="10800000" flipH="1">
                <a:off x="3441057" y="2206786"/>
                <a:ext cx="1157400" cy="699000"/>
              </a:xfrm>
              <a:prstGeom prst="straightConnector1">
                <a:avLst/>
              </a:prstGeom>
              <a:noFill/>
              <a:ln w="5140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3" name="Google Shape;143;p13"/>
              <p:cNvCxnSpPr/>
              <p:nvPr/>
            </p:nvCxnSpPr>
            <p:spPr>
              <a:xfrm rot="10800000" flipH="1">
                <a:off x="3441057" y="2206786"/>
                <a:ext cx="1157400" cy="699000"/>
              </a:xfrm>
              <a:prstGeom prst="straightConnector1">
                <a:avLst/>
              </a:prstGeom>
              <a:noFill/>
              <a:ln w="19275" cap="flat" cmpd="sng">
                <a:solidFill>
                  <a:schemeClr val="accent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44" name="Google Shape;144;p13"/>
            <p:cNvGrpSpPr/>
            <p:nvPr/>
          </p:nvGrpSpPr>
          <p:grpSpPr>
            <a:xfrm>
              <a:off x="4615002" y="2980236"/>
              <a:ext cx="1157400" cy="699000"/>
              <a:chOff x="3441057" y="2206786"/>
              <a:chExt cx="1157400" cy="699000"/>
            </a:xfrm>
          </p:grpSpPr>
          <p:cxnSp>
            <p:nvCxnSpPr>
              <p:cNvPr id="145" name="Google Shape;145;p13"/>
              <p:cNvCxnSpPr/>
              <p:nvPr/>
            </p:nvCxnSpPr>
            <p:spPr>
              <a:xfrm rot="10800000" flipH="1">
                <a:off x="3441057" y="2206786"/>
                <a:ext cx="1157400" cy="699000"/>
              </a:xfrm>
              <a:prstGeom prst="straightConnector1">
                <a:avLst/>
              </a:prstGeom>
              <a:noFill/>
              <a:ln w="5140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6" name="Google Shape;146;p13"/>
              <p:cNvCxnSpPr/>
              <p:nvPr/>
            </p:nvCxnSpPr>
            <p:spPr>
              <a:xfrm rot="10800000" flipH="1">
                <a:off x="3441057" y="2206786"/>
                <a:ext cx="1157400" cy="699000"/>
              </a:xfrm>
              <a:prstGeom prst="straightConnector1">
                <a:avLst/>
              </a:prstGeom>
              <a:noFill/>
              <a:ln w="19275" cap="flat" cmpd="sng">
                <a:solidFill>
                  <a:schemeClr val="accent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47" name="Google Shape;147;p13"/>
            <p:cNvGrpSpPr/>
            <p:nvPr/>
          </p:nvGrpSpPr>
          <p:grpSpPr>
            <a:xfrm>
              <a:off x="3441057" y="2206786"/>
              <a:ext cx="1157400" cy="699000"/>
              <a:chOff x="3441057" y="2206786"/>
              <a:chExt cx="1157400" cy="699000"/>
            </a:xfrm>
          </p:grpSpPr>
          <p:cxnSp>
            <p:nvCxnSpPr>
              <p:cNvPr id="148" name="Google Shape;148;p13"/>
              <p:cNvCxnSpPr/>
              <p:nvPr/>
            </p:nvCxnSpPr>
            <p:spPr>
              <a:xfrm rot="10800000" flipH="1">
                <a:off x="3441057" y="2206786"/>
                <a:ext cx="1157400" cy="699000"/>
              </a:xfrm>
              <a:prstGeom prst="straightConnector1">
                <a:avLst/>
              </a:prstGeom>
              <a:noFill/>
              <a:ln w="5140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9" name="Google Shape;149;p13"/>
              <p:cNvCxnSpPr/>
              <p:nvPr/>
            </p:nvCxnSpPr>
            <p:spPr>
              <a:xfrm rot="10800000" flipH="1">
                <a:off x="3441057" y="2206786"/>
                <a:ext cx="1157400" cy="699000"/>
              </a:xfrm>
              <a:prstGeom prst="straightConnector1">
                <a:avLst/>
              </a:prstGeom>
              <a:noFill/>
              <a:ln w="19275" cap="flat" cmpd="sng">
                <a:solidFill>
                  <a:schemeClr val="accent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50" name="Google Shape;150;p13"/>
            <p:cNvGrpSpPr/>
            <p:nvPr/>
          </p:nvGrpSpPr>
          <p:grpSpPr>
            <a:xfrm>
              <a:off x="4226889" y="1634595"/>
              <a:ext cx="598632" cy="805372"/>
              <a:chOff x="3478424" y="1308364"/>
              <a:chExt cx="2187185" cy="2942536"/>
            </a:xfrm>
          </p:grpSpPr>
          <p:sp>
            <p:nvSpPr>
              <p:cNvPr id="151" name="Google Shape;151;p13"/>
              <p:cNvSpPr/>
              <p:nvPr/>
            </p:nvSpPr>
            <p:spPr>
              <a:xfrm>
                <a:off x="3485139" y="2969821"/>
                <a:ext cx="2180470" cy="1281079"/>
              </a:xfrm>
              <a:custGeom>
                <a:avLst/>
                <a:gdLst/>
                <a:ahLst/>
                <a:cxnLst/>
                <a:rect l="l" t="t" r="r" b="b"/>
                <a:pathLst>
                  <a:path w="79261" h="46572" extrusionOk="0">
                    <a:moveTo>
                      <a:pt x="39635" y="1"/>
                    </a:moveTo>
                    <a:cubicBezTo>
                      <a:pt x="38749" y="1"/>
                      <a:pt x="37862" y="230"/>
                      <a:pt x="37065" y="688"/>
                    </a:cubicBezTo>
                    <a:lnTo>
                      <a:pt x="1679" y="21119"/>
                    </a:lnTo>
                    <a:cubicBezTo>
                      <a:pt x="1" y="22084"/>
                      <a:pt x="1" y="24489"/>
                      <a:pt x="1679" y="25453"/>
                    </a:cubicBezTo>
                    <a:lnTo>
                      <a:pt x="37065" y="45884"/>
                    </a:lnTo>
                    <a:cubicBezTo>
                      <a:pt x="37862" y="46343"/>
                      <a:pt x="38749" y="46572"/>
                      <a:pt x="39635" y="46572"/>
                    </a:cubicBezTo>
                    <a:cubicBezTo>
                      <a:pt x="40520" y="46572"/>
                      <a:pt x="41405" y="46343"/>
                      <a:pt x="42196" y="45884"/>
                    </a:cubicBezTo>
                    <a:lnTo>
                      <a:pt x="77594" y="25453"/>
                    </a:lnTo>
                    <a:cubicBezTo>
                      <a:pt x="79260" y="24489"/>
                      <a:pt x="79260" y="22084"/>
                      <a:pt x="77594" y="21119"/>
                    </a:cubicBezTo>
                    <a:lnTo>
                      <a:pt x="42196" y="688"/>
                    </a:lnTo>
                    <a:cubicBezTo>
                      <a:pt x="41405" y="230"/>
                      <a:pt x="40520" y="1"/>
                      <a:pt x="3963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Google Shape;152;p13"/>
              <p:cNvSpPr/>
              <p:nvPr/>
            </p:nvSpPr>
            <p:spPr>
              <a:xfrm>
                <a:off x="3793045" y="1947520"/>
                <a:ext cx="1550129" cy="2096604"/>
              </a:xfrm>
              <a:custGeom>
                <a:avLst/>
                <a:gdLst/>
                <a:ahLst/>
                <a:cxnLst/>
                <a:rect l="l" t="t" r="r" b="b"/>
                <a:pathLst>
                  <a:path w="52721" h="71307" extrusionOk="0">
                    <a:moveTo>
                      <a:pt x="52709" y="0"/>
                    </a:moveTo>
                    <a:lnTo>
                      <a:pt x="0" y="0"/>
                    </a:lnTo>
                    <a:lnTo>
                      <a:pt x="0" y="55495"/>
                    </a:lnTo>
                    <a:cubicBezTo>
                      <a:pt x="0" y="56090"/>
                      <a:pt x="321" y="56650"/>
                      <a:pt x="845" y="56948"/>
                    </a:cubicBezTo>
                    <a:lnTo>
                      <a:pt x="24646" y="70699"/>
                    </a:lnTo>
                    <a:cubicBezTo>
                      <a:pt x="25706" y="71306"/>
                      <a:pt x="27027" y="71306"/>
                      <a:pt x="28087" y="70699"/>
                    </a:cubicBezTo>
                    <a:lnTo>
                      <a:pt x="51876" y="56948"/>
                    </a:lnTo>
                    <a:cubicBezTo>
                      <a:pt x="52399" y="56650"/>
                      <a:pt x="52721" y="56090"/>
                      <a:pt x="52721" y="55495"/>
                    </a:cubicBezTo>
                    <a:lnTo>
                      <a:pt x="52721" y="5549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Google Shape;153;p13"/>
              <p:cNvSpPr/>
              <p:nvPr/>
            </p:nvSpPr>
            <p:spPr>
              <a:xfrm>
                <a:off x="3784988" y="1482593"/>
                <a:ext cx="1566242" cy="929825"/>
              </a:xfrm>
              <a:custGeom>
                <a:avLst/>
                <a:gdLst/>
                <a:ahLst/>
                <a:cxnLst/>
                <a:rect l="l" t="t" r="r" b="b"/>
                <a:pathLst>
                  <a:path w="53269" h="31624" extrusionOk="0">
                    <a:moveTo>
                      <a:pt x="24920" y="31004"/>
                    </a:moveTo>
                    <a:lnTo>
                      <a:pt x="1119" y="17265"/>
                    </a:lnTo>
                    <a:cubicBezTo>
                      <a:pt x="0" y="16622"/>
                      <a:pt x="0" y="15002"/>
                      <a:pt x="1119" y="14359"/>
                    </a:cubicBezTo>
                    <a:lnTo>
                      <a:pt x="24920" y="620"/>
                    </a:lnTo>
                    <a:cubicBezTo>
                      <a:pt x="25980" y="1"/>
                      <a:pt x="27301" y="1"/>
                      <a:pt x="28361" y="620"/>
                    </a:cubicBezTo>
                    <a:lnTo>
                      <a:pt x="52150" y="14359"/>
                    </a:lnTo>
                    <a:cubicBezTo>
                      <a:pt x="53269" y="15002"/>
                      <a:pt x="53269" y="16622"/>
                      <a:pt x="52150" y="17265"/>
                    </a:cubicBezTo>
                    <a:lnTo>
                      <a:pt x="28361" y="31004"/>
                    </a:lnTo>
                    <a:cubicBezTo>
                      <a:pt x="27289" y="31624"/>
                      <a:pt x="25980" y="31624"/>
                      <a:pt x="24920" y="3100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Google Shape;154;p13"/>
              <p:cNvSpPr/>
              <p:nvPr/>
            </p:nvSpPr>
            <p:spPr>
              <a:xfrm>
                <a:off x="3818244" y="2089627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7"/>
                    </a:moveTo>
                    <a:lnTo>
                      <a:pt x="0" y="1561"/>
                    </a:lnTo>
                    <a:lnTo>
                      <a:pt x="0" y="1"/>
                    </a:lnTo>
                    <a:lnTo>
                      <a:pt x="24194" y="1395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Google Shape;155;p13"/>
              <p:cNvSpPr/>
              <p:nvPr/>
            </p:nvSpPr>
            <p:spPr>
              <a:xfrm>
                <a:off x="3818244" y="2153697"/>
                <a:ext cx="711364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9" extrusionOk="0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Google Shape;156;p13"/>
              <p:cNvSpPr/>
              <p:nvPr/>
            </p:nvSpPr>
            <p:spPr>
              <a:xfrm>
                <a:off x="3818244" y="2218120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Google Shape;157;p13"/>
              <p:cNvSpPr/>
              <p:nvPr/>
            </p:nvSpPr>
            <p:spPr>
              <a:xfrm>
                <a:off x="3818244" y="2282543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Google Shape;158;p13"/>
              <p:cNvSpPr/>
              <p:nvPr/>
            </p:nvSpPr>
            <p:spPr>
              <a:xfrm>
                <a:off x="3818244" y="2346966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Google Shape;159;p13"/>
              <p:cNvSpPr/>
              <p:nvPr/>
            </p:nvSpPr>
            <p:spPr>
              <a:xfrm>
                <a:off x="3818244" y="246178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Google Shape;160;p13"/>
              <p:cNvSpPr/>
              <p:nvPr/>
            </p:nvSpPr>
            <p:spPr>
              <a:xfrm>
                <a:off x="3818244" y="2526209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Google Shape;161;p13"/>
              <p:cNvSpPr/>
              <p:nvPr/>
            </p:nvSpPr>
            <p:spPr>
              <a:xfrm>
                <a:off x="3818244" y="2590250"/>
                <a:ext cx="711364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9" extrusionOk="0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Google Shape;162;p13"/>
              <p:cNvSpPr/>
              <p:nvPr/>
            </p:nvSpPr>
            <p:spPr>
              <a:xfrm>
                <a:off x="3818244" y="2654673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Google Shape;163;p13"/>
              <p:cNvSpPr/>
              <p:nvPr/>
            </p:nvSpPr>
            <p:spPr>
              <a:xfrm>
                <a:off x="3818244" y="271909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Google Shape;164;p13"/>
              <p:cNvSpPr/>
              <p:nvPr/>
            </p:nvSpPr>
            <p:spPr>
              <a:xfrm>
                <a:off x="3818244" y="283391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Google Shape;165;p13"/>
              <p:cNvSpPr/>
              <p:nvPr/>
            </p:nvSpPr>
            <p:spPr>
              <a:xfrm>
                <a:off x="3818244" y="2898339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Google Shape;166;p13"/>
              <p:cNvSpPr/>
              <p:nvPr/>
            </p:nvSpPr>
            <p:spPr>
              <a:xfrm>
                <a:off x="3818244" y="2962762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167;p13"/>
              <p:cNvSpPr/>
              <p:nvPr/>
            </p:nvSpPr>
            <p:spPr>
              <a:xfrm>
                <a:off x="3818244" y="3026803"/>
                <a:ext cx="711364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9" extrusionOk="0">
                    <a:moveTo>
                      <a:pt x="24194" y="15539"/>
                    </a:moveTo>
                    <a:lnTo>
                      <a:pt x="0" y="1573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Google Shape;168;p13"/>
              <p:cNvSpPr/>
              <p:nvPr/>
            </p:nvSpPr>
            <p:spPr>
              <a:xfrm>
                <a:off x="3818244" y="309122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" name="Google Shape;169;p13"/>
              <p:cNvSpPr/>
              <p:nvPr/>
            </p:nvSpPr>
            <p:spPr>
              <a:xfrm>
                <a:off x="3818244" y="320604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7"/>
                    </a:moveTo>
                    <a:lnTo>
                      <a:pt x="0" y="1573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" name="Google Shape;170;p13"/>
              <p:cNvSpPr/>
              <p:nvPr/>
            </p:nvSpPr>
            <p:spPr>
              <a:xfrm>
                <a:off x="3818244" y="3270469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Google Shape;171;p13"/>
              <p:cNvSpPr/>
              <p:nvPr/>
            </p:nvSpPr>
            <p:spPr>
              <a:xfrm>
                <a:off x="3818244" y="3334892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Google Shape;172;p13"/>
              <p:cNvSpPr/>
              <p:nvPr/>
            </p:nvSpPr>
            <p:spPr>
              <a:xfrm>
                <a:off x="3818244" y="3399315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Google Shape;173;p13"/>
              <p:cNvSpPr/>
              <p:nvPr/>
            </p:nvSpPr>
            <p:spPr>
              <a:xfrm>
                <a:off x="3818244" y="3463385"/>
                <a:ext cx="711364" cy="456856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8" extrusionOk="0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Google Shape;174;p13"/>
              <p:cNvSpPr/>
              <p:nvPr/>
            </p:nvSpPr>
            <p:spPr>
              <a:xfrm>
                <a:off x="4606639" y="2089627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7"/>
                    </a:moveTo>
                    <a:lnTo>
                      <a:pt x="24182" y="1561"/>
                    </a:lnTo>
                    <a:lnTo>
                      <a:pt x="24182" y="1"/>
                    </a:lnTo>
                    <a:lnTo>
                      <a:pt x="0" y="1395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Google Shape;175;p13"/>
              <p:cNvSpPr/>
              <p:nvPr/>
            </p:nvSpPr>
            <p:spPr>
              <a:xfrm>
                <a:off x="4606639" y="2153697"/>
                <a:ext cx="711011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9" extrusionOk="0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Google Shape;176;p13"/>
              <p:cNvSpPr/>
              <p:nvPr/>
            </p:nvSpPr>
            <p:spPr>
              <a:xfrm>
                <a:off x="4606639" y="2218120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Google Shape;177;p13"/>
              <p:cNvSpPr/>
              <p:nvPr/>
            </p:nvSpPr>
            <p:spPr>
              <a:xfrm>
                <a:off x="4606639" y="2282543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" name="Google Shape;178;p13"/>
              <p:cNvSpPr/>
              <p:nvPr/>
            </p:nvSpPr>
            <p:spPr>
              <a:xfrm>
                <a:off x="4606639" y="2346966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" name="Google Shape;179;p13"/>
              <p:cNvSpPr/>
              <p:nvPr/>
            </p:nvSpPr>
            <p:spPr>
              <a:xfrm>
                <a:off x="4606639" y="246178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Google Shape;180;p13"/>
              <p:cNvSpPr/>
              <p:nvPr/>
            </p:nvSpPr>
            <p:spPr>
              <a:xfrm>
                <a:off x="4606639" y="2526209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Google Shape;181;p13"/>
              <p:cNvSpPr/>
              <p:nvPr/>
            </p:nvSpPr>
            <p:spPr>
              <a:xfrm>
                <a:off x="4606639" y="2590250"/>
                <a:ext cx="711011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9" extrusionOk="0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Google Shape;182;p13"/>
              <p:cNvSpPr/>
              <p:nvPr/>
            </p:nvSpPr>
            <p:spPr>
              <a:xfrm>
                <a:off x="4606639" y="2654673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Google Shape;183;p13"/>
              <p:cNvSpPr/>
              <p:nvPr/>
            </p:nvSpPr>
            <p:spPr>
              <a:xfrm>
                <a:off x="4606639" y="271909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Google Shape;184;p13"/>
              <p:cNvSpPr/>
              <p:nvPr/>
            </p:nvSpPr>
            <p:spPr>
              <a:xfrm>
                <a:off x="4606639" y="283391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Google Shape;185;p13"/>
              <p:cNvSpPr/>
              <p:nvPr/>
            </p:nvSpPr>
            <p:spPr>
              <a:xfrm>
                <a:off x="4606639" y="2898339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Google Shape;186;p13"/>
              <p:cNvSpPr/>
              <p:nvPr/>
            </p:nvSpPr>
            <p:spPr>
              <a:xfrm>
                <a:off x="4606639" y="2962762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Google Shape;187;p13"/>
              <p:cNvSpPr/>
              <p:nvPr/>
            </p:nvSpPr>
            <p:spPr>
              <a:xfrm>
                <a:off x="4606639" y="3026803"/>
                <a:ext cx="711011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9" extrusionOk="0">
                    <a:moveTo>
                      <a:pt x="0" y="15539"/>
                    </a:moveTo>
                    <a:lnTo>
                      <a:pt x="24182" y="1573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Google Shape;188;p13"/>
              <p:cNvSpPr/>
              <p:nvPr/>
            </p:nvSpPr>
            <p:spPr>
              <a:xfrm>
                <a:off x="4606639" y="309122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Google Shape;189;p13"/>
              <p:cNvSpPr/>
              <p:nvPr/>
            </p:nvSpPr>
            <p:spPr>
              <a:xfrm>
                <a:off x="4606639" y="320604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7"/>
                    </a:moveTo>
                    <a:lnTo>
                      <a:pt x="24182" y="1573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Google Shape;190;p13"/>
              <p:cNvSpPr/>
              <p:nvPr/>
            </p:nvSpPr>
            <p:spPr>
              <a:xfrm>
                <a:off x="4606639" y="3270469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Google Shape;191;p13"/>
              <p:cNvSpPr/>
              <p:nvPr/>
            </p:nvSpPr>
            <p:spPr>
              <a:xfrm>
                <a:off x="4606639" y="3334892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Google Shape;192;p13"/>
              <p:cNvSpPr/>
              <p:nvPr/>
            </p:nvSpPr>
            <p:spPr>
              <a:xfrm>
                <a:off x="4606639" y="3399315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Google Shape;193;p13"/>
              <p:cNvSpPr/>
              <p:nvPr/>
            </p:nvSpPr>
            <p:spPr>
              <a:xfrm>
                <a:off x="4606639" y="3463385"/>
                <a:ext cx="711011" cy="456856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8" extrusionOk="0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94" name="Google Shape;194;p13"/>
              <p:cNvGrpSpPr/>
              <p:nvPr/>
            </p:nvGrpSpPr>
            <p:grpSpPr>
              <a:xfrm>
                <a:off x="3478424" y="1308364"/>
                <a:ext cx="2180470" cy="1878295"/>
                <a:chOff x="5553063" y="1487604"/>
                <a:chExt cx="1981525" cy="1707075"/>
              </a:xfrm>
            </p:grpSpPr>
            <p:sp>
              <p:nvSpPr>
                <p:cNvPr id="195" name="Google Shape;195;p13"/>
                <p:cNvSpPr/>
                <p:nvPr/>
              </p:nvSpPr>
              <p:spPr>
                <a:xfrm>
                  <a:off x="5563488" y="2071829"/>
                  <a:ext cx="1960975" cy="1122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439" h="44914" extrusionOk="0">
                      <a:moveTo>
                        <a:pt x="12" y="1"/>
                      </a:moveTo>
                      <a:cubicBezTo>
                        <a:pt x="12" y="72"/>
                        <a:pt x="12" y="132"/>
                        <a:pt x="12" y="191"/>
                      </a:cubicBezTo>
                      <a:cubicBezTo>
                        <a:pt x="12" y="263"/>
                        <a:pt x="12" y="322"/>
                        <a:pt x="12" y="394"/>
                      </a:cubicBezTo>
                      <a:cubicBezTo>
                        <a:pt x="12" y="453"/>
                        <a:pt x="12" y="525"/>
                        <a:pt x="12" y="584"/>
                      </a:cubicBezTo>
                      <a:cubicBezTo>
                        <a:pt x="12" y="656"/>
                        <a:pt x="12" y="715"/>
                        <a:pt x="12" y="775"/>
                      </a:cubicBezTo>
                      <a:cubicBezTo>
                        <a:pt x="12" y="846"/>
                        <a:pt x="12" y="906"/>
                        <a:pt x="12" y="977"/>
                      </a:cubicBezTo>
                      <a:cubicBezTo>
                        <a:pt x="12" y="1037"/>
                        <a:pt x="12" y="1108"/>
                        <a:pt x="12" y="1167"/>
                      </a:cubicBezTo>
                      <a:cubicBezTo>
                        <a:pt x="12" y="1239"/>
                        <a:pt x="12" y="1298"/>
                        <a:pt x="12" y="1358"/>
                      </a:cubicBezTo>
                      <a:cubicBezTo>
                        <a:pt x="12" y="1429"/>
                        <a:pt x="12" y="1489"/>
                        <a:pt x="12" y="1560"/>
                      </a:cubicBezTo>
                      <a:cubicBezTo>
                        <a:pt x="12" y="1620"/>
                        <a:pt x="12" y="1691"/>
                        <a:pt x="12" y="1751"/>
                      </a:cubicBezTo>
                      <a:cubicBezTo>
                        <a:pt x="12" y="1822"/>
                        <a:pt x="12" y="1882"/>
                        <a:pt x="12" y="1941"/>
                      </a:cubicBezTo>
                      <a:cubicBezTo>
                        <a:pt x="12" y="2013"/>
                        <a:pt x="12" y="2072"/>
                        <a:pt x="12" y="2144"/>
                      </a:cubicBezTo>
                      <a:cubicBezTo>
                        <a:pt x="12" y="2203"/>
                        <a:pt x="12" y="2275"/>
                        <a:pt x="12" y="2334"/>
                      </a:cubicBezTo>
                      <a:cubicBezTo>
                        <a:pt x="12" y="2406"/>
                        <a:pt x="12" y="2465"/>
                        <a:pt x="12" y="2525"/>
                      </a:cubicBezTo>
                      <a:cubicBezTo>
                        <a:pt x="12" y="2596"/>
                        <a:pt x="12" y="2656"/>
                        <a:pt x="12" y="2727"/>
                      </a:cubicBezTo>
                      <a:cubicBezTo>
                        <a:pt x="12" y="2787"/>
                        <a:pt x="12" y="2858"/>
                        <a:pt x="12" y="2918"/>
                      </a:cubicBezTo>
                      <a:cubicBezTo>
                        <a:pt x="12" y="2989"/>
                        <a:pt x="12" y="3049"/>
                        <a:pt x="12" y="3108"/>
                      </a:cubicBezTo>
                      <a:cubicBezTo>
                        <a:pt x="12" y="3180"/>
                        <a:pt x="12" y="3239"/>
                        <a:pt x="12" y="3311"/>
                      </a:cubicBezTo>
                      <a:cubicBezTo>
                        <a:pt x="12" y="3370"/>
                        <a:pt x="12" y="3442"/>
                        <a:pt x="12" y="3501"/>
                      </a:cubicBezTo>
                      <a:cubicBezTo>
                        <a:pt x="12" y="3573"/>
                        <a:pt x="12" y="3632"/>
                        <a:pt x="12" y="3692"/>
                      </a:cubicBezTo>
                      <a:cubicBezTo>
                        <a:pt x="12" y="3763"/>
                        <a:pt x="12" y="3823"/>
                        <a:pt x="12" y="3894"/>
                      </a:cubicBezTo>
                      <a:cubicBezTo>
                        <a:pt x="12" y="3954"/>
                        <a:pt x="12" y="4025"/>
                        <a:pt x="12" y="4085"/>
                      </a:cubicBezTo>
                      <a:cubicBezTo>
                        <a:pt x="12" y="4156"/>
                        <a:pt x="12" y="4215"/>
                        <a:pt x="12" y="4275"/>
                      </a:cubicBezTo>
                      <a:cubicBezTo>
                        <a:pt x="12" y="4346"/>
                        <a:pt x="12" y="4406"/>
                        <a:pt x="12" y="4477"/>
                      </a:cubicBezTo>
                      <a:cubicBezTo>
                        <a:pt x="12" y="4537"/>
                        <a:pt x="12" y="4608"/>
                        <a:pt x="12" y="4668"/>
                      </a:cubicBezTo>
                      <a:cubicBezTo>
                        <a:pt x="12" y="4739"/>
                        <a:pt x="12" y="4799"/>
                        <a:pt x="12" y="4858"/>
                      </a:cubicBezTo>
                      <a:cubicBezTo>
                        <a:pt x="12" y="4930"/>
                        <a:pt x="12" y="4989"/>
                        <a:pt x="12" y="5061"/>
                      </a:cubicBezTo>
                      <a:cubicBezTo>
                        <a:pt x="12" y="5120"/>
                        <a:pt x="12" y="5192"/>
                        <a:pt x="12" y="5251"/>
                      </a:cubicBezTo>
                      <a:cubicBezTo>
                        <a:pt x="12" y="5323"/>
                        <a:pt x="12" y="5382"/>
                        <a:pt x="12" y="5442"/>
                      </a:cubicBezTo>
                      <a:cubicBezTo>
                        <a:pt x="12" y="5513"/>
                        <a:pt x="12" y="5573"/>
                        <a:pt x="12" y="5644"/>
                      </a:cubicBezTo>
                      <a:cubicBezTo>
                        <a:pt x="12" y="5704"/>
                        <a:pt x="12" y="5775"/>
                        <a:pt x="12" y="5835"/>
                      </a:cubicBezTo>
                      <a:cubicBezTo>
                        <a:pt x="12" y="5906"/>
                        <a:pt x="12" y="5966"/>
                        <a:pt x="12" y="6025"/>
                      </a:cubicBezTo>
                      <a:cubicBezTo>
                        <a:pt x="12" y="6097"/>
                        <a:pt x="12" y="6156"/>
                        <a:pt x="12" y="6228"/>
                      </a:cubicBezTo>
                      <a:cubicBezTo>
                        <a:pt x="12" y="6287"/>
                        <a:pt x="12" y="6359"/>
                        <a:pt x="12" y="6418"/>
                      </a:cubicBezTo>
                      <a:cubicBezTo>
                        <a:pt x="12" y="6490"/>
                        <a:pt x="12" y="6549"/>
                        <a:pt x="12" y="6609"/>
                      </a:cubicBezTo>
                      <a:cubicBezTo>
                        <a:pt x="12" y="6680"/>
                        <a:pt x="12" y="6740"/>
                        <a:pt x="12" y="6811"/>
                      </a:cubicBezTo>
                      <a:cubicBezTo>
                        <a:pt x="12" y="6871"/>
                        <a:pt x="12" y="6942"/>
                        <a:pt x="12" y="7002"/>
                      </a:cubicBezTo>
                      <a:cubicBezTo>
                        <a:pt x="12" y="7073"/>
                        <a:pt x="12" y="7132"/>
                        <a:pt x="12" y="7192"/>
                      </a:cubicBezTo>
                      <a:cubicBezTo>
                        <a:pt x="12" y="7263"/>
                        <a:pt x="12" y="7323"/>
                        <a:pt x="12" y="7394"/>
                      </a:cubicBezTo>
                      <a:cubicBezTo>
                        <a:pt x="12" y="7454"/>
                        <a:pt x="12" y="7525"/>
                        <a:pt x="12" y="7585"/>
                      </a:cubicBezTo>
                      <a:cubicBezTo>
                        <a:pt x="12" y="7656"/>
                        <a:pt x="12" y="7716"/>
                        <a:pt x="12" y="7775"/>
                      </a:cubicBezTo>
                      <a:cubicBezTo>
                        <a:pt x="12" y="7847"/>
                        <a:pt x="12" y="7906"/>
                        <a:pt x="12" y="7978"/>
                      </a:cubicBezTo>
                      <a:cubicBezTo>
                        <a:pt x="12" y="8037"/>
                        <a:pt x="12" y="8109"/>
                        <a:pt x="12" y="8168"/>
                      </a:cubicBezTo>
                      <a:cubicBezTo>
                        <a:pt x="12" y="8228"/>
                        <a:pt x="12" y="8299"/>
                        <a:pt x="12" y="8359"/>
                      </a:cubicBezTo>
                      <a:cubicBezTo>
                        <a:pt x="12" y="8430"/>
                        <a:pt x="12" y="8490"/>
                        <a:pt x="12" y="8561"/>
                      </a:cubicBezTo>
                      <a:cubicBezTo>
                        <a:pt x="12" y="8621"/>
                        <a:pt x="12" y="8692"/>
                        <a:pt x="12" y="8752"/>
                      </a:cubicBezTo>
                      <a:cubicBezTo>
                        <a:pt x="12" y="8811"/>
                        <a:pt x="12" y="8883"/>
                        <a:pt x="12" y="8942"/>
                      </a:cubicBezTo>
                      <a:cubicBezTo>
                        <a:pt x="12" y="9014"/>
                        <a:pt x="12" y="9073"/>
                        <a:pt x="12" y="9145"/>
                      </a:cubicBezTo>
                      <a:cubicBezTo>
                        <a:pt x="12" y="9204"/>
                        <a:pt x="12" y="9276"/>
                        <a:pt x="12" y="9335"/>
                      </a:cubicBezTo>
                      <a:cubicBezTo>
                        <a:pt x="12" y="9395"/>
                        <a:pt x="12" y="9466"/>
                        <a:pt x="12" y="9526"/>
                      </a:cubicBezTo>
                      <a:cubicBezTo>
                        <a:pt x="12" y="9597"/>
                        <a:pt x="12" y="9657"/>
                        <a:pt x="12" y="9728"/>
                      </a:cubicBezTo>
                      <a:cubicBezTo>
                        <a:pt x="12" y="9788"/>
                        <a:pt x="12" y="9859"/>
                        <a:pt x="12" y="9919"/>
                      </a:cubicBezTo>
                      <a:cubicBezTo>
                        <a:pt x="12" y="9978"/>
                        <a:pt x="12" y="10050"/>
                        <a:pt x="12" y="10109"/>
                      </a:cubicBezTo>
                      <a:cubicBezTo>
                        <a:pt x="12" y="10180"/>
                        <a:pt x="12" y="10240"/>
                        <a:pt x="12" y="10311"/>
                      </a:cubicBezTo>
                      <a:cubicBezTo>
                        <a:pt x="12" y="10371"/>
                        <a:pt x="12" y="10442"/>
                        <a:pt x="12" y="10502"/>
                      </a:cubicBezTo>
                      <a:cubicBezTo>
                        <a:pt x="12" y="10561"/>
                        <a:pt x="12" y="10633"/>
                        <a:pt x="12" y="10692"/>
                      </a:cubicBezTo>
                      <a:cubicBezTo>
                        <a:pt x="12" y="10764"/>
                        <a:pt x="12" y="10823"/>
                        <a:pt x="12" y="10895"/>
                      </a:cubicBezTo>
                      <a:cubicBezTo>
                        <a:pt x="12" y="10954"/>
                        <a:pt x="12" y="11026"/>
                        <a:pt x="12" y="11085"/>
                      </a:cubicBezTo>
                      <a:cubicBezTo>
                        <a:pt x="12" y="11145"/>
                        <a:pt x="12" y="11216"/>
                        <a:pt x="12" y="11276"/>
                      </a:cubicBezTo>
                      <a:cubicBezTo>
                        <a:pt x="12" y="11347"/>
                        <a:pt x="12" y="11407"/>
                        <a:pt x="12" y="11478"/>
                      </a:cubicBezTo>
                      <a:cubicBezTo>
                        <a:pt x="12" y="11538"/>
                        <a:pt x="12" y="11609"/>
                        <a:pt x="12" y="11669"/>
                      </a:cubicBezTo>
                      <a:cubicBezTo>
                        <a:pt x="12" y="11728"/>
                        <a:pt x="12" y="11800"/>
                        <a:pt x="12" y="11859"/>
                      </a:cubicBezTo>
                      <a:cubicBezTo>
                        <a:pt x="12" y="11931"/>
                        <a:pt x="12" y="11990"/>
                        <a:pt x="12" y="12062"/>
                      </a:cubicBezTo>
                      <a:cubicBezTo>
                        <a:pt x="12" y="12121"/>
                        <a:pt x="12" y="12193"/>
                        <a:pt x="12" y="12252"/>
                      </a:cubicBezTo>
                      <a:cubicBezTo>
                        <a:pt x="12" y="12312"/>
                        <a:pt x="12" y="12383"/>
                        <a:pt x="12" y="12443"/>
                      </a:cubicBezTo>
                      <a:cubicBezTo>
                        <a:pt x="12" y="12514"/>
                        <a:pt x="12" y="12574"/>
                        <a:pt x="12" y="12645"/>
                      </a:cubicBezTo>
                      <a:cubicBezTo>
                        <a:pt x="12" y="12705"/>
                        <a:pt x="12" y="12776"/>
                        <a:pt x="12" y="12836"/>
                      </a:cubicBezTo>
                      <a:cubicBezTo>
                        <a:pt x="12" y="12895"/>
                        <a:pt x="12" y="12967"/>
                        <a:pt x="12" y="13026"/>
                      </a:cubicBezTo>
                      <a:cubicBezTo>
                        <a:pt x="12" y="13098"/>
                        <a:pt x="12" y="13157"/>
                        <a:pt x="12" y="13228"/>
                      </a:cubicBezTo>
                      <a:cubicBezTo>
                        <a:pt x="12" y="13288"/>
                        <a:pt x="12" y="13359"/>
                        <a:pt x="12" y="13419"/>
                      </a:cubicBezTo>
                      <a:cubicBezTo>
                        <a:pt x="12" y="13479"/>
                        <a:pt x="12" y="13550"/>
                        <a:pt x="12" y="13609"/>
                      </a:cubicBezTo>
                      <a:cubicBezTo>
                        <a:pt x="12" y="13681"/>
                        <a:pt x="12" y="13740"/>
                        <a:pt x="12" y="13812"/>
                      </a:cubicBezTo>
                      <a:cubicBezTo>
                        <a:pt x="12" y="13871"/>
                        <a:pt x="12" y="13943"/>
                        <a:pt x="12" y="14002"/>
                      </a:cubicBezTo>
                      <a:cubicBezTo>
                        <a:pt x="12" y="14062"/>
                        <a:pt x="12" y="14133"/>
                        <a:pt x="12" y="14193"/>
                      </a:cubicBezTo>
                      <a:cubicBezTo>
                        <a:pt x="12" y="14264"/>
                        <a:pt x="12" y="14324"/>
                        <a:pt x="12" y="14395"/>
                      </a:cubicBezTo>
                      <a:cubicBezTo>
                        <a:pt x="12" y="14455"/>
                        <a:pt x="12" y="14526"/>
                        <a:pt x="12" y="14586"/>
                      </a:cubicBezTo>
                      <a:cubicBezTo>
                        <a:pt x="12" y="14645"/>
                        <a:pt x="12" y="14717"/>
                        <a:pt x="12" y="14776"/>
                      </a:cubicBezTo>
                      <a:cubicBezTo>
                        <a:pt x="12" y="14848"/>
                        <a:pt x="12" y="14907"/>
                        <a:pt x="12" y="14979"/>
                      </a:cubicBezTo>
                      <a:cubicBezTo>
                        <a:pt x="12" y="15038"/>
                        <a:pt x="12" y="15110"/>
                        <a:pt x="12" y="15169"/>
                      </a:cubicBezTo>
                      <a:cubicBezTo>
                        <a:pt x="12" y="15229"/>
                        <a:pt x="12" y="15300"/>
                        <a:pt x="12" y="15360"/>
                      </a:cubicBezTo>
                      <a:cubicBezTo>
                        <a:pt x="12" y="15431"/>
                        <a:pt x="12" y="15491"/>
                        <a:pt x="12" y="15562"/>
                      </a:cubicBezTo>
                      <a:cubicBezTo>
                        <a:pt x="12" y="15622"/>
                        <a:pt x="12" y="15693"/>
                        <a:pt x="12" y="15753"/>
                      </a:cubicBezTo>
                      <a:cubicBezTo>
                        <a:pt x="12" y="15812"/>
                        <a:pt x="12" y="15884"/>
                        <a:pt x="12" y="15943"/>
                      </a:cubicBezTo>
                      <a:cubicBezTo>
                        <a:pt x="12" y="16015"/>
                        <a:pt x="12" y="16074"/>
                        <a:pt x="12" y="16146"/>
                      </a:cubicBezTo>
                      <a:cubicBezTo>
                        <a:pt x="12" y="16205"/>
                        <a:pt x="12" y="16276"/>
                        <a:pt x="12" y="16336"/>
                      </a:cubicBezTo>
                      <a:cubicBezTo>
                        <a:pt x="12" y="16396"/>
                        <a:pt x="12" y="16467"/>
                        <a:pt x="12" y="16527"/>
                      </a:cubicBezTo>
                      <a:cubicBezTo>
                        <a:pt x="12" y="16598"/>
                        <a:pt x="12" y="16657"/>
                        <a:pt x="12" y="16729"/>
                      </a:cubicBezTo>
                      <a:cubicBezTo>
                        <a:pt x="12" y="16788"/>
                        <a:pt x="12" y="16860"/>
                        <a:pt x="12" y="16919"/>
                      </a:cubicBezTo>
                      <a:cubicBezTo>
                        <a:pt x="12" y="16979"/>
                        <a:pt x="12" y="17050"/>
                        <a:pt x="12" y="17110"/>
                      </a:cubicBezTo>
                      <a:cubicBezTo>
                        <a:pt x="12" y="17181"/>
                        <a:pt x="12" y="17241"/>
                        <a:pt x="12" y="17312"/>
                      </a:cubicBezTo>
                      <a:cubicBezTo>
                        <a:pt x="12" y="17372"/>
                        <a:pt x="12" y="17443"/>
                        <a:pt x="12" y="17503"/>
                      </a:cubicBezTo>
                      <a:cubicBezTo>
                        <a:pt x="12" y="17562"/>
                        <a:pt x="12" y="17634"/>
                        <a:pt x="12" y="17693"/>
                      </a:cubicBezTo>
                      <a:cubicBezTo>
                        <a:pt x="12" y="17765"/>
                        <a:pt x="12" y="17824"/>
                        <a:pt x="12" y="17896"/>
                      </a:cubicBezTo>
                      <a:cubicBezTo>
                        <a:pt x="12" y="17955"/>
                        <a:pt x="12" y="18015"/>
                        <a:pt x="12" y="18086"/>
                      </a:cubicBezTo>
                      <a:cubicBezTo>
                        <a:pt x="12" y="18146"/>
                        <a:pt x="12" y="18217"/>
                        <a:pt x="12" y="18277"/>
                      </a:cubicBezTo>
                      <a:cubicBezTo>
                        <a:pt x="12" y="18348"/>
                        <a:pt x="12" y="18408"/>
                        <a:pt x="12" y="18479"/>
                      </a:cubicBezTo>
                      <a:cubicBezTo>
                        <a:pt x="12" y="18539"/>
                        <a:pt x="12" y="18598"/>
                        <a:pt x="12" y="18670"/>
                      </a:cubicBezTo>
                      <a:cubicBezTo>
                        <a:pt x="12" y="18729"/>
                        <a:pt x="12" y="18801"/>
                        <a:pt x="12" y="18860"/>
                      </a:cubicBezTo>
                      <a:cubicBezTo>
                        <a:pt x="12" y="18932"/>
                        <a:pt x="12" y="18991"/>
                        <a:pt x="12" y="19063"/>
                      </a:cubicBezTo>
                      <a:cubicBezTo>
                        <a:pt x="12" y="19122"/>
                        <a:pt x="12" y="19182"/>
                        <a:pt x="12" y="19253"/>
                      </a:cubicBezTo>
                      <a:cubicBezTo>
                        <a:pt x="12" y="19313"/>
                        <a:pt x="12" y="19384"/>
                        <a:pt x="12" y="19444"/>
                      </a:cubicBezTo>
                      <a:cubicBezTo>
                        <a:pt x="12" y="19515"/>
                        <a:pt x="12" y="19575"/>
                        <a:pt x="12" y="19646"/>
                      </a:cubicBezTo>
                      <a:cubicBezTo>
                        <a:pt x="12" y="19705"/>
                        <a:pt x="12" y="19765"/>
                        <a:pt x="12" y="19836"/>
                      </a:cubicBezTo>
                      <a:cubicBezTo>
                        <a:pt x="12" y="19896"/>
                        <a:pt x="12" y="19967"/>
                        <a:pt x="12" y="20027"/>
                      </a:cubicBezTo>
                      <a:cubicBezTo>
                        <a:pt x="12" y="20098"/>
                        <a:pt x="12" y="20158"/>
                        <a:pt x="12" y="20229"/>
                      </a:cubicBezTo>
                      <a:cubicBezTo>
                        <a:pt x="12" y="20289"/>
                        <a:pt x="12" y="20348"/>
                        <a:pt x="12" y="20420"/>
                      </a:cubicBezTo>
                      <a:cubicBezTo>
                        <a:pt x="12" y="20479"/>
                        <a:pt x="12" y="20551"/>
                        <a:pt x="12" y="20610"/>
                      </a:cubicBezTo>
                      <a:cubicBezTo>
                        <a:pt x="12" y="20682"/>
                        <a:pt x="12" y="20741"/>
                        <a:pt x="12" y="20813"/>
                      </a:cubicBezTo>
                      <a:cubicBezTo>
                        <a:pt x="12" y="20872"/>
                        <a:pt x="12" y="20932"/>
                        <a:pt x="12" y="21003"/>
                      </a:cubicBezTo>
                      <a:cubicBezTo>
                        <a:pt x="12" y="21063"/>
                        <a:pt x="12" y="21134"/>
                        <a:pt x="12" y="21194"/>
                      </a:cubicBezTo>
                      <a:cubicBezTo>
                        <a:pt x="12" y="21265"/>
                        <a:pt x="12" y="21325"/>
                        <a:pt x="12" y="21396"/>
                      </a:cubicBezTo>
                      <a:cubicBezTo>
                        <a:pt x="12" y="21456"/>
                        <a:pt x="12" y="21515"/>
                        <a:pt x="12" y="21587"/>
                      </a:cubicBezTo>
                      <a:cubicBezTo>
                        <a:pt x="0" y="22515"/>
                        <a:pt x="500" y="23373"/>
                        <a:pt x="1310" y="23837"/>
                      </a:cubicBezTo>
                      <a:lnTo>
                        <a:pt x="36612" y="44208"/>
                      </a:lnTo>
                      <a:cubicBezTo>
                        <a:pt x="37416" y="44679"/>
                        <a:pt x="38315" y="44914"/>
                        <a:pt x="39215" y="44914"/>
                      </a:cubicBezTo>
                      <a:cubicBezTo>
                        <a:pt x="40115" y="44914"/>
                        <a:pt x="41017" y="44679"/>
                        <a:pt x="41827" y="44208"/>
                      </a:cubicBezTo>
                      <a:lnTo>
                        <a:pt x="77129" y="23837"/>
                      </a:lnTo>
                      <a:cubicBezTo>
                        <a:pt x="77939" y="23373"/>
                        <a:pt x="78439" y="22515"/>
                        <a:pt x="78427" y="21587"/>
                      </a:cubicBezTo>
                      <a:lnTo>
                        <a:pt x="78427" y="21384"/>
                      </a:lnTo>
                      <a:lnTo>
                        <a:pt x="78427" y="21194"/>
                      </a:lnTo>
                      <a:lnTo>
                        <a:pt x="78427" y="21003"/>
                      </a:lnTo>
                      <a:lnTo>
                        <a:pt x="78427" y="20801"/>
                      </a:lnTo>
                      <a:lnTo>
                        <a:pt x="78427" y="20610"/>
                      </a:lnTo>
                      <a:lnTo>
                        <a:pt x="78427" y="20420"/>
                      </a:lnTo>
                      <a:lnTo>
                        <a:pt x="78427" y="20217"/>
                      </a:lnTo>
                      <a:lnTo>
                        <a:pt x="78427" y="20027"/>
                      </a:lnTo>
                      <a:lnTo>
                        <a:pt x="78427" y="19836"/>
                      </a:lnTo>
                      <a:lnTo>
                        <a:pt x="78427" y="19634"/>
                      </a:lnTo>
                      <a:lnTo>
                        <a:pt x="78427" y="19444"/>
                      </a:lnTo>
                      <a:lnTo>
                        <a:pt x="78427" y="19253"/>
                      </a:lnTo>
                      <a:lnTo>
                        <a:pt x="78427" y="19051"/>
                      </a:lnTo>
                      <a:lnTo>
                        <a:pt x="78427" y="18860"/>
                      </a:lnTo>
                      <a:lnTo>
                        <a:pt x="78427" y="18670"/>
                      </a:lnTo>
                      <a:lnTo>
                        <a:pt x="78427" y="18467"/>
                      </a:lnTo>
                      <a:lnTo>
                        <a:pt x="78427" y="18277"/>
                      </a:lnTo>
                      <a:lnTo>
                        <a:pt x="78427" y="18086"/>
                      </a:lnTo>
                      <a:lnTo>
                        <a:pt x="78427" y="17884"/>
                      </a:lnTo>
                      <a:lnTo>
                        <a:pt x="78427" y="17693"/>
                      </a:lnTo>
                      <a:lnTo>
                        <a:pt x="78427" y="17503"/>
                      </a:lnTo>
                      <a:lnTo>
                        <a:pt x="78427" y="17300"/>
                      </a:lnTo>
                      <a:lnTo>
                        <a:pt x="78427" y="17110"/>
                      </a:lnTo>
                      <a:lnTo>
                        <a:pt x="78427" y="16919"/>
                      </a:lnTo>
                      <a:lnTo>
                        <a:pt x="78427" y="16717"/>
                      </a:lnTo>
                      <a:lnTo>
                        <a:pt x="78427" y="16527"/>
                      </a:lnTo>
                      <a:lnTo>
                        <a:pt x="78427" y="16336"/>
                      </a:lnTo>
                      <a:lnTo>
                        <a:pt x="78427" y="16146"/>
                      </a:lnTo>
                      <a:lnTo>
                        <a:pt x="78427" y="15943"/>
                      </a:lnTo>
                      <a:lnTo>
                        <a:pt x="78427" y="15753"/>
                      </a:lnTo>
                      <a:lnTo>
                        <a:pt x="78427" y="15562"/>
                      </a:lnTo>
                      <a:lnTo>
                        <a:pt x="78427" y="15360"/>
                      </a:lnTo>
                      <a:lnTo>
                        <a:pt x="78427" y="15169"/>
                      </a:lnTo>
                      <a:lnTo>
                        <a:pt x="78427" y="14979"/>
                      </a:lnTo>
                      <a:lnTo>
                        <a:pt x="78427" y="14776"/>
                      </a:lnTo>
                      <a:lnTo>
                        <a:pt x="78427" y="14586"/>
                      </a:lnTo>
                      <a:lnTo>
                        <a:pt x="78427" y="14395"/>
                      </a:lnTo>
                      <a:lnTo>
                        <a:pt x="78427" y="14193"/>
                      </a:lnTo>
                      <a:lnTo>
                        <a:pt x="78427" y="14002"/>
                      </a:lnTo>
                      <a:lnTo>
                        <a:pt x="78427" y="13812"/>
                      </a:lnTo>
                      <a:lnTo>
                        <a:pt x="78427" y="13609"/>
                      </a:lnTo>
                      <a:lnTo>
                        <a:pt x="78427" y="13419"/>
                      </a:lnTo>
                      <a:lnTo>
                        <a:pt x="78427" y="13228"/>
                      </a:lnTo>
                      <a:lnTo>
                        <a:pt x="78427" y="13026"/>
                      </a:lnTo>
                      <a:lnTo>
                        <a:pt x="78427" y="12836"/>
                      </a:lnTo>
                      <a:lnTo>
                        <a:pt x="78427" y="12645"/>
                      </a:lnTo>
                      <a:lnTo>
                        <a:pt x="78427" y="12443"/>
                      </a:lnTo>
                      <a:lnTo>
                        <a:pt x="78427" y="12252"/>
                      </a:lnTo>
                      <a:lnTo>
                        <a:pt x="78427" y="12062"/>
                      </a:lnTo>
                      <a:lnTo>
                        <a:pt x="78427" y="11859"/>
                      </a:lnTo>
                      <a:lnTo>
                        <a:pt x="78427" y="11669"/>
                      </a:lnTo>
                      <a:lnTo>
                        <a:pt x="78427" y="11478"/>
                      </a:lnTo>
                      <a:lnTo>
                        <a:pt x="78427" y="11276"/>
                      </a:lnTo>
                      <a:lnTo>
                        <a:pt x="78427" y="11085"/>
                      </a:lnTo>
                      <a:lnTo>
                        <a:pt x="78427" y="10895"/>
                      </a:lnTo>
                      <a:lnTo>
                        <a:pt x="78427" y="10692"/>
                      </a:lnTo>
                      <a:lnTo>
                        <a:pt x="78427" y="10502"/>
                      </a:lnTo>
                      <a:lnTo>
                        <a:pt x="78427" y="10311"/>
                      </a:lnTo>
                      <a:lnTo>
                        <a:pt x="78427" y="10109"/>
                      </a:lnTo>
                      <a:lnTo>
                        <a:pt x="78427" y="9919"/>
                      </a:lnTo>
                      <a:lnTo>
                        <a:pt x="78427" y="9728"/>
                      </a:lnTo>
                      <a:lnTo>
                        <a:pt x="78427" y="9526"/>
                      </a:lnTo>
                      <a:lnTo>
                        <a:pt x="78427" y="9335"/>
                      </a:lnTo>
                      <a:lnTo>
                        <a:pt x="78427" y="9145"/>
                      </a:lnTo>
                      <a:lnTo>
                        <a:pt x="78427" y="8942"/>
                      </a:lnTo>
                      <a:lnTo>
                        <a:pt x="78427" y="8752"/>
                      </a:lnTo>
                      <a:lnTo>
                        <a:pt x="78427" y="8561"/>
                      </a:lnTo>
                      <a:lnTo>
                        <a:pt x="78427" y="8359"/>
                      </a:lnTo>
                      <a:lnTo>
                        <a:pt x="78427" y="8168"/>
                      </a:lnTo>
                      <a:lnTo>
                        <a:pt x="78427" y="7978"/>
                      </a:lnTo>
                      <a:lnTo>
                        <a:pt x="78427" y="7775"/>
                      </a:lnTo>
                      <a:lnTo>
                        <a:pt x="78427" y="7585"/>
                      </a:lnTo>
                      <a:lnTo>
                        <a:pt x="78427" y="7394"/>
                      </a:lnTo>
                      <a:lnTo>
                        <a:pt x="78427" y="7192"/>
                      </a:lnTo>
                      <a:lnTo>
                        <a:pt x="78427" y="7002"/>
                      </a:lnTo>
                      <a:lnTo>
                        <a:pt x="78427" y="6811"/>
                      </a:lnTo>
                      <a:lnTo>
                        <a:pt x="78427" y="6609"/>
                      </a:lnTo>
                      <a:lnTo>
                        <a:pt x="78427" y="6418"/>
                      </a:lnTo>
                      <a:lnTo>
                        <a:pt x="78427" y="6228"/>
                      </a:lnTo>
                      <a:lnTo>
                        <a:pt x="78427" y="6025"/>
                      </a:lnTo>
                      <a:lnTo>
                        <a:pt x="78427" y="5835"/>
                      </a:lnTo>
                      <a:lnTo>
                        <a:pt x="78427" y="5644"/>
                      </a:lnTo>
                      <a:lnTo>
                        <a:pt x="78427" y="5442"/>
                      </a:lnTo>
                      <a:lnTo>
                        <a:pt x="78427" y="5251"/>
                      </a:lnTo>
                      <a:lnTo>
                        <a:pt x="78427" y="5061"/>
                      </a:lnTo>
                      <a:lnTo>
                        <a:pt x="78427" y="4858"/>
                      </a:lnTo>
                      <a:lnTo>
                        <a:pt x="78427" y="4668"/>
                      </a:lnTo>
                      <a:lnTo>
                        <a:pt x="78427" y="4477"/>
                      </a:lnTo>
                      <a:lnTo>
                        <a:pt x="78427" y="4275"/>
                      </a:lnTo>
                      <a:lnTo>
                        <a:pt x="78427" y="4085"/>
                      </a:lnTo>
                      <a:lnTo>
                        <a:pt x="78427" y="3894"/>
                      </a:lnTo>
                      <a:lnTo>
                        <a:pt x="78427" y="3692"/>
                      </a:lnTo>
                      <a:lnTo>
                        <a:pt x="78427" y="3501"/>
                      </a:lnTo>
                      <a:lnTo>
                        <a:pt x="78427" y="3311"/>
                      </a:lnTo>
                      <a:lnTo>
                        <a:pt x="78427" y="3108"/>
                      </a:lnTo>
                      <a:lnTo>
                        <a:pt x="78427" y="2918"/>
                      </a:lnTo>
                      <a:lnTo>
                        <a:pt x="78427" y="2727"/>
                      </a:lnTo>
                      <a:lnTo>
                        <a:pt x="78427" y="2525"/>
                      </a:lnTo>
                      <a:lnTo>
                        <a:pt x="78427" y="2334"/>
                      </a:lnTo>
                      <a:lnTo>
                        <a:pt x="78427" y="2144"/>
                      </a:lnTo>
                      <a:lnTo>
                        <a:pt x="78427" y="1941"/>
                      </a:lnTo>
                      <a:lnTo>
                        <a:pt x="78427" y="1751"/>
                      </a:lnTo>
                      <a:lnTo>
                        <a:pt x="78427" y="1560"/>
                      </a:lnTo>
                      <a:lnTo>
                        <a:pt x="78427" y="1358"/>
                      </a:lnTo>
                      <a:lnTo>
                        <a:pt x="78427" y="1167"/>
                      </a:lnTo>
                      <a:lnTo>
                        <a:pt x="78427" y="977"/>
                      </a:lnTo>
                      <a:lnTo>
                        <a:pt x="78427" y="775"/>
                      </a:lnTo>
                      <a:lnTo>
                        <a:pt x="78427" y="584"/>
                      </a:lnTo>
                      <a:lnTo>
                        <a:pt x="78427" y="394"/>
                      </a:lnTo>
                      <a:lnTo>
                        <a:pt x="78427" y="191"/>
                      </a:lnTo>
                      <a:lnTo>
                        <a:pt x="78427" y="1"/>
                      </a:lnTo>
                      <a:lnTo>
                        <a:pt x="78212" y="1"/>
                      </a:lnTo>
                      <a:cubicBezTo>
                        <a:pt x="78224" y="858"/>
                        <a:pt x="77760" y="1644"/>
                        <a:pt x="77022" y="2072"/>
                      </a:cubicBezTo>
                      <a:lnTo>
                        <a:pt x="41720" y="22444"/>
                      </a:lnTo>
                      <a:cubicBezTo>
                        <a:pt x="40946" y="22890"/>
                        <a:pt x="40083" y="23114"/>
                        <a:pt x="39218" y="23114"/>
                      </a:cubicBezTo>
                      <a:cubicBezTo>
                        <a:pt x="38353" y="23114"/>
                        <a:pt x="37487" y="22890"/>
                        <a:pt x="36707" y="22444"/>
                      </a:cubicBezTo>
                      <a:lnTo>
                        <a:pt x="1417" y="2072"/>
                      </a:lnTo>
                      <a:cubicBezTo>
                        <a:pt x="667" y="1644"/>
                        <a:pt x="215" y="858"/>
                        <a:pt x="226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A0FDF1">
                        <a:alpha val="41568"/>
                        <a:alpha val="41520"/>
                      </a:srgbClr>
                    </a:gs>
                    <a:gs pos="100000">
                      <a:srgbClr val="FFFFFF">
                        <a:alpha val="37254"/>
                        <a:alpha val="4152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61650" tIns="61650" rIns="61650" bIns="6165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6" name="Google Shape;196;p13"/>
                <p:cNvSpPr/>
                <p:nvPr/>
              </p:nvSpPr>
              <p:spPr>
                <a:xfrm>
                  <a:off x="5553063" y="1487604"/>
                  <a:ext cx="1981525" cy="116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261" h="46572" extrusionOk="0">
                      <a:moveTo>
                        <a:pt x="39635" y="1"/>
                      </a:moveTo>
                      <a:cubicBezTo>
                        <a:pt x="38749" y="1"/>
                        <a:pt x="37862" y="230"/>
                        <a:pt x="37065" y="688"/>
                      </a:cubicBezTo>
                      <a:lnTo>
                        <a:pt x="1679" y="21119"/>
                      </a:lnTo>
                      <a:cubicBezTo>
                        <a:pt x="1" y="22084"/>
                        <a:pt x="1" y="24489"/>
                        <a:pt x="1679" y="25453"/>
                      </a:cubicBezTo>
                      <a:lnTo>
                        <a:pt x="37065" y="45884"/>
                      </a:lnTo>
                      <a:cubicBezTo>
                        <a:pt x="37862" y="46343"/>
                        <a:pt x="38749" y="46572"/>
                        <a:pt x="39635" y="46572"/>
                      </a:cubicBezTo>
                      <a:cubicBezTo>
                        <a:pt x="40520" y="46572"/>
                        <a:pt x="41405" y="46343"/>
                        <a:pt x="42196" y="45884"/>
                      </a:cubicBezTo>
                      <a:lnTo>
                        <a:pt x="77594" y="25453"/>
                      </a:lnTo>
                      <a:cubicBezTo>
                        <a:pt x="79260" y="24489"/>
                        <a:pt x="79260" y="22084"/>
                        <a:pt x="77594" y="21119"/>
                      </a:cubicBezTo>
                      <a:lnTo>
                        <a:pt x="42196" y="688"/>
                      </a:lnTo>
                      <a:cubicBezTo>
                        <a:pt x="41405" y="230"/>
                        <a:pt x="40520" y="1"/>
                        <a:pt x="39635" y="1"/>
                      </a:cubicBezTo>
                      <a:close/>
                    </a:path>
                  </a:pathLst>
                </a:custGeom>
                <a:solidFill>
                  <a:srgbClr val="A0FDF1">
                    <a:alpha val="41520"/>
                  </a:srgbClr>
                </a:solidFill>
                <a:ln>
                  <a:noFill/>
                </a:ln>
              </p:spPr>
              <p:txBody>
                <a:bodyPr spcFirstLastPara="1" wrap="square" lIns="61650" tIns="61650" rIns="61650" bIns="6165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97" name="Google Shape;197;p13"/>
            <p:cNvGrpSpPr/>
            <p:nvPr/>
          </p:nvGrpSpPr>
          <p:grpSpPr>
            <a:xfrm>
              <a:off x="4819732" y="1979138"/>
              <a:ext cx="598632" cy="805372"/>
              <a:chOff x="3478424" y="1308364"/>
              <a:chExt cx="2187185" cy="2942536"/>
            </a:xfrm>
          </p:grpSpPr>
          <p:sp>
            <p:nvSpPr>
              <p:cNvPr id="198" name="Google Shape;198;p13"/>
              <p:cNvSpPr/>
              <p:nvPr/>
            </p:nvSpPr>
            <p:spPr>
              <a:xfrm>
                <a:off x="3485139" y="2969821"/>
                <a:ext cx="2180470" cy="1281079"/>
              </a:xfrm>
              <a:custGeom>
                <a:avLst/>
                <a:gdLst/>
                <a:ahLst/>
                <a:cxnLst/>
                <a:rect l="l" t="t" r="r" b="b"/>
                <a:pathLst>
                  <a:path w="79261" h="46572" extrusionOk="0">
                    <a:moveTo>
                      <a:pt x="39635" y="1"/>
                    </a:moveTo>
                    <a:cubicBezTo>
                      <a:pt x="38749" y="1"/>
                      <a:pt x="37862" y="230"/>
                      <a:pt x="37065" y="688"/>
                    </a:cubicBezTo>
                    <a:lnTo>
                      <a:pt x="1679" y="21119"/>
                    </a:lnTo>
                    <a:cubicBezTo>
                      <a:pt x="1" y="22084"/>
                      <a:pt x="1" y="24489"/>
                      <a:pt x="1679" y="25453"/>
                    </a:cubicBezTo>
                    <a:lnTo>
                      <a:pt x="37065" y="45884"/>
                    </a:lnTo>
                    <a:cubicBezTo>
                      <a:pt x="37862" y="46343"/>
                      <a:pt x="38749" y="46572"/>
                      <a:pt x="39635" y="46572"/>
                    </a:cubicBezTo>
                    <a:cubicBezTo>
                      <a:pt x="40520" y="46572"/>
                      <a:pt x="41405" y="46343"/>
                      <a:pt x="42196" y="45884"/>
                    </a:cubicBezTo>
                    <a:lnTo>
                      <a:pt x="77594" y="25453"/>
                    </a:lnTo>
                    <a:cubicBezTo>
                      <a:pt x="79260" y="24489"/>
                      <a:pt x="79260" y="22084"/>
                      <a:pt x="77594" y="21119"/>
                    </a:cubicBezTo>
                    <a:lnTo>
                      <a:pt x="42196" y="688"/>
                    </a:lnTo>
                    <a:cubicBezTo>
                      <a:pt x="41405" y="230"/>
                      <a:pt x="40520" y="1"/>
                      <a:pt x="3963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Google Shape;199;p13"/>
              <p:cNvSpPr/>
              <p:nvPr/>
            </p:nvSpPr>
            <p:spPr>
              <a:xfrm>
                <a:off x="3793045" y="1947520"/>
                <a:ext cx="1550129" cy="2096604"/>
              </a:xfrm>
              <a:custGeom>
                <a:avLst/>
                <a:gdLst/>
                <a:ahLst/>
                <a:cxnLst/>
                <a:rect l="l" t="t" r="r" b="b"/>
                <a:pathLst>
                  <a:path w="52721" h="71307" extrusionOk="0">
                    <a:moveTo>
                      <a:pt x="52709" y="0"/>
                    </a:moveTo>
                    <a:lnTo>
                      <a:pt x="0" y="0"/>
                    </a:lnTo>
                    <a:lnTo>
                      <a:pt x="0" y="55495"/>
                    </a:lnTo>
                    <a:cubicBezTo>
                      <a:pt x="0" y="56090"/>
                      <a:pt x="321" y="56650"/>
                      <a:pt x="845" y="56948"/>
                    </a:cubicBezTo>
                    <a:lnTo>
                      <a:pt x="24646" y="70699"/>
                    </a:lnTo>
                    <a:cubicBezTo>
                      <a:pt x="25706" y="71306"/>
                      <a:pt x="27027" y="71306"/>
                      <a:pt x="28087" y="70699"/>
                    </a:cubicBezTo>
                    <a:lnTo>
                      <a:pt x="51876" y="56948"/>
                    </a:lnTo>
                    <a:cubicBezTo>
                      <a:pt x="52399" y="56650"/>
                      <a:pt x="52721" y="56090"/>
                      <a:pt x="52721" y="55495"/>
                    </a:cubicBezTo>
                    <a:lnTo>
                      <a:pt x="52721" y="5549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Google Shape;200;p13"/>
              <p:cNvSpPr/>
              <p:nvPr/>
            </p:nvSpPr>
            <p:spPr>
              <a:xfrm>
                <a:off x="3784988" y="1482593"/>
                <a:ext cx="1566242" cy="929825"/>
              </a:xfrm>
              <a:custGeom>
                <a:avLst/>
                <a:gdLst/>
                <a:ahLst/>
                <a:cxnLst/>
                <a:rect l="l" t="t" r="r" b="b"/>
                <a:pathLst>
                  <a:path w="53269" h="31624" extrusionOk="0">
                    <a:moveTo>
                      <a:pt x="24920" y="31004"/>
                    </a:moveTo>
                    <a:lnTo>
                      <a:pt x="1119" y="17265"/>
                    </a:lnTo>
                    <a:cubicBezTo>
                      <a:pt x="0" y="16622"/>
                      <a:pt x="0" y="15002"/>
                      <a:pt x="1119" y="14359"/>
                    </a:cubicBezTo>
                    <a:lnTo>
                      <a:pt x="24920" y="620"/>
                    </a:lnTo>
                    <a:cubicBezTo>
                      <a:pt x="25980" y="1"/>
                      <a:pt x="27301" y="1"/>
                      <a:pt x="28361" y="620"/>
                    </a:cubicBezTo>
                    <a:lnTo>
                      <a:pt x="52150" y="14359"/>
                    </a:lnTo>
                    <a:cubicBezTo>
                      <a:pt x="53269" y="15002"/>
                      <a:pt x="53269" y="16622"/>
                      <a:pt x="52150" y="17265"/>
                    </a:cubicBezTo>
                    <a:lnTo>
                      <a:pt x="28361" y="31004"/>
                    </a:lnTo>
                    <a:cubicBezTo>
                      <a:pt x="27289" y="31624"/>
                      <a:pt x="25980" y="31624"/>
                      <a:pt x="24920" y="3100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201;p13"/>
              <p:cNvSpPr/>
              <p:nvPr/>
            </p:nvSpPr>
            <p:spPr>
              <a:xfrm>
                <a:off x="3818244" y="2089627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7"/>
                    </a:moveTo>
                    <a:lnTo>
                      <a:pt x="0" y="1561"/>
                    </a:lnTo>
                    <a:lnTo>
                      <a:pt x="0" y="1"/>
                    </a:lnTo>
                    <a:lnTo>
                      <a:pt x="24194" y="1395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Google Shape;202;p13"/>
              <p:cNvSpPr/>
              <p:nvPr/>
            </p:nvSpPr>
            <p:spPr>
              <a:xfrm>
                <a:off x="3818244" y="2153697"/>
                <a:ext cx="711364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9" extrusionOk="0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Google Shape;203;p13"/>
              <p:cNvSpPr/>
              <p:nvPr/>
            </p:nvSpPr>
            <p:spPr>
              <a:xfrm>
                <a:off x="3818244" y="2218120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Google Shape;204;p13"/>
              <p:cNvSpPr/>
              <p:nvPr/>
            </p:nvSpPr>
            <p:spPr>
              <a:xfrm>
                <a:off x="3818244" y="2282543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13"/>
              <p:cNvSpPr/>
              <p:nvPr/>
            </p:nvSpPr>
            <p:spPr>
              <a:xfrm>
                <a:off x="3818244" y="2346966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Google Shape;206;p13"/>
              <p:cNvSpPr/>
              <p:nvPr/>
            </p:nvSpPr>
            <p:spPr>
              <a:xfrm>
                <a:off x="3818244" y="246178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Google Shape;207;p13"/>
              <p:cNvSpPr/>
              <p:nvPr/>
            </p:nvSpPr>
            <p:spPr>
              <a:xfrm>
                <a:off x="3818244" y="2526209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Google Shape;208;p13"/>
              <p:cNvSpPr/>
              <p:nvPr/>
            </p:nvSpPr>
            <p:spPr>
              <a:xfrm>
                <a:off x="3818244" y="2590250"/>
                <a:ext cx="711364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9" extrusionOk="0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Google Shape;209;p13"/>
              <p:cNvSpPr/>
              <p:nvPr/>
            </p:nvSpPr>
            <p:spPr>
              <a:xfrm>
                <a:off x="3818244" y="2654673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Google Shape;210;p13"/>
              <p:cNvSpPr/>
              <p:nvPr/>
            </p:nvSpPr>
            <p:spPr>
              <a:xfrm>
                <a:off x="3818244" y="271909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Google Shape;211;p13"/>
              <p:cNvSpPr/>
              <p:nvPr/>
            </p:nvSpPr>
            <p:spPr>
              <a:xfrm>
                <a:off x="3818244" y="283391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Google Shape;212;p13"/>
              <p:cNvSpPr/>
              <p:nvPr/>
            </p:nvSpPr>
            <p:spPr>
              <a:xfrm>
                <a:off x="3818244" y="2898339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Google Shape;213;p13"/>
              <p:cNvSpPr/>
              <p:nvPr/>
            </p:nvSpPr>
            <p:spPr>
              <a:xfrm>
                <a:off x="3818244" y="2962762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Google Shape;214;p13"/>
              <p:cNvSpPr/>
              <p:nvPr/>
            </p:nvSpPr>
            <p:spPr>
              <a:xfrm>
                <a:off x="3818244" y="3026803"/>
                <a:ext cx="711364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9" extrusionOk="0">
                    <a:moveTo>
                      <a:pt x="24194" y="15539"/>
                    </a:moveTo>
                    <a:lnTo>
                      <a:pt x="0" y="1573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Google Shape;215;p13"/>
              <p:cNvSpPr/>
              <p:nvPr/>
            </p:nvSpPr>
            <p:spPr>
              <a:xfrm>
                <a:off x="3818244" y="309122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Google Shape;216;p13"/>
              <p:cNvSpPr/>
              <p:nvPr/>
            </p:nvSpPr>
            <p:spPr>
              <a:xfrm>
                <a:off x="3818244" y="320604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7"/>
                    </a:moveTo>
                    <a:lnTo>
                      <a:pt x="0" y="1573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Google Shape;217;p13"/>
              <p:cNvSpPr/>
              <p:nvPr/>
            </p:nvSpPr>
            <p:spPr>
              <a:xfrm>
                <a:off x="3818244" y="3270469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Google Shape;218;p13"/>
              <p:cNvSpPr/>
              <p:nvPr/>
            </p:nvSpPr>
            <p:spPr>
              <a:xfrm>
                <a:off x="3818244" y="3334892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Google Shape;219;p13"/>
              <p:cNvSpPr/>
              <p:nvPr/>
            </p:nvSpPr>
            <p:spPr>
              <a:xfrm>
                <a:off x="3818244" y="3399315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Google Shape;220;p13"/>
              <p:cNvSpPr/>
              <p:nvPr/>
            </p:nvSpPr>
            <p:spPr>
              <a:xfrm>
                <a:off x="3818244" y="3463385"/>
                <a:ext cx="711364" cy="456856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8" extrusionOk="0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Google Shape;221;p13"/>
              <p:cNvSpPr/>
              <p:nvPr/>
            </p:nvSpPr>
            <p:spPr>
              <a:xfrm>
                <a:off x="4606639" y="2089627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7"/>
                    </a:moveTo>
                    <a:lnTo>
                      <a:pt x="24182" y="1561"/>
                    </a:lnTo>
                    <a:lnTo>
                      <a:pt x="24182" y="1"/>
                    </a:lnTo>
                    <a:lnTo>
                      <a:pt x="0" y="1395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Google Shape;222;p13"/>
              <p:cNvSpPr/>
              <p:nvPr/>
            </p:nvSpPr>
            <p:spPr>
              <a:xfrm>
                <a:off x="4606639" y="2153697"/>
                <a:ext cx="711011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9" extrusionOk="0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Google Shape;223;p13"/>
              <p:cNvSpPr/>
              <p:nvPr/>
            </p:nvSpPr>
            <p:spPr>
              <a:xfrm>
                <a:off x="4606639" y="2218120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Google Shape;224;p13"/>
              <p:cNvSpPr/>
              <p:nvPr/>
            </p:nvSpPr>
            <p:spPr>
              <a:xfrm>
                <a:off x="4606639" y="2282543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Google Shape;225;p13"/>
              <p:cNvSpPr/>
              <p:nvPr/>
            </p:nvSpPr>
            <p:spPr>
              <a:xfrm>
                <a:off x="4606639" y="2346966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Google Shape;226;p13"/>
              <p:cNvSpPr/>
              <p:nvPr/>
            </p:nvSpPr>
            <p:spPr>
              <a:xfrm>
                <a:off x="4606639" y="246178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Google Shape;227;p13"/>
              <p:cNvSpPr/>
              <p:nvPr/>
            </p:nvSpPr>
            <p:spPr>
              <a:xfrm>
                <a:off x="4606639" y="2526209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Google Shape;228;p13"/>
              <p:cNvSpPr/>
              <p:nvPr/>
            </p:nvSpPr>
            <p:spPr>
              <a:xfrm>
                <a:off x="4606639" y="2590250"/>
                <a:ext cx="711011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9" extrusionOk="0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Google Shape;229;p13"/>
              <p:cNvSpPr/>
              <p:nvPr/>
            </p:nvSpPr>
            <p:spPr>
              <a:xfrm>
                <a:off x="4606639" y="2654673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Google Shape;230;p13"/>
              <p:cNvSpPr/>
              <p:nvPr/>
            </p:nvSpPr>
            <p:spPr>
              <a:xfrm>
                <a:off x="4606639" y="271909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Google Shape;231;p13"/>
              <p:cNvSpPr/>
              <p:nvPr/>
            </p:nvSpPr>
            <p:spPr>
              <a:xfrm>
                <a:off x="4606639" y="283391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Google Shape;232;p13"/>
              <p:cNvSpPr/>
              <p:nvPr/>
            </p:nvSpPr>
            <p:spPr>
              <a:xfrm>
                <a:off x="4606639" y="2898339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Google Shape;233;p13"/>
              <p:cNvSpPr/>
              <p:nvPr/>
            </p:nvSpPr>
            <p:spPr>
              <a:xfrm>
                <a:off x="4606639" y="2962762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Google Shape;234;p13"/>
              <p:cNvSpPr/>
              <p:nvPr/>
            </p:nvSpPr>
            <p:spPr>
              <a:xfrm>
                <a:off x="4606639" y="3026803"/>
                <a:ext cx="711011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9" extrusionOk="0">
                    <a:moveTo>
                      <a:pt x="0" y="15539"/>
                    </a:moveTo>
                    <a:lnTo>
                      <a:pt x="24182" y="1573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Google Shape;235;p13"/>
              <p:cNvSpPr/>
              <p:nvPr/>
            </p:nvSpPr>
            <p:spPr>
              <a:xfrm>
                <a:off x="4606639" y="309122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Google Shape;236;p13"/>
              <p:cNvSpPr/>
              <p:nvPr/>
            </p:nvSpPr>
            <p:spPr>
              <a:xfrm>
                <a:off x="4606639" y="320604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7"/>
                    </a:moveTo>
                    <a:lnTo>
                      <a:pt x="24182" y="1573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Google Shape;237;p13"/>
              <p:cNvSpPr/>
              <p:nvPr/>
            </p:nvSpPr>
            <p:spPr>
              <a:xfrm>
                <a:off x="4606639" y="3270469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Google Shape;238;p13"/>
              <p:cNvSpPr/>
              <p:nvPr/>
            </p:nvSpPr>
            <p:spPr>
              <a:xfrm>
                <a:off x="4606639" y="3334892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Google Shape;239;p13"/>
              <p:cNvSpPr/>
              <p:nvPr/>
            </p:nvSpPr>
            <p:spPr>
              <a:xfrm>
                <a:off x="4606639" y="3399315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Google Shape;240;p13"/>
              <p:cNvSpPr/>
              <p:nvPr/>
            </p:nvSpPr>
            <p:spPr>
              <a:xfrm>
                <a:off x="4606639" y="3463385"/>
                <a:ext cx="711011" cy="456856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8" extrusionOk="0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41" name="Google Shape;241;p13"/>
              <p:cNvGrpSpPr/>
              <p:nvPr/>
            </p:nvGrpSpPr>
            <p:grpSpPr>
              <a:xfrm>
                <a:off x="3478424" y="1308364"/>
                <a:ext cx="2180470" cy="1878295"/>
                <a:chOff x="5553063" y="1487604"/>
                <a:chExt cx="1981525" cy="1707075"/>
              </a:xfrm>
            </p:grpSpPr>
            <p:sp>
              <p:nvSpPr>
                <p:cNvPr id="242" name="Google Shape;242;p13"/>
                <p:cNvSpPr/>
                <p:nvPr/>
              </p:nvSpPr>
              <p:spPr>
                <a:xfrm>
                  <a:off x="5563488" y="2071829"/>
                  <a:ext cx="1960975" cy="1122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439" h="44914" extrusionOk="0">
                      <a:moveTo>
                        <a:pt x="12" y="1"/>
                      </a:moveTo>
                      <a:cubicBezTo>
                        <a:pt x="12" y="72"/>
                        <a:pt x="12" y="132"/>
                        <a:pt x="12" y="191"/>
                      </a:cubicBezTo>
                      <a:cubicBezTo>
                        <a:pt x="12" y="263"/>
                        <a:pt x="12" y="322"/>
                        <a:pt x="12" y="394"/>
                      </a:cubicBezTo>
                      <a:cubicBezTo>
                        <a:pt x="12" y="453"/>
                        <a:pt x="12" y="525"/>
                        <a:pt x="12" y="584"/>
                      </a:cubicBezTo>
                      <a:cubicBezTo>
                        <a:pt x="12" y="656"/>
                        <a:pt x="12" y="715"/>
                        <a:pt x="12" y="775"/>
                      </a:cubicBezTo>
                      <a:cubicBezTo>
                        <a:pt x="12" y="846"/>
                        <a:pt x="12" y="906"/>
                        <a:pt x="12" y="977"/>
                      </a:cubicBezTo>
                      <a:cubicBezTo>
                        <a:pt x="12" y="1037"/>
                        <a:pt x="12" y="1108"/>
                        <a:pt x="12" y="1167"/>
                      </a:cubicBezTo>
                      <a:cubicBezTo>
                        <a:pt x="12" y="1239"/>
                        <a:pt x="12" y="1298"/>
                        <a:pt x="12" y="1358"/>
                      </a:cubicBezTo>
                      <a:cubicBezTo>
                        <a:pt x="12" y="1429"/>
                        <a:pt x="12" y="1489"/>
                        <a:pt x="12" y="1560"/>
                      </a:cubicBezTo>
                      <a:cubicBezTo>
                        <a:pt x="12" y="1620"/>
                        <a:pt x="12" y="1691"/>
                        <a:pt x="12" y="1751"/>
                      </a:cubicBezTo>
                      <a:cubicBezTo>
                        <a:pt x="12" y="1822"/>
                        <a:pt x="12" y="1882"/>
                        <a:pt x="12" y="1941"/>
                      </a:cubicBezTo>
                      <a:cubicBezTo>
                        <a:pt x="12" y="2013"/>
                        <a:pt x="12" y="2072"/>
                        <a:pt x="12" y="2144"/>
                      </a:cubicBezTo>
                      <a:cubicBezTo>
                        <a:pt x="12" y="2203"/>
                        <a:pt x="12" y="2275"/>
                        <a:pt x="12" y="2334"/>
                      </a:cubicBezTo>
                      <a:cubicBezTo>
                        <a:pt x="12" y="2406"/>
                        <a:pt x="12" y="2465"/>
                        <a:pt x="12" y="2525"/>
                      </a:cubicBezTo>
                      <a:cubicBezTo>
                        <a:pt x="12" y="2596"/>
                        <a:pt x="12" y="2656"/>
                        <a:pt x="12" y="2727"/>
                      </a:cubicBezTo>
                      <a:cubicBezTo>
                        <a:pt x="12" y="2787"/>
                        <a:pt x="12" y="2858"/>
                        <a:pt x="12" y="2918"/>
                      </a:cubicBezTo>
                      <a:cubicBezTo>
                        <a:pt x="12" y="2989"/>
                        <a:pt x="12" y="3049"/>
                        <a:pt x="12" y="3108"/>
                      </a:cubicBezTo>
                      <a:cubicBezTo>
                        <a:pt x="12" y="3180"/>
                        <a:pt x="12" y="3239"/>
                        <a:pt x="12" y="3311"/>
                      </a:cubicBezTo>
                      <a:cubicBezTo>
                        <a:pt x="12" y="3370"/>
                        <a:pt x="12" y="3442"/>
                        <a:pt x="12" y="3501"/>
                      </a:cubicBezTo>
                      <a:cubicBezTo>
                        <a:pt x="12" y="3573"/>
                        <a:pt x="12" y="3632"/>
                        <a:pt x="12" y="3692"/>
                      </a:cubicBezTo>
                      <a:cubicBezTo>
                        <a:pt x="12" y="3763"/>
                        <a:pt x="12" y="3823"/>
                        <a:pt x="12" y="3894"/>
                      </a:cubicBezTo>
                      <a:cubicBezTo>
                        <a:pt x="12" y="3954"/>
                        <a:pt x="12" y="4025"/>
                        <a:pt x="12" y="4085"/>
                      </a:cubicBezTo>
                      <a:cubicBezTo>
                        <a:pt x="12" y="4156"/>
                        <a:pt x="12" y="4215"/>
                        <a:pt x="12" y="4275"/>
                      </a:cubicBezTo>
                      <a:cubicBezTo>
                        <a:pt x="12" y="4346"/>
                        <a:pt x="12" y="4406"/>
                        <a:pt x="12" y="4477"/>
                      </a:cubicBezTo>
                      <a:cubicBezTo>
                        <a:pt x="12" y="4537"/>
                        <a:pt x="12" y="4608"/>
                        <a:pt x="12" y="4668"/>
                      </a:cubicBezTo>
                      <a:cubicBezTo>
                        <a:pt x="12" y="4739"/>
                        <a:pt x="12" y="4799"/>
                        <a:pt x="12" y="4858"/>
                      </a:cubicBezTo>
                      <a:cubicBezTo>
                        <a:pt x="12" y="4930"/>
                        <a:pt x="12" y="4989"/>
                        <a:pt x="12" y="5061"/>
                      </a:cubicBezTo>
                      <a:cubicBezTo>
                        <a:pt x="12" y="5120"/>
                        <a:pt x="12" y="5192"/>
                        <a:pt x="12" y="5251"/>
                      </a:cubicBezTo>
                      <a:cubicBezTo>
                        <a:pt x="12" y="5323"/>
                        <a:pt x="12" y="5382"/>
                        <a:pt x="12" y="5442"/>
                      </a:cubicBezTo>
                      <a:cubicBezTo>
                        <a:pt x="12" y="5513"/>
                        <a:pt x="12" y="5573"/>
                        <a:pt x="12" y="5644"/>
                      </a:cubicBezTo>
                      <a:cubicBezTo>
                        <a:pt x="12" y="5704"/>
                        <a:pt x="12" y="5775"/>
                        <a:pt x="12" y="5835"/>
                      </a:cubicBezTo>
                      <a:cubicBezTo>
                        <a:pt x="12" y="5906"/>
                        <a:pt x="12" y="5966"/>
                        <a:pt x="12" y="6025"/>
                      </a:cubicBezTo>
                      <a:cubicBezTo>
                        <a:pt x="12" y="6097"/>
                        <a:pt x="12" y="6156"/>
                        <a:pt x="12" y="6228"/>
                      </a:cubicBezTo>
                      <a:cubicBezTo>
                        <a:pt x="12" y="6287"/>
                        <a:pt x="12" y="6359"/>
                        <a:pt x="12" y="6418"/>
                      </a:cubicBezTo>
                      <a:cubicBezTo>
                        <a:pt x="12" y="6490"/>
                        <a:pt x="12" y="6549"/>
                        <a:pt x="12" y="6609"/>
                      </a:cubicBezTo>
                      <a:cubicBezTo>
                        <a:pt x="12" y="6680"/>
                        <a:pt x="12" y="6740"/>
                        <a:pt x="12" y="6811"/>
                      </a:cubicBezTo>
                      <a:cubicBezTo>
                        <a:pt x="12" y="6871"/>
                        <a:pt x="12" y="6942"/>
                        <a:pt x="12" y="7002"/>
                      </a:cubicBezTo>
                      <a:cubicBezTo>
                        <a:pt x="12" y="7073"/>
                        <a:pt x="12" y="7132"/>
                        <a:pt x="12" y="7192"/>
                      </a:cubicBezTo>
                      <a:cubicBezTo>
                        <a:pt x="12" y="7263"/>
                        <a:pt x="12" y="7323"/>
                        <a:pt x="12" y="7394"/>
                      </a:cubicBezTo>
                      <a:cubicBezTo>
                        <a:pt x="12" y="7454"/>
                        <a:pt x="12" y="7525"/>
                        <a:pt x="12" y="7585"/>
                      </a:cubicBezTo>
                      <a:cubicBezTo>
                        <a:pt x="12" y="7656"/>
                        <a:pt x="12" y="7716"/>
                        <a:pt x="12" y="7775"/>
                      </a:cubicBezTo>
                      <a:cubicBezTo>
                        <a:pt x="12" y="7847"/>
                        <a:pt x="12" y="7906"/>
                        <a:pt x="12" y="7978"/>
                      </a:cubicBezTo>
                      <a:cubicBezTo>
                        <a:pt x="12" y="8037"/>
                        <a:pt x="12" y="8109"/>
                        <a:pt x="12" y="8168"/>
                      </a:cubicBezTo>
                      <a:cubicBezTo>
                        <a:pt x="12" y="8228"/>
                        <a:pt x="12" y="8299"/>
                        <a:pt x="12" y="8359"/>
                      </a:cubicBezTo>
                      <a:cubicBezTo>
                        <a:pt x="12" y="8430"/>
                        <a:pt x="12" y="8490"/>
                        <a:pt x="12" y="8561"/>
                      </a:cubicBezTo>
                      <a:cubicBezTo>
                        <a:pt x="12" y="8621"/>
                        <a:pt x="12" y="8692"/>
                        <a:pt x="12" y="8752"/>
                      </a:cubicBezTo>
                      <a:cubicBezTo>
                        <a:pt x="12" y="8811"/>
                        <a:pt x="12" y="8883"/>
                        <a:pt x="12" y="8942"/>
                      </a:cubicBezTo>
                      <a:cubicBezTo>
                        <a:pt x="12" y="9014"/>
                        <a:pt x="12" y="9073"/>
                        <a:pt x="12" y="9145"/>
                      </a:cubicBezTo>
                      <a:cubicBezTo>
                        <a:pt x="12" y="9204"/>
                        <a:pt x="12" y="9276"/>
                        <a:pt x="12" y="9335"/>
                      </a:cubicBezTo>
                      <a:cubicBezTo>
                        <a:pt x="12" y="9395"/>
                        <a:pt x="12" y="9466"/>
                        <a:pt x="12" y="9526"/>
                      </a:cubicBezTo>
                      <a:cubicBezTo>
                        <a:pt x="12" y="9597"/>
                        <a:pt x="12" y="9657"/>
                        <a:pt x="12" y="9728"/>
                      </a:cubicBezTo>
                      <a:cubicBezTo>
                        <a:pt x="12" y="9788"/>
                        <a:pt x="12" y="9859"/>
                        <a:pt x="12" y="9919"/>
                      </a:cubicBezTo>
                      <a:cubicBezTo>
                        <a:pt x="12" y="9978"/>
                        <a:pt x="12" y="10050"/>
                        <a:pt x="12" y="10109"/>
                      </a:cubicBezTo>
                      <a:cubicBezTo>
                        <a:pt x="12" y="10180"/>
                        <a:pt x="12" y="10240"/>
                        <a:pt x="12" y="10311"/>
                      </a:cubicBezTo>
                      <a:cubicBezTo>
                        <a:pt x="12" y="10371"/>
                        <a:pt x="12" y="10442"/>
                        <a:pt x="12" y="10502"/>
                      </a:cubicBezTo>
                      <a:cubicBezTo>
                        <a:pt x="12" y="10561"/>
                        <a:pt x="12" y="10633"/>
                        <a:pt x="12" y="10692"/>
                      </a:cubicBezTo>
                      <a:cubicBezTo>
                        <a:pt x="12" y="10764"/>
                        <a:pt x="12" y="10823"/>
                        <a:pt x="12" y="10895"/>
                      </a:cubicBezTo>
                      <a:cubicBezTo>
                        <a:pt x="12" y="10954"/>
                        <a:pt x="12" y="11026"/>
                        <a:pt x="12" y="11085"/>
                      </a:cubicBezTo>
                      <a:cubicBezTo>
                        <a:pt x="12" y="11145"/>
                        <a:pt x="12" y="11216"/>
                        <a:pt x="12" y="11276"/>
                      </a:cubicBezTo>
                      <a:cubicBezTo>
                        <a:pt x="12" y="11347"/>
                        <a:pt x="12" y="11407"/>
                        <a:pt x="12" y="11478"/>
                      </a:cubicBezTo>
                      <a:cubicBezTo>
                        <a:pt x="12" y="11538"/>
                        <a:pt x="12" y="11609"/>
                        <a:pt x="12" y="11669"/>
                      </a:cubicBezTo>
                      <a:cubicBezTo>
                        <a:pt x="12" y="11728"/>
                        <a:pt x="12" y="11800"/>
                        <a:pt x="12" y="11859"/>
                      </a:cubicBezTo>
                      <a:cubicBezTo>
                        <a:pt x="12" y="11931"/>
                        <a:pt x="12" y="11990"/>
                        <a:pt x="12" y="12062"/>
                      </a:cubicBezTo>
                      <a:cubicBezTo>
                        <a:pt x="12" y="12121"/>
                        <a:pt x="12" y="12193"/>
                        <a:pt x="12" y="12252"/>
                      </a:cubicBezTo>
                      <a:cubicBezTo>
                        <a:pt x="12" y="12312"/>
                        <a:pt x="12" y="12383"/>
                        <a:pt x="12" y="12443"/>
                      </a:cubicBezTo>
                      <a:cubicBezTo>
                        <a:pt x="12" y="12514"/>
                        <a:pt x="12" y="12574"/>
                        <a:pt x="12" y="12645"/>
                      </a:cubicBezTo>
                      <a:cubicBezTo>
                        <a:pt x="12" y="12705"/>
                        <a:pt x="12" y="12776"/>
                        <a:pt x="12" y="12836"/>
                      </a:cubicBezTo>
                      <a:cubicBezTo>
                        <a:pt x="12" y="12895"/>
                        <a:pt x="12" y="12967"/>
                        <a:pt x="12" y="13026"/>
                      </a:cubicBezTo>
                      <a:cubicBezTo>
                        <a:pt x="12" y="13098"/>
                        <a:pt x="12" y="13157"/>
                        <a:pt x="12" y="13228"/>
                      </a:cubicBezTo>
                      <a:cubicBezTo>
                        <a:pt x="12" y="13288"/>
                        <a:pt x="12" y="13359"/>
                        <a:pt x="12" y="13419"/>
                      </a:cubicBezTo>
                      <a:cubicBezTo>
                        <a:pt x="12" y="13479"/>
                        <a:pt x="12" y="13550"/>
                        <a:pt x="12" y="13609"/>
                      </a:cubicBezTo>
                      <a:cubicBezTo>
                        <a:pt x="12" y="13681"/>
                        <a:pt x="12" y="13740"/>
                        <a:pt x="12" y="13812"/>
                      </a:cubicBezTo>
                      <a:cubicBezTo>
                        <a:pt x="12" y="13871"/>
                        <a:pt x="12" y="13943"/>
                        <a:pt x="12" y="14002"/>
                      </a:cubicBezTo>
                      <a:cubicBezTo>
                        <a:pt x="12" y="14062"/>
                        <a:pt x="12" y="14133"/>
                        <a:pt x="12" y="14193"/>
                      </a:cubicBezTo>
                      <a:cubicBezTo>
                        <a:pt x="12" y="14264"/>
                        <a:pt x="12" y="14324"/>
                        <a:pt x="12" y="14395"/>
                      </a:cubicBezTo>
                      <a:cubicBezTo>
                        <a:pt x="12" y="14455"/>
                        <a:pt x="12" y="14526"/>
                        <a:pt x="12" y="14586"/>
                      </a:cubicBezTo>
                      <a:cubicBezTo>
                        <a:pt x="12" y="14645"/>
                        <a:pt x="12" y="14717"/>
                        <a:pt x="12" y="14776"/>
                      </a:cubicBezTo>
                      <a:cubicBezTo>
                        <a:pt x="12" y="14848"/>
                        <a:pt x="12" y="14907"/>
                        <a:pt x="12" y="14979"/>
                      </a:cubicBezTo>
                      <a:cubicBezTo>
                        <a:pt x="12" y="15038"/>
                        <a:pt x="12" y="15110"/>
                        <a:pt x="12" y="15169"/>
                      </a:cubicBezTo>
                      <a:cubicBezTo>
                        <a:pt x="12" y="15229"/>
                        <a:pt x="12" y="15300"/>
                        <a:pt x="12" y="15360"/>
                      </a:cubicBezTo>
                      <a:cubicBezTo>
                        <a:pt x="12" y="15431"/>
                        <a:pt x="12" y="15491"/>
                        <a:pt x="12" y="15562"/>
                      </a:cubicBezTo>
                      <a:cubicBezTo>
                        <a:pt x="12" y="15622"/>
                        <a:pt x="12" y="15693"/>
                        <a:pt x="12" y="15753"/>
                      </a:cubicBezTo>
                      <a:cubicBezTo>
                        <a:pt x="12" y="15812"/>
                        <a:pt x="12" y="15884"/>
                        <a:pt x="12" y="15943"/>
                      </a:cubicBezTo>
                      <a:cubicBezTo>
                        <a:pt x="12" y="16015"/>
                        <a:pt x="12" y="16074"/>
                        <a:pt x="12" y="16146"/>
                      </a:cubicBezTo>
                      <a:cubicBezTo>
                        <a:pt x="12" y="16205"/>
                        <a:pt x="12" y="16276"/>
                        <a:pt x="12" y="16336"/>
                      </a:cubicBezTo>
                      <a:cubicBezTo>
                        <a:pt x="12" y="16396"/>
                        <a:pt x="12" y="16467"/>
                        <a:pt x="12" y="16527"/>
                      </a:cubicBezTo>
                      <a:cubicBezTo>
                        <a:pt x="12" y="16598"/>
                        <a:pt x="12" y="16657"/>
                        <a:pt x="12" y="16729"/>
                      </a:cubicBezTo>
                      <a:cubicBezTo>
                        <a:pt x="12" y="16788"/>
                        <a:pt x="12" y="16860"/>
                        <a:pt x="12" y="16919"/>
                      </a:cubicBezTo>
                      <a:cubicBezTo>
                        <a:pt x="12" y="16979"/>
                        <a:pt x="12" y="17050"/>
                        <a:pt x="12" y="17110"/>
                      </a:cubicBezTo>
                      <a:cubicBezTo>
                        <a:pt x="12" y="17181"/>
                        <a:pt x="12" y="17241"/>
                        <a:pt x="12" y="17312"/>
                      </a:cubicBezTo>
                      <a:cubicBezTo>
                        <a:pt x="12" y="17372"/>
                        <a:pt x="12" y="17443"/>
                        <a:pt x="12" y="17503"/>
                      </a:cubicBezTo>
                      <a:cubicBezTo>
                        <a:pt x="12" y="17562"/>
                        <a:pt x="12" y="17634"/>
                        <a:pt x="12" y="17693"/>
                      </a:cubicBezTo>
                      <a:cubicBezTo>
                        <a:pt x="12" y="17765"/>
                        <a:pt x="12" y="17824"/>
                        <a:pt x="12" y="17896"/>
                      </a:cubicBezTo>
                      <a:cubicBezTo>
                        <a:pt x="12" y="17955"/>
                        <a:pt x="12" y="18015"/>
                        <a:pt x="12" y="18086"/>
                      </a:cubicBezTo>
                      <a:cubicBezTo>
                        <a:pt x="12" y="18146"/>
                        <a:pt x="12" y="18217"/>
                        <a:pt x="12" y="18277"/>
                      </a:cubicBezTo>
                      <a:cubicBezTo>
                        <a:pt x="12" y="18348"/>
                        <a:pt x="12" y="18408"/>
                        <a:pt x="12" y="18479"/>
                      </a:cubicBezTo>
                      <a:cubicBezTo>
                        <a:pt x="12" y="18539"/>
                        <a:pt x="12" y="18598"/>
                        <a:pt x="12" y="18670"/>
                      </a:cubicBezTo>
                      <a:cubicBezTo>
                        <a:pt x="12" y="18729"/>
                        <a:pt x="12" y="18801"/>
                        <a:pt x="12" y="18860"/>
                      </a:cubicBezTo>
                      <a:cubicBezTo>
                        <a:pt x="12" y="18932"/>
                        <a:pt x="12" y="18991"/>
                        <a:pt x="12" y="19063"/>
                      </a:cubicBezTo>
                      <a:cubicBezTo>
                        <a:pt x="12" y="19122"/>
                        <a:pt x="12" y="19182"/>
                        <a:pt x="12" y="19253"/>
                      </a:cubicBezTo>
                      <a:cubicBezTo>
                        <a:pt x="12" y="19313"/>
                        <a:pt x="12" y="19384"/>
                        <a:pt x="12" y="19444"/>
                      </a:cubicBezTo>
                      <a:cubicBezTo>
                        <a:pt x="12" y="19515"/>
                        <a:pt x="12" y="19575"/>
                        <a:pt x="12" y="19646"/>
                      </a:cubicBezTo>
                      <a:cubicBezTo>
                        <a:pt x="12" y="19705"/>
                        <a:pt x="12" y="19765"/>
                        <a:pt x="12" y="19836"/>
                      </a:cubicBezTo>
                      <a:cubicBezTo>
                        <a:pt x="12" y="19896"/>
                        <a:pt x="12" y="19967"/>
                        <a:pt x="12" y="20027"/>
                      </a:cubicBezTo>
                      <a:cubicBezTo>
                        <a:pt x="12" y="20098"/>
                        <a:pt x="12" y="20158"/>
                        <a:pt x="12" y="20229"/>
                      </a:cubicBezTo>
                      <a:cubicBezTo>
                        <a:pt x="12" y="20289"/>
                        <a:pt x="12" y="20348"/>
                        <a:pt x="12" y="20420"/>
                      </a:cubicBezTo>
                      <a:cubicBezTo>
                        <a:pt x="12" y="20479"/>
                        <a:pt x="12" y="20551"/>
                        <a:pt x="12" y="20610"/>
                      </a:cubicBezTo>
                      <a:cubicBezTo>
                        <a:pt x="12" y="20682"/>
                        <a:pt x="12" y="20741"/>
                        <a:pt x="12" y="20813"/>
                      </a:cubicBezTo>
                      <a:cubicBezTo>
                        <a:pt x="12" y="20872"/>
                        <a:pt x="12" y="20932"/>
                        <a:pt x="12" y="21003"/>
                      </a:cubicBezTo>
                      <a:cubicBezTo>
                        <a:pt x="12" y="21063"/>
                        <a:pt x="12" y="21134"/>
                        <a:pt x="12" y="21194"/>
                      </a:cubicBezTo>
                      <a:cubicBezTo>
                        <a:pt x="12" y="21265"/>
                        <a:pt x="12" y="21325"/>
                        <a:pt x="12" y="21396"/>
                      </a:cubicBezTo>
                      <a:cubicBezTo>
                        <a:pt x="12" y="21456"/>
                        <a:pt x="12" y="21515"/>
                        <a:pt x="12" y="21587"/>
                      </a:cubicBezTo>
                      <a:cubicBezTo>
                        <a:pt x="0" y="22515"/>
                        <a:pt x="500" y="23373"/>
                        <a:pt x="1310" y="23837"/>
                      </a:cubicBezTo>
                      <a:lnTo>
                        <a:pt x="36612" y="44208"/>
                      </a:lnTo>
                      <a:cubicBezTo>
                        <a:pt x="37416" y="44679"/>
                        <a:pt x="38315" y="44914"/>
                        <a:pt x="39215" y="44914"/>
                      </a:cubicBezTo>
                      <a:cubicBezTo>
                        <a:pt x="40115" y="44914"/>
                        <a:pt x="41017" y="44679"/>
                        <a:pt x="41827" y="44208"/>
                      </a:cubicBezTo>
                      <a:lnTo>
                        <a:pt x="77129" y="23837"/>
                      </a:lnTo>
                      <a:cubicBezTo>
                        <a:pt x="77939" y="23373"/>
                        <a:pt x="78439" y="22515"/>
                        <a:pt x="78427" y="21587"/>
                      </a:cubicBezTo>
                      <a:lnTo>
                        <a:pt x="78427" y="21384"/>
                      </a:lnTo>
                      <a:lnTo>
                        <a:pt x="78427" y="21194"/>
                      </a:lnTo>
                      <a:lnTo>
                        <a:pt x="78427" y="21003"/>
                      </a:lnTo>
                      <a:lnTo>
                        <a:pt x="78427" y="20801"/>
                      </a:lnTo>
                      <a:lnTo>
                        <a:pt x="78427" y="20610"/>
                      </a:lnTo>
                      <a:lnTo>
                        <a:pt x="78427" y="20420"/>
                      </a:lnTo>
                      <a:lnTo>
                        <a:pt x="78427" y="20217"/>
                      </a:lnTo>
                      <a:lnTo>
                        <a:pt x="78427" y="20027"/>
                      </a:lnTo>
                      <a:lnTo>
                        <a:pt x="78427" y="19836"/>
                      </a:lnTo>
                      <a:lnTo>
                        <a:pt x="78427" y="19634"/>
                      </a:lnTo>
                      <a:lnTo>
                        <a:pt x="78427" y="19444"/>
                      </a:lnTo>
                      <a:lnTo>
                        <a:pt x="78427" y="19253"/>
                      </a:lnTo>
                      <a:lnTo>
                        <a:pt x="78427" y="19051"/>
                      </a:lnTo>
                      <a:lnTo>
                        <a:pt x="78427" y="18860"/>
                      </a:lnTo>
                      <a:lnTo>
                        <a:pt x="78427" y="18670"/>
                      </a:lnTo>
                      <a:lnTo>
                        <a:pt x="78427" y="18467"/>
                      </a:lnTo>
                      <a:lnTo>
                        <a:pt x="78427" y="18277"/>
                      </a:lnTo>
                      <a:lnTo>
                        <a:pt x="78427" y="18086"/>
                      </a:lnTo>
                      <a:lnTo>
                        <a:pt x="78427" y="17884"/>
                      </a:lnTo>
                      <a:lnTo>
                        <a:pt x="78427" y="17693"/>
                      </a:lnTo>
                      <a:lnTo>
                        <a:pt x="78427" y="17503"/>
                      </a:lnTo>
                      <a:lnTo>
                        <a:pt x="78427" y="17300"/>
                      </a:lnTo>
                      <a:lnTo>
                        <a:pt x="78427" y="17110"/>
                      </a:lnTo>
                      <a:lnTo>
                        <a:pt x="78427" y="16919"/>
                      </a:lnTo>
                      <a:lnTo>
                        <a:pt x="78427" y="16717"/>
                      </a:lnTo>
                      <a:lnTo>
                        <a:pt x="78427" y="16527"/>
                      </a:lnTo>
                      <a:lnTo>
                        <a:pt x="78427" y="16336"/>
                      </a:lnTo>
                      <a:lnTo>
                        <a:pt x="78427" y="16146"/>
                      </a:lnTo>
                      <a:lnTo>
                        <a:pt x="78427" y="15943"/>
                      </a:lnTo>
                      <a:lnTo>
                        <a:pt x="78427" y="15753"/>
                      </a:lnTo>
                      <a:lnTo>
                        <a:pt x="78427" y="15562"/>
                      </a:lnTo>
                      <a:lnTo>
                        <a:pt x="78427" y="15360"/>
                      </a:lnTo>
                      <a:lnTo>
                        <a:pt x="78427" y="15169"/>
                      </a:lnTo>
                      <a:lnTo>
                        <a:pt x="78427" y="14979"/>
                      </a:lnTo>
                      <a:lnTo>
                        <a:pt x="78427" y="14776"/>
                      </a:lnTo>
                      <a:lnTo>
                        <a:pt x="78427" y="14586"/>
                      </a:lnTo>
                      <a:lnTo>
                        <a:pt x="78427" y="14395"/>
                      </a:lnTo>
                      <a:lnTo>
                        <a:pt x="78427" y="14193"/>
                      </a:lnTo>
                      <a:lnTo>
                        <a:pt x="78427" y="14002"/>
                      </a:lnTo>
                      <a:lnTo>
                        <a:pt x="78427" y="13812"/>
                      </a:lnTo>
                      <a:lnTo>
                        <a:pt x="78427" y="13609"/>
                      </a:lnTo>
                      <a:lnTo>
                        <a:pt x="78427" y="13419"/>
                      </a:lnTo>
                      <a:lnTo>
                        <a:pt x="78427" y="13228"/>
                      </a:lnTo>
                      <a:lnTo>
                        <a:pt x="78427" y="13026"/>
                      </a:lnTo>
                      <a:lnTo>
                        <a:pt x="78427" y="12836"/>
                      </a:lnTo>
                      <a:lnTo>
                        <a:pt x="78427" y="12645"/>
                      </a:lnTo>
                      <a:lnTo>
                        <a:pt x="78427" y="12443"/>
                      </a:lnTo>
                      <a:lnTo>
                        <a:pt x="78427" y="12252"/>
                      </a:lnTo>
                      <a:lnTo>
                        <a:pt x="78427" y="12062"/>
                      </a:lnTo>
                      <a:lnTo>
                        <a:pt x="78427" y="11859"/>
                      </a:lnTo>
                      <a:lnTo>
                        <a:pt x="78427" y="11669"/>
                      </a:lnTo>
                      <a:lnTo>
                        <a:pt x="78427" y="11478"/>
                      </a:lnTo>
                      <a:lnTo>
                        <a:pt x="78427" y="11276"/>
                      </a:lnTo>
                      <a:lnTo>
                        <a:pt x="78427" y="11085"/>
                      </a:lnTo>
                      <a:lnTo>
                        <a:pt x="78427" y="10895"/>
                      </a:lnTo>
                      <a:lnTo>
                        <a:pt x="78427" y="10692"/>
                      </a:lnTo>
                      <a:lnTo>
                        <a:pt x="78427" y="10502"/>
                      </a:lnTo>
                      <a:lnTo>
                        <a:pt x="78427" y="10311"/>
                      </a:lnTo>
                      <a:lnTo>
                        <a:pt x="78427" y="10109"/>
                      </a:lnTo>
                      <a:lnTo>
                        <a:pt x="78427" y="9919"/>
                      </a:lnTo>
                      <a:lnTo>
                        <a:pt x="78427" y="9728"/>
                      </a:lnTo>
                      <a:lnTo>
                        <a:pt x="78427" y="9526"/>
                      </a:lnTo>
                      <a:lnTo>
                        <a:pt x="78427" y="9335"/>
                      </a:lnTo>
                      <a:lnTo>
                        <a:pt x="78427" y="9145"/>
                      </a:lnTo>
                      <a:lnTo>
                        <a:pt x="78427" y="8942"/>
                      </a:lnTo>
                      <a:lnTo>
                        <a:pt x="78427" y="8752"/>
                      </a:lnTo>
                      <a:lnTo>
                        <a:pt x="78427" y="8561"/>
                      </a:lnTo>
                      <a:lnTo>
                        <a:pt x="78427" y="8359"/>
                      </a:lnTo>
                      <a:lnTo>
                        <a:pt x="78427" y="8168"/>
                      </a:lnTo>
                      <a:lnTo>
                        <a:pt x="78427" y="7978"/>
                      </a:lnTo>
                      <a:lnTo>
                        <a:pt x="78427" y="7775"/>
                      </a:lnTo>
                      <a:lnTo>
                        <a:pt x="78427" y="7585"/>
                      </a:lnTo>
                      <a:lnTo>
                        <a:pt x="78427" y="7394"/>
                      </a:lnTo>
                      <a:lnTo>
                        <a:pt x="78427" y="7192"/>
                      </a:lnTo>
                      <a:lnTo>
                        <a:pt x="78427" y="7002"/>
                      </a:lnTo>
                      <a:lnTo>
                        <a:pt x="78427" y="6811"/>
                      </a:lnTo>
                      <a:lnTo>
                        <a:pt x="78427" y="6609"/>
                      </a:lnTo>
                      <a:lnTo>
                        <a:pt x="78427" y="6418"/>
                      </a:lnTo>
                      <a:lnTo>
                        <a:pt x="78427" y="6228"/>
                      </a:lnTo>
                      <a:lnTo>
                        <a:pt x="78427" y="6025"/>
                      </a:lnTo>
                      <a:lnTo>
                        <a:pt x="78427" y="5835"/>
                      </a:lnTo>
                      <a:lnTo>
                        <a:pt x="78427" y="5644"/>
                      </a:lnTo>
                      <a:lnTo>
                        <a:pt x="78427" y="5442"/>
                      </a:lnTo>
                      <a:lnTo>
                        <a:pt x="78427" y="5251"/>
                      </a:lnTo>
                      <a:lnTo>
                        <a:pt x="78427" y="5061"/>
                      </a:lnTo>
                      <a:lnTo>
                        <a:pt x="78427" y="4858"/>
                      </a:lnTo>
                      <a:lnTo>
                        <a:pt x="78427" y="4668"/>
                      </a:lnTo>
                      <a:lnTo>
                        <a:pt x="78427" y="4477"/>
                      </a:lnTo>
                      <a:lnTo>
                        <a:pt x="78427" y="4275"/>
                      </a:lnTo>
                      <a:lnTo>
                        <a:pt x="78427" y="4085"/>
                      </a:lnTo>
                      <a:lnTo>
                        <a:pt x="78427" y="3894"/>
                      </a:lnTo>
                      <a:lnTo>
                        <a:pt x="78427" y="3692"/>
                      </a:lnTo>
                      <a:lnTo>
                        <a:pt x="78427" y="3501"/>
                      </a:lnTo>
                      <a:lnTo>
                        <a:pt x="78427" y="3311"/>
                      </a:lnTo>
                      <a:lnTo>
                        <a:pt x="78427" y="3108"/>
                      </a:lnTo>
                      <a:lnTo>
                        <a:pt x="78427" y="2918"/>
                      </a:lnTo>
                      <a:lnTo>
                        <a:pt x="78427" y="2727"/>
                      </a:lnTo>
                      <a:lnTo>
                        <a:pt x="78427" y="2525"/>
                      </a:lnTo>
                      <a:lnTo>
                        <a:pt x="78427" y="2334"/>
                      </a:lnTo>
                      <a:lnTo>
                        <a:pt x="78427" y="2144"/>
                      </a:lnTo>
                      <a:lnTo>
                        <a:pt x="78427" y="1941"/>
                      </a:lnTo>
                      <a:lnTo>
                        <a:pt x="78427" y="1751"/>
                      </a:lnTo>
                      <a:lnTo>
                        <a:pt x="78427" y="1560"/>
                      </a:lnTo>
                      <a:lnTo>
                        <a:pt x="78427" y="1358"/>
                      </a:lnTo>
                      <a:lnTo>
                        <a:pt x="78427" y="1167"/>
                      </a:lnTo>
                      <a:lnTo>
                        <a:pt x="78427" y="977"/>
                      </a:lnTo>
                      <a:lnTo>
                        <a:pt x="78427" y="775"/>
                      </a:lnTo>
                      <a:lnTo>
                        <a:pt x="78427" y="584"/>
                      </a:lnTo>
                      <a:lnTo>
                        <a:pt x="78427" y="394"/>
                      </a:lnTo>
                      <a:lnTo>
                        <a:pt x="78427" y="191"/>
                      </a:lnTo>
                      <a:lnTo>
                        <a:pt x="78427" y="1"/>
                      </a:lnTo>
                      <a:lnTo>
                        <a:pt x="78212" y="1"/>
                      </a:lnTo>
                      <a:cubicBezTo>
                        <a:pt x="78224" y="858"/>
                        <a:pt x="77760" y="1644"/>
                        <a:pt x="77022" y="2072"/>
                      </a:cubicBezTo>
                      <a:lnTo>
                        <a:pt x="41720" y="22444"/>
                      </a:lnTo>
                      <a:cubicBezTo>
                        <a:pt x="40946" y="22890"/>
                        <a:pt x="40083" y="23114"/>
                        <a:pt x="39218" y="23114"/>
                      </a:cubicBezTo>
                      <a:cubicBezTo>
                        <a:pt x="38353" y="23114"/>
                        <a:pt x="37487" y="22890"/>
                        <a:pt x="36707" y="22444"/>
                      </a:cubicBezTo>
                      <a:lnTo>
                        <a:pt x="1417" y="2072"/>
                      </a:lnTo>
                      <a:cubicBezTo>
                        <a:pt x="667" y="1644"/>
                        <a:pt x="215" y="858"/>
                        <a:pt x="226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A0FDF1">
                        <a:alpha val="41568"/>
                        <a:alpha val="41520"/>
                      </a:srgbClr>
                    </a:gs>
                    <a:gs pos="100000">
                      <a:srgbClr val="FFFFFF">
                        <a:alpha val="37254"/>
                        <a:alpha val="4152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61650" tIns="61650" rIns="61650" bIns="6165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3" name="Google Shape;243;p13"/>
                <p:cNvSpPr/>
                <p:nvPr/>
              </p:nvSpPr>
              <p:spPr>
                <a:xfrm>
                  <a:off x="5553063" y="1487604"/>
                  <a:ext cx="1981525" cy="116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261" h="46572" extrusionOk="0">
                      <a:moveTo>
                        <a:pt x="39635" y="1"/>
                      </a:moveTo>
                      <a:cubicBezTo>
                        <a:pt x="38749" y="1"/>
                        <a:pt x="37862" y="230"/>
                        <a:pt x="37065" y="688"/>
                      </a:cubicBezTo>
                      <a:lnTo>
                        <a:pt x="1679" y="21119"/>
                      </a:lnTo>
                      <a:cubicBezTo>
                        <a:pt x="1" y="22084"/>
                        <a:pt x="1" y="24489"/>
                        <a:pt x="1679" y="25453"/>
                      </a:cubicBezTo>
                      <a:lnTo>
                        <a:pt x="37065" y="45884"/>
                      </a:lnTo>
                      <a:cubicBezTo>
                        <a:pt x="37862" y="46343"/>
                        <a:pt x="38749" y="46572"/>
                        <a:pt x="39635" y="46572"/>
                      </a:cubicBezTo>
                      <a:cubicBezTo>
                        <a:pt x="40520" y="46572"/>
                        <a:pt x="41405" y="46343"/>
                        <a:pt x="42196" y="45884"/>
                      </a:cubicBezTo>
                      <a:lnTo>
                        <a:pt x="77594" y="25453"/>
                      </a:lnTo>
                      <a:cubicBezTo>
                        <a:pt x="79260" y="24489"/>
                        <a:pt x="79260" y="22084"/>
                        <a:pt x="77594" y="21119"/>
                      </a:cubicBezTo>
                      <a:lnTo>
                        <a:pt x="42196" y="688"/>
                      </a:lnTo>
                      <a:cubicBezTo>
                        <a:pt x="41405" y="230"/>
                        <a:pt x="40520" y="1"/>
                        <a:pt x="39635" y="1"/>
                      </a:cubicBezTo>
                      <a:close/>
                    </a:path>
                  </a:pathLst>
                </a:custGeom>
                <a:solidFill>
                  <a:srgbClr val="A0FDF1">
                    <a:alpha val="41520"/>
                  </a:srgbClr>
                </a:solidFill>
                <a:ln>
                  <a:noFill/>
                </a:ln>
              </p:spPr>
              <p:txBody>
                <a:bodyPr spcFirstLastPara="1" wrap="square" lIns="61650" tIns="61650" rIns="61650" bIns="6165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44" name="Google Shape;244;p13"/>
            <p:cNvGrpSpPr/>
            <p:nvPr/>
          </p:nvGrpSpPr>
          <p:grpSpPr>
            <a:xfrm>
              <a:off x="5469860" y="2359776"/>
              <a:ext cx="598632" cy="805372"/>
              <a:chOff x="3478424" y="1308364"/>
              <a:chExt cx="2187185" cy="2942536"/>
            </a:xfrm>
          </p:grpSpPr>
          <p:sp>
            <p:nvSpPr>
              <p:cNvPr id="245" name="Google Shape;245;p13"/>
              <p:cNvSpPr/>
              <p:nvPr/>
            </p:nvSpPr>
            <p:spPr>
              <a:xfrm>
                <a:off x="3485139" y="2969821"/>
                <a:ext cx="2180470" cy="1281079"/>
              </a:xfrm>
              <a:custGeom>
                <a:avLst/>
                <a:gdLst/>
                <a:ahLst/>
                <a:cxnLst/>
                <a:rect l="l" t="t" r="r" b="b"/>
                <a:pathLst>
                  <a:path w="79261" h="46572" extrusionOk="0">
                    <a:moveTo>
                      <a:pt x="39635" y="1"/>
                    </a:moveTo>
                    <a:cubicBezTo>
                      <a:pt x="38749" y="1"/>
                      <a:pt x="37862" y="230"/>
                      <a:pt x="37065" y="688"/>
                    </a:cubicBezTo>
                    <a:lnTo>
                      <a:pt x="1679" y="21119"/>
                    </a:lnTo>
                    <a:cubicBezTo>
                      <a:pt x="1" y="22084"/>
                      <a:pt x="1" y="24489"/>
                      <a:pt x="1679" y="25453"/>
                    </a:cubicBezTo>
                    <a:lnTo>
                      <a:pt x="37065" y="45884"/>
                    </a:lnTo>
                    <a:cubicBezTo>
                      <a:pt x="37862" y="46343"/>
                      <a:pt x="38749" y="46572"/>
                      <a:pt x="39635" y="46572"/>
                    </a:cubicBezTo>
                    <a:cubicBezTo>
                      <a:pt x="40520" y="46572"/>
                      <a:pt x="41405" y="46343"/>
                      <a:pt x="42196" y="45884"/>
                    </a:cubicBezTo>
                    <a:lnTo>
                      <a:pt x="77594" y="25453"/>
                    </a:lnTo>
                    <a:cubicBezTo>
                      <a:pt x="79260" y="24489"/>
                      <a:pt x="79260" y="22084"/>
                      <a:pt x="77594" y="21119"/>
                    </a:cubicBezTo>
                    <a:lnTo>
                      <a:pt x="42196" y="688"/>
                    </a:lnTo>
                    <a:cubicBezTo>
                      <a:pt x="41405" y="230"/>
                      <a:pt x="40520" y="1"/>
                      <a:pt x="3963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13"/>
              <p:cNvSpPr/>
              <p:nvPr/>
            </p:nvSpPr>
            <p:spPr>
              <a:xfrm>
                <a:off x="3793045" y="1947520"/>
                <a:ext cx="1550129" cy="2096604"/>
              </a:xfrm>
              <a:custGeom>
                <a:avLst/>
                <a:gdLst/>
                <a:ahLst/>
                <a:cxnLst/>
                <a:rect l="l" t="t" r="r" b="b"/>
                <a:pathLst>
                  <a:path w="52721" h="71307" extrusionOk="0">
                    <a:moveTo>
                      <a:pt x="52709" y="0"/>
                    </a:moveTo>
                    <a:lnTo>
                      <a:pt x="0" y="0"/>
                    </a:lnTo>
                    <a:lnTo>
                      <a:pt x="0" y="55495"/>
                    </a:lnTo>
                    <a:cubicBezTo>
                      <a:pt x="0" y="56090"/>
                      <a:pt x="321" y="56650"/>
                      <a:pt x="845" y="56948"/>
                    </a:cubicBezTo>
                    <a:lnTo>
                      <a:pt x="24646" y="70699"/>
                    </a:lnTo>
                    <a:cubicBezTo>
                      <a:pt x="25706" y="71306"/>
                      <a:pt x="27027" y="71306"/>
                      <a:pt x="28087" y="70699"/>
                    </a:cubicBezTo>
                    <a:lnTo>
                      <a:pt x="51876" y="56948"/>
                    </a:lnTo>
                    <a:cubicBezTo>
                      <a:pt x="52399" y="56650"/>
                      <a:pt x="52721" y="56090"/>
                      <a:pt x="52721" y="55495"/>
                    </a:cubicBezTo>
                    <a:lnTo>
                      <a:pt x="52721" y="5549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Google Shape;247;p13"/>
              <p:cNvSpPr/>
              <p:nvPr/>
            </p:nvSpPr>
            <p:spPr>
              <a:xfrm>
                <a:off x="3784988" y="1482593"/>
                <a:ext cx="1566242" cy="929825"/>
              </a:xfrm>
              <a:custGeom>
                <a:avLst/>
                <a:gdLst/>
                <a:ahLst/>
                <a:cxnLst/>
                <a:rect l="l" t="t" r="r" b="b"/>
                <a:pathLst>
                  <a:path w="53269" h="31624" extrusionOk="0">
                    <a:moveTo>
                      <a:pt x="24920" y="31004"/>
                    </a:moveTo>
                    <a:lnTo>
                      <a:pt x="1119" y="17265"/>
                    </a:lnTo>
                    <a:cubicBezTo>
                      <a:pt x="0" y="16622"/>
                      <a:pt x="0" y="15002"/>
                      <a:pt x="1119" y="14359"/>
                    </a:cubicBezTo>
                    <a:lnTo>
                      <a:pt x="24920" y="620"/>
                    </a:lnTo>
                    <a:cubicBezTo>
                      <a:pt x="25980" y="1"/>
                      <a:pt x="27301" y="1"/>
                      <a:pt x="28361" y="620"/>
                    </a:cubicBezTo>
                    <a:lnTo>
                      <a:pt x="52150" y="14359"/>
                    </a:lnTo>
                    <a:cubicBezTo>
                      <a:pt x="53269" y="15002"/>
                      <a:pt x="53269" y="16622"/>
                      <a:pt x="52150" y="17265"/>
                    </a:cubicBezTo>
                    <a:lnTo>
                      <a:pt x="28361" y="31004"/>
                    </a:lnTo>
                    <a:cubicBezTo>
                      <a:pt x="27289" y="31624"/>
                      <a:pt x="25980" y="31624"/>
                      <a:pt x="24920" y="3100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Google Shape;248;p13"/>
              <p:cNvSpPr/>
              <p:nvPr/>
            </p:nvSpPr>
            <p:spPr>
              <a:xfrm>
                <a:off x="3818244" y="2089627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7"/>
                    </a:moveTo>
                    <a:lnTo>
                      <a:pt x="0" y="1561"/>
                    </a:lnTo>
                    <a:lnTo>
                      <a:pt x="0" y="1"/>
                    </a:lnTo>
                    <a:lnTo>
                      <a:pt x="24194" y="1395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Google Shape;249;p13"/>
              <p:cNvSpPr/>
              <p:nvPr/>
            </p:nvSpPr>
            <p:spPr>
              <a:xfrm>
                <a:off x="3818244" y="2153697"/>
                <a:ext cx="711364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9" extrusionOk="0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Google Shape;250;p13"/>
              <p:cNvSpPr/>
              <p:nvPr/>
            </p:nvSpPr>
            <p:spPr>
              <a:xfrm>
                <a:off x="3818244" y="2218120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Google Shape;251;p13"/>
              <p:cNvSpPr/>
              <p:nvPr/>
            </p:nvSpPr>
            <p:spPr>
              <a:xfrm>
                <a:off x="3818244" y="2282543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Google Shape;252;p13"/>
              <p:cNvSpPr/>
              <p:nvPr/>
            </p:nvSpPr>
            <p:spPr>
              <a:xfrm>
                <a:off x="3818244" y="2346966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Google Shape;253;p13"/>
              <p:cNvSpPr/>
              <p:nvPr/>
            </p:nvSpPr>
            <p:spPr>
              <a:xfrm>
                <a:off x="3818244" y="246178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Google Shape;254;p13"/>
              <p:cNvSpPr/>
              <p:nvPr/>
            </p:nvSpPr>
            <p:spPr>
              <a:xfrm>
                <a:off x="3818244" y="2526209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55;p13"/>
              <p:cNvSpPr/>
              <p:nvPr/>
            </p:nvSpPr>
            <p:spPr>
              <a:xfrm>
                <a:off x="3818244" y="2590250"/>
                <a:ext cx="711364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9" extrusionOk="0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56;p13"/>
              <p:cNvSpPr/>
              <p:nvPr/>
            </p:nvSpPr>
            <p:spPr>
              <a:xfrm>
                <a:off x="3818244" y="2654673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57;p13"/>
              <p:cNvSpPr/>
              <p:nvPr/>
            </p:nvSpPr>
            <p:spPr>
              <a:xfrm>
                <a:off x="3818244" y="271909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58;p13"/>
              <p:cNvSpPr/>
              <p:nvPr/>
            </p:nvSpPr>
            <p:spPr>
              <a:xfrm>
                <a:off x="3818244" y="283391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59;p13"/>
              <p:cNvSpPr/>
              <p:nvPr/>
            </p:nvSpPr>
            <p:spPr>
              <a:xfrm>
                <a:off x="3818244" y="2898339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60;p13"/>
              <p:cNvSpPr/>
              <p:nvPr/>
            </p:nvSpPr>
            <p:spPr>
              <a:xfrm>
                <a:off x="3818244" y="2962762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61;p13"/>
              <p:cNvSpPr/>
              <p:nvPr/>
            </p:nvSpPr>
            <p:spPr>
              <a:xfrm>
                <a:off x="3818244" y="3026803"/>
                <a:ext cx="711364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9" extrusionOk="0">
                    <a:moveTo>
                      <a:pt x="24194" y="15539"/>
                    </a:moveTo>
                    <a:lnTo>
                      <a:pt x="0" y="1573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62;p13"/>
              <p:cNvSpPr/>
              <p:nvPr/>
            </p:nvSpPr>
            <p:spPr>
              <a:xfrm>
                <a:off x="3818244" y="309122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63;p13"/>
              <p:cNvSpPr/>
              <p:nvPr/>
            </p:nvSpPr>
            <p:spPr>
              <a:xfrm>
                <a:off x="3818244" y="320604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7"/>
                    </a:moveTo>
                    <a:lnTo>
                      <a:pt x="0" y="1573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64;p13"/>
              <p:cNvSpPr/>
              <p:nvPr/>
            </p:nvSpPr>
            <p:spPr>
              <a:xfrm>
                <a:off x="3818244" y="3270469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Google Shape;265;p13"/>
              <p:cNvSpPr/>
              <p:nvPr/>
            </p:nvSpPr>
            <p:spPr>
              <a:xfrm>
                <a:off x="3818244" y="3334892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66;p13"/>
              <p:cNvSpPr/>
              <p:nvPr/>
            </p:nvSpPr>
            <p:spPr>
              <a:xfrm>
                <a:off x="3818244" y="3399315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67;p13"/>
              <p:cNvSpPr/>
              <p:nvPr/>
            </p:nvSpPr>
            <p:spPr>
              <a:xfrm>
                <a:off x="3818244" y="3463385"/>
                <a:ext cx="711364" cy="456856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8" extrusionOk="0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68;p13"/>
              <p:cNvSpPr/>
              <p:nvPr/>
            </p:nvSpPr>
            <p:spPr>
              <a:xfrm>
                <a:off x="4606639" y="2089627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7"/>
                    </a:moveTo>
                    <a:lnTo>
                      <a:pt x="24182" y="1561"/>
                    </a:lnTo>
                    <a:lnTo>
                      <a:pt x="24182" y="1"/>
                    </a:lnTo>
                    <a:lnTo>
                      <a:pt x="0" y="1395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69;p13"/>
              <p:cNvSpPr/>
              <p:nvPr/>
            </p:nvSpPr>
            <p:spPr>
              <a:xfrm>
                <a:off x="4606639" y="2153697"/>
                <a:ext cx="711011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9" extrusionOk="0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70;p13"/>
              <p:cNvSpPr/>
              <p:nvPr/>
            </p:nvSpPr>
            <p:spPr>
              <a:xfrm>
                <a:off x="4606639" y="2218120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71;p13"/>
              <p:cNvSpPr/>
              <p:nvPr/>
            </p:nvSpPr>
            <p:spPr>
              <a:xfrm>
                <a:off x="4606639" y="2282543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72;p13"/>
              <p:cNvSpPr/>
              <p:nvPr/>
            </p:nvSpPr>
            <p:spPr>
              <a:xfrm>
                <a:off x="4606639" y="2346966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73;p13"/>
              <p:cNvSpPr/>
              <p:nvPr/>
            </p:nvSpPr>
            <p:spPr>
              <a:xfrm>
                <a:off x="4606639" y="246178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74;p13"/>
              <p:cNvSpPr/>
              <p:nvPr/>
            </p:nvSpPr>
            <p:spPr>
              <a:xfrm>
                <a:off x="4606639" y="2526209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75;p13"/>
              <p:cNvSpPr/>
              <p:nvPr/>
            </p:nvSpPr>
            <p:spPr>
              <a:xfrm>
                <a:off x="4606639" y="2590250"/>
                <a:ext cx="711011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9" extrusionOk="0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Google Shape;276;p13"/>
              <p:cNvSpPr/>
              <p:nvPr/>
            </p:nvSpPr>
            <p:spPr>
              <a:xfrm>
                <a:off x="4606639" y="2654673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Google Shape;277;p13"/>
              <p:cNvSpPr/>
              <p:nvPr/>
            </p:nvSpPr>
            <p:spPr>
              <a:xfrm>
                <a:off x="4606639" y="271909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Google Shape;278;p13"/>
              <p:cNvSpPr/>
              <p:nvPr/>
            </p:nvSpPr>
            <p:spPr>
              <a:xfrm>
                <a:off x="4606639" y="283391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279;p13"/>
              <p:cNvSpPr/>
              <p:nvPr/>
            </p:nvSpPr>
            <p:spPr>
              <a:xfrm>
                <a:off x="4606639" y="2898339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Google Shape;280;p13"/>
              <p:cNvSpPr/>
              <p:nvPr/>
            </p:nvSpPr>
            <p:spPr>
              <a:xfrm>
                <a:off x="4606639" y="2962762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Google Shape;281;p13"/>
              <p:cNvSpPr/>
              <p:nvPr/>
            </p:nvSpPr>
            <p:spPr>
              <a:xfrm>
                <a:off x="4606639" y="3026803"/>
                <a:ext cx="711011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9" extrusionOk="0">
                    <a:moveTo>
                      <a:pt x="0" y="15539"/>
                    </a:moveTo>
                    <a:lnTo>
                      <a:pt x="24182" y="1573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Google Shape;282;p13"/>
              <p:cNvSpPr/>
              <p:nvPr/>
            </p:nvSpPr>
            <p:spPr>
              <a:xfrm>
                <a:off x="4606639" y="309122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Google Shape;283;p13"/>
              <p:cNvSpPr/>
              <p:nvPr/>
            </p:nvSpPr>
            <p:spPr>
              <a:xfrm>
                <a:off x="4606639" y="320604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7"/>
                    </a:moveTo>
                    <a:lnTo>
                      <a:pt x="24182" y="1573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Google Shape;284;p13"/>
              <p:cNvSpPr/>
              <p:nvPr/>
            </p:nvSpPr>
            <p:spPr>
              <a:xfrm>
                <a:off x="4606639" y="3270469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Google Shape;285;p13"/>
              <p:cNvSpPr/>
              <p:nvPr/>
            </p:nvSpPr>
            <p:spPr>
              <a:xfrm>
                <a:off x="4606639" y="3334892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Google Shape;286;p13"/>
              <p:cNvSpPr/>
              <p:nvPr/>
            </p:nvSpPr>
            <p:spPr>
              <a:xfrm>
                <a:off x="4606639" y="3399315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Google Shape;287;p13"/>
              <p:cNvSpPr/>
              <p:nvPr/>
            </p:nvSpPr>
            <p:spPr>
              <a:xfrm>
                <a:off x="4606639" y="3463385"/>
                <a:ext cx="711011" cy="456856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8" extrusionOk="0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88" name="Google Shape;288;p13"/>
              <p:cNvGrpSpPr/>
              <p:nvPr/>
            </p:nvGrpSpPr>
            <p:grpSpPr>
              <a:xfrm>
                <a:off x="3478424" y="1308364"/>
                <a:ext cx="2180470" cy="1878295"/>
                <a:chOff x="5553063" y="1487604"/>
                <a:chExt cx="1981525" cy="1707075"/>
              </a:xfrm>
            </p:grpSpPr>
            <p:sp>
              <p:nvSpPr>
                <p:cNvPr id="289" name="Google Shape;289;p13"/>
                <p:cNvSpPr/>
                <p:nvPr/>
              </p:nvSpPr>
              <p:spPr>
                <a:xfrm>
                  <a:off x="5563488" y="2071829"/>
                  <a:ext cx="1960975" cy="1122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439" h="44914" extrusionOk="0">
                      <a:moveTo>
                        <a:pt x="12" y="1"/>
                      </a:moveTo>
                      <a:cubicBezTo>
                        <a:pt x="12" y="72"/>
                        <a:pt x="12" y="132"/>
                        <a:pt x="12" y="191"/>
                      </a:cubicBezTo>
                      <a:cubicBezTo>
                        <a:pt x="12" y="263"/>
                        <a:pt x="12" y="322"/>
                        <a:pt x="12" y="394"/>
                      </a:cubicBezTo>
                      <a:cubicBezTo>
                        <a:pt x="12" y="453"/>
                        <a:pt x="12" y="525"/>
                        <a:pt x="12" y="584"/>
                      </a:cubicBezTo>
                      <a:cubicBezTo>
                        <a:pt x="12" y="656"/>
                        <a:pt x="12" y="715"/>
                        <a:pt x="12" y="775"/>
                      </a:cubicBezTo>
                      <a:cubicBezTo>
                        <a:pt x="12" y="846"/>
                        <a:pt x="12" y="906"/>
                        <a:pt x="12" y="977"/>
                      </a:cubicBezTo>
                      <a:cubicBezTo>
                        <a:pt x="12" y="1037"/>
                        <a:pt x="12" y="1108"/>
                        <a:pt x="12" y="1167"/>
                      </a:cubicBezTo>
                      <a:cubicBezTo>
                        <a:pt x="12" y="1239"/>
                        <a:pt x="12" y="1298"/>
                        <a:pt x="12" y="1358"/>
                      </a:cubicBezTo>
                      <a:cubicBezTo>
                        <a:pt x="12" y="1429"/>
                        <a:pt x="12" y="1489"/>
                        <a:pt x="12" y="1560"/>
                      </a:cubicBezTo>
                      <a:cubicBezTo>
                        <a:pt x="12" y="1620"/>
                        <a:pt x="12" y="1691"/>
                        <a:pt x="12" y="1751"/>
                      </a:cubicBezTo>
                      <a:cubicBezTo>
                        <a:pt x="12" y="1822"/>
                        <a:pt x="12" y="1882"/>
                        <a:pt x="12" y="1941"/>
                      </a:cubicBezTo>
                      <a:cubicBezTo>
                        <a:pt x="12" y="2013"/>
                        <a:pt x="12" y="2072"/>
                        <a:pt x="12" y="2144"/>
                      </a:cubicBezTo>
                      <a:cubicBezTo>
                        <a:pt x="12" y="2203"/>
                        <a:pt x="12" y="2275"/>
                        <a:pt x="12" y="2334"/>
                      </a:cubicBezTo>
                      <a:cubicBezTo>
                        <a:pt x="12" y="2406"/>
                        <a:pt x="12" y="2465"/>
                        <a:pt x="12" y="2525"/>
                      </a:cubicBezTo>
                      <a:cubicBezTo>
                        <a:pt x="12" y="2596"/>
                        <a:pt x="12" y="2656"/>
                        <a:pt x="12" y="2727"/>
                      </a:cubicBezTo>
                      <a:cubicBezTo>
                        <a:pt x="12" y="2787"/>
                        <a:pt x="12" y="2858"/>
                        <a:pt x="12" y="2918"/>
                      </a:cubicBezTo>
                      <a:cubicBezTo>
                        <a:pt x="12" y="2989"/>
                        <a:pt x="12" y="3049"/>
                        <a:pt x="12" y="3108"/>
                      </a:cubicBezTo>
                      <a:cubicBezTo>
                        <a:pt x="12" y="3180"/>
                        <a:pt x="12" y="3239"/>
                        <a:pt x="12" y="3311"/>
                      </a:cubicBezTo>
                      <a:cubicBezTo>
                        <a:pt x="12" y="3370"/>
                        <a:pt x="12" y="3442"/>
                        <a:pt x="12" y="3501"/>
                      </a:cubicBezTo>
                      <a:cubicBezTo>
                        <a:pt x="12" y="3573"/>
                        <a:pt x="12" y="3632"/>
                        <a:pt x="12" y="3692"/>
                      </a:cubicBezTo>
                      <a:cubicBezTo>
                        <a:pt x="12" y="3763"/>
                        <a:pt x="12" y="3823"/>
                        <a:pt x="12" y="3894"/>
                      </a:cubicBezTo>
                      <a:cubicBezTo>
                        <a:pt x="12" y="3954"/>
                        <a:pt x="12" y="4025"/>
                        <a:pt x="12" y="4085"/>
                      </a:cubicBezTo>
                      <a:cubicBezTo>
                        <a:pt x="12" y="4156"/>
                        <a:pt x="12" y="4215"/>
                        <a:pt x="12" y="4275"/>
                      </a:cubicBezTo>
                      <a:cubicBezTo>
                        <a:pt x="12" y="4346"/>
                        <a:pt x="12" y="4406"/>
                        <a:pt x="12" y="4477"/>
                      </a:cubicBezTo>
                      <a:cubicBezTo>
                        <a:pt x="12" y="4537"/>
                        <a:pt x="12" y="4608"/>
                        <a:pt x="12" y="4668"/>
                      </a:cubicBezTo>
                      <a:cubicBezTo>
                        <a:pt x="12" y="4739"/>
                        <a:pt x="12" y="4799"/>
                        <a:pt x="12" y="4858"/>
                      </a:cubicBezTo>
                      <a:cubicBezTo>
                        <a:pt x="12" y="4930"/>
                        <a:pt x="12" y="4989"/>
                        <a:pt x="12" y="5061"/>
                      </a:cubicBezTo>
                      <a:cubicBezTo>
                        <a:pt x="12" y="5120"/>
                        <a:pt x="12" y="5192"/>
                        <a:pt x="12" y="5251"/>
                      </a:cubicBezTo>
                      <a:cubicBezTo>
                        <a:pt x="12" y="5323"/>
                        <a:pt x="12" y="5382"/>
                        <a:pt x="12" y="5442"/>
                      </a:cubicBezTo>
                      <a:cubicBezTo>
                        <a:pt x="12" y="5513"/>
                        <a:pt x="12" y="5573"/>
                        <a:pt x="12" y="5644"/>
                      </a:cubicBezTo>
                      <a:cubicBezTo>
                        <a:pt x="12" y="5704"/>
                        <a:pt x="12" y="5775"/>
                        <a:pt x="12" y="5835"/>
                      </a:cubicBezTo>
                      <a:cubicBezTo>
                        <a:pt x="12" y="5906"/>
                        <a:pt x="12" y="5966"/>
                        <a:pt x="12" y="6025"/>
                      </a:cubicBezTo>
                      <a:cubicBezTo>
                        <a:pt x="12" y="6097"/>
                        <a:pt x="12" y="6156"/>
                        <a:pt x="12" y="6228"/>
                      </a:cubicBezTo>
                      <a:cubicBezTo>
                        <a:pt x="12" y="6287"/>
                        <a:pt x="12" y="6359"/>
                        <a:pt x="12" y="6418"/>
                      </a:cubicBezTo>
                      <a:cubicBezTo>
                        <a:pt x="12" y="6490"/>
                        <a:pt x="12" y="6549"/>
                        <a:pt x="12" y="6609"/>
                      </a:cubicBezTo>
                      <a:cubicBezTo>
                        <a:pt x="12" y="6680"/>
                        <a:pt x="12" y="6740"/>
                        <a:pt x="12" y="6811"/>
                      </a:cubicBezTo>
                      <a:cubicBezTo>
                        <a:pt x="12" y="6871"/>
                        <a:pt x="12" y="6942"/>
                        <a:pt x="12" y="7002"/>
                      </a:cubicBezTo>
                      <a:cubicBezTo>
                        <a:pt x="12" y="7073"/>
                        <a:pt x="12" y="7132"/>
                        <a:pt x="12" y="7192"/>
                      </a:cubicBezTo>
                      <a:cubicBezTo>
                        <a:pt x="12" y="7263"/>
                        <a:pt x="12" y="7323"/>
                        <a:pt x="12" y="7394"/>
                      </a:cubicBezTo>
                      <a:cubicBezTo>
                        <a:pt x="12" y="7454"/>
                        <a:pt x="12" y="7525"/>
                        <a:pt x="12" y="7585"/>
                      </a:cubicBezTo>
                      <a:cubicBezTo>
                        <a:pt x="12" y="7656"/>
                        <a:pt x="12" y="7716"/>
                        <a:pt x="12" y="7775"/>
                      </a:cubicBezTo>
                      <a:cubicBezTo>
                        <a:pt x="12" y="7847"/>
                        <a:pt x="12" y="7906"/>
                        <a:pt x="12" y="7978"/>
                      </a:cubicBezTo>
                      <a:cubicBezTo>
                        <a:pt x="12" y="8037"/>
                        <a:pt x="12" y="8109"/>
                        <a:pt x="12" y="8168"/>
                      </a:cubicBezTo>
                      <a:cubicBezTo>
                        <a:pt x="12" y="8228"/>
                        <a:pt x="12" y="8299"/>
                        <a:pt x="12" y="8359"/>
                      </a:cubicBezTo>
                      <a:cubicBezTo>
                        <a:pt x="12" y="8430"/>
                        <a:pt x="12" y="8490"/>
                        <a:pt x="12" y="8561"/>
                      </a:cubicBezTo>
                      <a:cubicBezTo>
                        <a:pt x="12" y="8621"/>
                        <a:pt x="12" y="8692"/>
                        <a:pt x="12" y="8752"/>
                      </a:cubicBezTo>
                      <a:cubicBezTo>
                        <a:pt x="12" y="8811"/>
                        <a:pt x="12" y="8883"/>
                        <a:pt x="12" y="8942"/>
                      </a:cubicBezTo>
                      <a:cubicBezTo>
                        <a:pt x="12" y="9014"/>
                        <a:pt x="12" y="9073"/>
                        <a:pt x="12" y="9145"/>
                      </a:cubicBezTo>
                      <a:cubicBezTo>
                        <a:pt x="12" y="9204"/>
                        <a:pt x="12" y="9276"/>
                        <a:pt x="12" y="9335"/>
                      </a:cubicBezTo>
                      <a:cubicBezTo>
                        <a:pt x="12" y="9395"/>
                        <a:pt x="12" y="9466"/>
                        <a:pt x="12" y="9526"/>
                      </a:cubicBezTo>
                      <a:cubicBezTo>
                        <a:pt x="12" y="9597"/>
                        <a:pt x="12" y="9657"/>
                        <a:pt x="12" y="9728"/>
                      </a:cubicBezTo>
                      <a:cubicBezTo>
                        <a:pt x="12" y="9788"/>
                        <a:pt x="12" y="9859"/>
                        <a:pt x="12" y="9919"/>
                      </a:cubicBezTo>
                      <a:cubicBezTo>
                        <a:pt x="12" y="9978"/>
                        <a:pt x="12" y="10050"/>
                        <a:pt x="12" y="10109"/>
                      </a:cubicBezTo>
                      <a:cubicBezTo>
                        <a:pt x="12" y="10180"/>
                        <a:pt x="12" y="10240"/>
                        <a:pt x="12" y="10311"/>
                      </a:cubicBezTo>
                      <a:cubicBezTo>
                        <a:pt x="12" y="10371"/>
                        <a:pt x="12" y="10442"/>
                        <a:pt x="12" y="10502"/>
                      </a:cubicBezTo>
                      <a:cubicBezTo>
                        <a:pt x="12" y="10561"/>
                        <a:pt x="12" y="10633"/>
                        <a:pt x="12" y="10692"/>
                      </a:cubicBezTo>
                      <a:cubicBezTo>
                        <a:pt x="12" y="10764"/>
                        <a:pt x="12" y="10823"/>
                        <a:pt x="12" y="10895"/>
                      </a:cubicBezTo>
                      <a:cubicBezTo>
                        <a:pt x="12" y="10954"/>
                        <a:pt x="12" y="11026"/>
                        <a:pt x="12" y="11085"/>
                      </a:cubicBezTo>
                      <a:cubicBezTo>
                        <a:pt x="12" y="11145"/>
                        <a:pt x="12" y="11216"/>
                        <a:pt x="12" y="11276"/>
                      </a:cubicBezTo>
                      <a:cubicBezTo>
                        <a:pt x="12" y="11347"/>
                        <a:pt x="12" y="11407"/>
                        <a:pt x="12" y="11478"/>
                      </a:cubicBezTo>
                      <a:cubicBezTo>
                        <a:pt x="12" y="11538"/>
                        <a:pt x="12" y="11609"/>
                        <a:pt x="12" y="11669"/>
                      </a:cubicBezTo>
                      <a:cubicBezTo>
                        <a:pt x="12" y="11728"/>
                        <a:pt x="12" y="11800"/>
                        <a:pt x="12" y="11859"/>
                      </a:cubicBezTo>
                      <a:cubicBezTo>
                        <a:pt x="12" y="11931"/>
                        <a:pt x="12" y="11990"/>
                        <a:pt x="12" y="12062"/>
                      </a:cubicBezTo>
                      <a:cubicBezTo>
                        <a:pt x="12" y="12121"/>
                        <a:pt x="12" y="12193"/>
                        <a:pt x="12" y="12252"/>
                      </a:cubicBezTo>
                      <a:cubicBezTo>
                        <a:pt x="12" y="12312"/>
                        <a:pt x="12" y="12383"/>
                        <a:pt x="12" y="12443"/>
                      </a:cubicBezTo>
                      <a:cubicBezTo>
                        <a:pt x="12" y="12514"/>
                        <a:pt x="12" y="12574"/>
                        <a:pt x="12" y="12645"/>
                      </a:cubicBezTo>
                      <a:cubicBezTo>
                        <a:pt x="12" y="12705"/>
                        <a:pt x="12" y="12776"/>
                        <a:pt x="12" y="12836"/>
                      </a:cubicBezTo>
                      <a:cubicBezTo>
                        <a:pt x="12" y="12895"/>
                        <a:pt x="12" y="12967"/>
                        <a:pt x="12" y="13026"/>
                      </a:cubicBezTo>
                      <a:cubicBezTo>
                        <a:pt x="12" y="13098"/>
                        <a:pt x="12" y="13157"/>
                        <a:pt x="12" y="13228"/>
                      </a:cubicBezTo>
                      <a:cubicBezTo>
                        <a:pt x="12" y="13288"/>
                        <a:pt x="12" y="13359"/>
                        <a:pt x="12" y="13419"/>
                      </a:cubicBezTo>
                      <a:cubicBezTo>
                        <a:pt x="12" y="13479"/>
                        <a:pt x="12" y="13550"/>
                        <a:pt x="12" y="13609"/>
                      </a:cubicBezTo>
                      <a:cubicBezTo>
                        <a:pt x="12" y="13681"/>
                        <a:pt x="12" y="13740"/>
                        <a:pt x="12" y="13812"/>
                      </a:cubicBezTo>
                      <a:cubicBezTo>
                        <a:pt x="12" y="13871"/>
                        <a:pt x="12" y="13943"/>
                        <a:pt x="12" y="14002"/>
                      </a:cubicBezTo>
                      <a:cubicBezTo>
                        <a:pt x="12" y="14062"/>
                        <a:pt x="12" y="14133"/>
                        <a:pt x="12" y="14193"/>
                      </a:cubicBezTo>
                      <a:cubicBezTo>
                        <a:pt x="12" y="14264"/>
                        <a:pt x="12" y="14324"/>
                        <a:pt x="12" y="14395"/>
                      </a:cubicBezTo>
                      <a:cubicBezTo>
                        <a:pt x="12" y="14455"/>
                        <a:pt x="12" y="14526"/>
                        <a:pt x="12" y="14586"/>
                      </a:cubicBezTo>
                      <a:cubicBezTo>
                        <a:pt x="12" y="14645"/>
                        <a:pt x="12" y="14717"/>
                        <a:pt x="12" y="14776"/>
                      </a:cubicBezTo>
                      <a:cubicBezTo>
                        <a:pt x="12" y="14848"/>
                        <a:pt x="12" y="14907"/>
                        <a:pt x="12" y="14979"/>
                      </a:cubicBezTo>
                      <a:cubicBezTo>
                        <a:pt x="12" y="15038"/>
                        <a:pt x="12" y="15110"/>
                        <a:pt x="12" y="15169"/>
                      </a:cubicBezTo>
                      <a:cubicBezTo>
                        <a:pt x="12" y="15229"/>
                        <a:pt x="12" y="15300"/>
                        <a:pt x="12" y="15360"/>
                      </a:cubicBezTo>
                      <a:cubicBezTo>
                        <a:pt x="12" y="15431"/>
                        <a:pt x="12" y="15491"/>
                        <a:pt x="12" y="15562"/>
                      </a:cubicBezTo>
                      <a:cubicBezTo>
                        <a:pt x="12" y="15622"/>
                        <a:pt x="12" y="15693"/>
                        <a:pt x="12" y="15753"/>
                      </a:cubicBezTo>
                      <a:cubicBezTo>
                        <a:pt x="12" y="15812"/>
                        <a:pt x="12" y="15884"/>
                        <a:pt x="12" y="15943"/>
                      </a:cubicBezTo>
                      <a:cubicBezTo>
                        <a:pt x="12" y="16015"/>
                        <a:pt x="12" y="16074"/>
                        <a:pt x="12" y="16146"/>
                      </a:cubicBezTo>
                      <a:cubicBezTo>
                        <a:pt x="12" y="16205"/>
                        <a:pt x="12" y="16276"/>
                        <a:pt x="12" y="16336"/>
                      </a:cubicBezTo>
                      <a:cubicBezTo>
                        <a:pt x="12" y="16396"/>
                        <a:pt x="12" y="16467"/>
                        <a:pt x="12" y="16527"/>
                      </a:cubicBezTo>
                      <a:cubicBezTo>
                        <a:pt x="12" y="16598"/>
                        <a:pt x="12" y="16657"/>
                        <a:pt x="12" y="16729"/>
                      </a:cubicBezTo>
                      <a:cubicBezTo>
                        <a:pt x="12" y="16788"/>
                        <a:pt x="12" y="16860"/>
                        <a:pt x="12" y="16919"/>
                      </a:cubicBezTo>
                      <a:cubicBezTo>
                        <a:pt x="12" y="16979"/>
                        <a:pt x="12" y="17050"/>
                        <a:pt x="12" y="17110"/>
                      </a:cubicBezTo>
                      <a:cubicBezTo>
                        <a:pt x="12" y="17181"/>
                        <a:pt x="12" y="17241"/>
                        <a:pt x="12" y="17312"/>
                      </a:cubicBezTo>
                      <a:cubicBezTo>
                        <a:pt x="12" y="17372"/>
                        <a:pt x="12" y="17443"/>
                        <a:pt x="12" y="17503"/>
                      </a:cubicBezTo>
                      <a:cubicBezTo>
                        <a:pt x="12" y="17562"/>
                        <a:pt x="12" y="17634"/>
                        <a:pt x="12" y="17693"/>
                      </a:cubicBezTo>
                      <a:cubicBezTo>
                        <a:pt x="12" y="17765"/>
                        <a:pt x="12" y="17824"/>
                        <a:pt x="12" y="17896"/>
                      </a:cubicBezTo>
                      <a:cubicBezTo>
                        <a:pt x="12" y="17955"/>
                        <a:pt x="12" y="18015"/>
                        <a:pt x="12" y="18086"/>
                      </a:cubicBezTo>
                      <a:cubicBezTo>
                        <a:pt x="12" y="18146"/>
                        <a:pt x="12" y="18217"/>
                        <a:pt x="12" y="18277"/>
                      </a:cubicBezTo>
                      <a:cubicBezTo>
                        <a:pt x="12" y="18348"/>
                        <a:pt x="12" y="18408"/>
                        <a:pt x="12" y="18479"/>
                      </a:cubicBezTo>
                      <a:cubicBezTo>
                        <a:pt x="12" y="18539"/>
                        <a:pt x="12" y="18598"/>
                        <a:pt x="12" y="18670"/>
                      </a:cubicBezTo>
                      <a:cubicBezTo>
                        <a:pt x="12" y="18729"/>
                        <a:pt x="12" y="18801"/>
                        <a:pt x="12" y="18860"/>
                      </a:cubicBezTo>
                      <a:cubicBezTo>
                        <a:pt x="12" y="18932"/>
                        <a:pt x="12" y="18991"/>
                        <a:pt x="12" y="19063"/>
                      </a:cubicBezTo>
                      <a:cubicBezTo>
                        <a:pt x="12" y="19122"/>
                        <a:pt x="12" y="19182"/>
                        <a:pt x="12" y="19253"/>
                      </a:cubicBezTo>
                      <a:cubicBezTo>
                        <a:pt x="12" y="19313"/>
                        <a:pt x="12" y="19384"/>
                        <a:pt x="12" y="19444"/>
                      </a:cubicBezTo>
                      <a:cubicBezTo>
                        <a:pt x="12" y="19515"/>
                        <a:pt x="12" y="19575"/>
                        <a:pt x="12" y="19646"/>
                      </a:cubicBezTo>
                      <a:cubicBezTo>
                        <a:pt x="12" y="19705"/>
                        <a:pt x="12" y="19765"/>
                        <a:pt x="12" y="19836"/>
                      </a:cubicBezTo>
                      <a:cubicBezTo>
                        <a:pt x="12" y="19896"/>
                        <a:pt x="12" y="19967"/>
                        <a:pt x="12" y="20027"/>
                      </a:cubicBezTo>
                      <a:cubicBezTo>
                        <a:pt x="12" y="20098"/>
                        <a:pt x="12" y="20158"/>
                        <a:pt x="12" y="20229"/>
                      </a:cubicBezTo>
                      <a:cubicBezTo>
                        <a:pt x="12" y="20289"/>
                        <a:pt x="12" y="20348"/>
                        <a:pt x="12" y="20420"/>
                      </a:cubicBezTo>
                      <a:cubicBezTo>
                        <a:pt x="12" y="20479"/>
                        <a:pt x="12" y="20551"/>
                        <a:pt x="12" y="20610"/>
                      </a:cubicBezTo>
                      <a:cubicBezTo>
                        <a:pt x="12" y="20682"/>
                        <a:pt x="12" y="20741"/>
                        <a:pt x="12" y="20813"/>
                      </a:cubicBezTo>
                      <a:cubicBezTo>
                        <a:pt x="12" y="20872"/>
                        <a:pt x="12" y="20932"/>
                        <a:pt x="12" y="21003"/>
                      </a:cubicBezTo>
                      <a:cubicBezTo>
                        <a:pt x="12" y="21063"/>
                        <a:pt x="12" y="21134"/>
                        <a:pt x="12" y="21194"/>
                      </a:cubicBezTo>
                      <a:cubicBezTo>
                        <a:pt x="12" y="21265"/>
                        <a:pt x="12" y="21325"/>
                        <a:pt x="12" y="21396"/>
                      </a:cubicBezTo>
                      <a:cubicBezTo>
                        <a:pt x="12" y="21456"/>
                        <a:pt x="12" y="21515"/>
                        <a:pt x="12" y="21587"/>
                      </a:cubicBezTo>
                      <a:cubicBezTo>
                        <a:pt x="0" y="22515"/>
                        <a:pt x="500" y="23373"/>
                        <a:pt x="1310" y="23837"/>
                      </a:cubicBezTo>
                      <a:lnTo>
                        <a:pt x="36612" y="44208"/>
                      </a:lnTo>
                      <a:cubicBezTo>
                        <a:pt x="37416" y="44679"/>
                        <a:pt x="38315" y="44914"/>
                        <a:pt x="39215" y="44914"/>
                      </a:cubicBezTo>
                      <a:cubicBezTo>
                        <a:pt x="40115" y="44914"/>
                        <a:pt x="41017" y="44679"/>
                        <a:pt x="41827" y="44208"/>
                      </a:cubicBezTo>
                      <a:lnTo>
                        <a:pt x="77129" y="23837"/>
                      </a:lnTo>
                      <a:cubicBezTo>
                        <a:pt x="77939" y="23373"/>
                        <a:pt x="78439" y="22515"/>
                        <a:pt x="78427" y="21587"/>
                      </a:cubicBezTo>
                      <a:lnTo>
                        <a:pt x="78427" y="21384"/>
                      </a:lnTo>
                      <a:lnTo>
                        <a:pt x="78427" y="21194"/>
                      </a:lnTo>
                      <a:lnTo>
                        <a:pt x="78427" y="21003"/>
                      </a:lnTo>
                      <a:lnTo>
                        <a:pt x="78427" y="20801"/>
                      </a:lnTo>
                      <a:lnTo>
                        <a:pt x="78427" y="20610"/>
                      </a:lnTo>
                      <a:lnTo>
                        <a:pt x="78427" y="20420"/>
                      </a:lnTo>
                      <a:lnTo>
                        <a:pt x="78427" y="20217"/>
                      </a:lnTo>
                      <a:lnTo>
                        <a:pt x="78427" y="20027"/>
                      </a:lnTo>
                      <a:lnTo>
                        <a:pt x="78427" y="19836"/>
                      </a:lnTo>
                      <a:lnTo>
                        <a:pt x="78427" y="19634"/>
                      </a:lnTo>
                      <a:lnTo>
                        <a:pt x="78427" y="19444"/>
                      </a:lnTo>
                      <a:lnTo>
                        <a:pt x="78427" y="19253"/>
                      </a:lnTo>
                      <a:lnTo>
                        <a:pt x="78427" y="19051"/>
                      </a:lnTo>
                      <a:lnTo>
                        <a:pt x="78427" y="18860"/>
                      </a:lnTo>
                      <a:lnTo>
                        <a:pt x="78427" y="18670"/>
                      </a:lnTo>
                      <a:lnTo>
                        <a:pt x="78427" y="18467"/>
                      </a:lnTo>
                      <a:lnTo>
                        <a:pt x="78427" y="18277"/>
                      </a:lnTo>
                      <a:lnTo>
                        <a:pt x="78427" y="18086"/>
                      </a:lnTo>
                      <a:lnTo>
                        <a:pt x="78427" y="17884"/>
                      </a:lnTo>
                      <a:lnTo>
                        <a:pt x="78427" y="17693"/>
                      </a:lnTo>
                      <a:lnTo>
                        <a:pt x="78427" y="17503"/>
                      </a:lnTo>
                      <a:lnTo>
                        <a:pt x="78427" y="17300"/>
                      </a:lnTo>
                      <a:lnTo>
                        <a:pt x="78427" y="17110"/>
                      </a:lnTo>
                      <a:lnTo>
                        <a:pt x="78427" y="16919"/>
                      </a:lnTo>
                      <a:lnTo>
                        <a:pt x="78427" y="16717"/>
                      </a:lnTo>
                      <a:lnTo>
                        <a:pt x="78427" y="16527"/>
                      </a:lnTo>
                      <a:lnTo>
                        <a:pt x="78427" y="16336"/>
                      </a:lnTo>
                      <a:lnTo>
                        <a:pt x="78427" y="16146"/>
                      </a:lnTo>
                      <a:lnTo>
                        <a:pt x="78427" y="15943"/>
                      </a:lnTo>
                      <a:lnTo>
                        <a:pt x="78427" y="15753"/>
                      </a:lnTo>
                      <a:lnTo>
                        <a:pt x="78427" y="15562"/>
                      </a:lnTo>
                      <a:lnTo>
                        <a:pt x="78427" y="15360"/>
                      </a:lnTo>
                      <a:lnTo>
                        <a:pt x="78427" y="15169"/>
                      </a:lnTo>
                      <a:lnTo>
                        <a:pt x="78427" y="14979"/>
                      </a:lnTo>
                      <a:lnTo>
                        <a:pt x="78427" y="14776"/>
                      </a:lnTo>
                      <a:lnTo>
                        <a:pt x="78427" y="14586"/>
                      </a:lnTo>
                      <a:lnTo>
                        <a:pt x="78427" y="14395"/>
                      </a:lnTo>
                      <a:lnTo>
                        <a:pt x="78427" y="14193"/>
                      </a:lnTo>
                      <a:lnTo>
                        <a:pt x="78427" y="14002"/>
                      </a:lnTo>
                      <a:lnTo>
                        <a:pt x="78427" y="13812"/>
                      </a:lnTo>
                      <a:lnTo>
                        <a:pt x="78427" y="13609"/>
                      </a:lnTo>
                      <a:lnTo>
                        <a:pt x="78427" y="13419"/>
                      </a:lnTo>
                      <a:lnTo>
                        <a:pt x="78427" y="13228"/>
                      </a:lnTo>
                      <a:lnTo>
                        <a:pt x="78427" y="13026"/>
                      </a:lnTo>
                      <a:lnTo>
                        <a:pt x="78427" y="12836"/>
                      </a:lnTo>
                      <a:lnTo>
                        <a:pt x="78427" y="12645"/>
                      </a:lnTo>
                      <a:lnTo>
                        <a:pt x="78427" y="12443"/>
                      </a:lnTo>
                      <a:lnTo>
                        <a:pt x="78427" y="12252"/>
                      </a:lnTo>
                      <a:lnTo>
                        <a:pt x="78427" y="12062"/>
                      </a:lnTo>
                      <a:lnTo>
                        <a:pt x="78427" y="11859"/>
                      </a:lnTo>
                      <a:lnTo>
                        <a:pt x="78427" y="11669"/>
                      </a:lnTo>
                      <a:lnTo>
                        <a:pt x="78427" y="11478"/>
                      </a:lnTo>
                      <a:lnTo>
                        <a:pt x="78427" y="11276"/>
                      </a:lnTo>
                      <a:lnTo>
                        <a:pt x="78427" y="11085"/>
                      </a:lnTo>
                      <a:lnTo>
                        <a:pt x="78427" y="10895"/>
                      </a:lnTo>
                      <a:lnTo>
                        <a:pt x="78427" y="10692"/>
                      </a:lnTo>
                      <a:lnTo>
                        <a:pt x="78427" y="10502"/>
                      </a:lnTo>
                      <a:lnTo>
                        <a:pt x="78427" y="10311"/>
                      </a:lnTo>
                      <a:lnTo>
                        <a:pt x="78427" y="10109"/>
                      </a:lnTo>
                      <a:lnTo>
                        <a:pt x="78427" y="9919"/>
                      </a:lnTo>
                      <a:lnTo>
                        <a:pt x="78427" y="9728"/>
                      </a:lnTo>
                      <a:lnTo>
                        <a:pt x="78427" y="9526"/>
                      </a:lnTo>
                      <a:lnTo>
                        <a:pt x="78427" y="9335"/>
                      </a:lnTo>
                      <a:lnTo>
                        <a:pt x="78427" y="9145"/>
                      </a:lnTo>
                      <a:lnTo>
                        <a:pt x="78427" y="8942"/>
                      </a:lnTo>
                      <a:lnTo>
                        <a:pt x="78427" y="8752"/>
                      </a:lnTo>
                      <a:lnTo>
                        <a:pt x="78427" y="8561"/>
                      </a:lnTo>
                      <a:lnTo>
                        <a:pt x="78427" y="8359"/>
                      </a:lnTo>
                      <a:lnTo>
                        <a:pt x="78427" y="8168"/>
                      </a:lnTo>
                      <a:lnTo>
                        <a:pt x="78427" y="7978"/>
                      </a:lnTo>
                      <a:lnTo>
                        <a:pt x="78427" y="7775"/>
                      </a:lnTo>
                      <a:lnTo>
                        <a:pt x="78427" y="7585"/>
                      </a:lnTo>
                      <a:lnTo>
                        <a:pt x="78427" y="7394"/>
                      </a:lnTo>
                      <a:lnTo>
                        <a:pt x="78427" y="7192"/>
                      </a:lnTo>
                      <a:lnTo>
                        <a:pt x="78427" y="7002"/>
                      </a:lnTo>
                      <a:lnTo>
                        <a:pt x="78427" y="6811"/>
                      </a:lnTo>
                      <a:lnTo>
                        <a:pt x="78427" y="6609"/>
                      </a:lnTo>
                      <a:lnTo>
                        <a:pt x="78427" y="6418"/>
                      </a:lnTo>
                      <a:lnTo>
                        <a:pt x="78427" y="6228"/>
                      </a:lnTo>
                      <a:lnTo>
                        <a:pt x="78427" y="6025"/>
                      </a:lnTo>
                      <a:lnTo>
                        <a:pt x="78427" y="5835"/>
                      </a:lnTo>
                      <a:lnTo>
                        <a:pt x="78427" y="5644"/>
                      </a:lnTo>
                      <a:lnTo>
                        <a:pt x="78427" y="5442"/>
                      </a:lnTo>
                      <a:lnTo>
                        <a:pt x="78427" y="5251"/>
                      </a:lnTo>
                      <a:lnTo>
                        <a:pt x="78427" y="5061"/>
                      </a:lnTo>
                      <a:lnTo>
                        <a:pt x="78427" y="4858"/>
                      </a:lnTo>
                      <a:lnTo>
                        <a:pt x="78427" y="4668"/>
                      </a:lnTo>
                      <a:lnTo>
                        <a:pt x="78427" y="4477"/>
                      </a:lnTo>
                      <a:lnTo>
                        <a:pt x="78427" y="4275"/>
                      </a:lnTo>
                      <a:lnTo>
                        <a:pt x="78427" y="4085"/>
                      </a:lnTo>
                      <a:lnTo>
                        <a:pt x="78427" y="3894"/>
                      </a:lnTo>
                      <a:lnTo>
                        <a:pt x="78427" y="3692"/>
                      </a:lnTo>
                      <a:lnTo>
                        <a:pt x="78427" y="3501"/>
                      </a:lnTo>
                      <a:lnTo>
                        <a:pt x="78427" y="3311"/>
                      </a:lnTo>
                      <a:lnTo>
                        <a:pt x="78427" y="3108"/>
                      </a:lnTo>
                      <a:lnTo>
                        <a:pt x="78427" y="2918"/>
                      </a:lnTo>
                      <a:lnTo>
                        <a:pt x="78427" y="2727"/>
                      </a:lnTo>
                      <a:lnTo>
                        <a:pt x="78427" y="2525"/>
                      </a:lnTo>
                      <a:lnTo>
                        <a:pt x="78427" y="2334"/>
                      </a:lnTo>
                      <a:lnTo>
                        <a:pt x="78427" y="2144"/>
                      </a:lnTo>
                      <a:lnTo>
                        <a:pt x="78427" y="1941"/>
                      </a:lnTo>
                      <a:lnTo>
                        <a:pt x="78427" y="1751"/>
                      </a:lnTo>
                      <a:lnTo>
                        <a:pt x="78427" y="1560"/>
                      </a:lnTo>
                      <a:lnTo>
                        <a:pt x="78427" y="1358"/>
                      </a:lnTo>
                      <a:lnTo>
                        <a:pt x="78427" y="1167"/>
                      </a:lnTo>
                      <a:lnTo>
                        <a:pt x="78427" y="977"/>
                      </a:lnTo>
                      <a:lnTo>
                        <a:pt x="78427" y="775"/>
                      </a:lnTo>
                      <a:lnTo>
                        <a:pt x="78427" y="584"/>
                      </a:lnTo>
                      <a:lnTo>
                        <a:pt x="78427" y="394"/>
                      </a:lnTo>
                      <a:lnTo>
                        <a:pt x="78427" y="191"/>
                      </a:lnTo>
                      <a:lnTo>
                        <a:pt x="78427" y="1"/>
                      </a:lnTo>
                      <a:lnTo>
                        <a:pt x="78212" y="1"/>
                      </a:lnTo>
                      <a:cubicBezTo>
                        <a:pt x="78224" y="858"/>
                        <a:pt x="77760" y="1644"/>
                        <a:pt x="77022" y="2072"/>
                      </a:cubicBezTo>
                      <a:lnTo>
                        <a:pt x="41720" y="22444"/>
                      </a:lnTo>
                      <a:cubicBezTo>
                        <a:pt x="40946" y="22890"/>
                        <a:pt x="40083" y="23114"/>
                        <a:pt x="39218" y="23114"/>
                      </a:cubicBezTo>
                      <a:cubicBezTo>
                        <a:pt x="38353" y="23114"/>
                        <a:pt x="37487" y="22890"/>
                        <a:pt x="36707" y="22444"/>
                      </a:cubicBezTo>
                      <a:lnTo>
                        <a:pt x="1417" y="2072"/>
                      </a:lnTo>
                      <a:cubicBezTo>
                        <a:pt x="667" y="1644"/>
                        <a:pt x="215" y="858"/>
                        <a:pt x="226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A0FDF1">
                        <a:alpha val="41568"/>
                        <a:alpha val="41520"/>
                      </a:srgbClr>
                    </a:gs>
                    <a:gs pos="100000">
                      <a:srgbClr val="FFFFFF">
                        <a:alpha val="37254"/>
                        <a:alpha val="4152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61650" tIns="61650" rIns="61650" bIns="6165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0" name="Google Shape;290;p13"/>
                <p:cNvSpPr/>
                <p:nvPr/>
              </p:nvSpPr>
              <p:spPr>
                <a:xfrm>
                  <a:off x="5553063" y="1487604"/>
                  <a:ext cx="1981525" cy="116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261" h="46572" extrusionOk="0">
                      <a:moveTo>
                        <a:pt x="39635" y="1"/>
                      </a:moveTo>
                      <a:cubicBezTo>
                        <a:pt x="38749" y="1"/>
                        <a:pt x="37862" y="230"/>
                        <a:pt x="37065" y="688"/>
                      </a:cubicBezTo>
                      <a:lnTo>
                        <a:pt x="1679" y="21119"/>
                      </a:lnTo>
                      <a:cubicBezTo>
                        <a:pt x="1" y="22084"/>
                        <a:pt x="1" y="24489"/>
                        <a:pt x="1679" y="25453"/>
                      </a:cubicBezTo>
                      <a:lnTo>
                        <a:pt x="37065" y="45884"/>
                      </a:lnTo>
                      <a:cubicBezTo>
                        <a:pt x="37862" y="46343"/>
                        <a:pt x="38749" y="46572"/>
                        <a:pt x="39635" y="46572"/>
                      </a:cubicBezTo>
                      <a:cubicBezTo>
                        <a:pt x="40520" y="46572"/>
                        <a:pt x="41405" y="46343"/>
                        <a:pt x="42196" y="45884"/>
                      </a:cubicBezTo>
                      <a:lnTo>
                        <a:pt x="77594" y="25453"/>
                      </a:lnTo>
                      <a:cubicBezTo>
                        <a:pt x="79260" y="24489"/>
                        <a:pt x="79260" y="22084"/>
                        <a:pt x="77594" y="21119"/>
                      </a:cubicBezTo>
                      <a:lnTo>
                        <a:pt x="42196" y="688"/>
                      </a:lnTo>
                      <a:cubicBezTo>
                        <a:pt x="41405" y="230"/>
                        <a:pt x="40520" y="1"/>
                        <a:pt x="39635" y="1"/>
                      </a:cubicBezTo>
                      <a:close/>
                    </a:path>
                  </a:pathLst>
                </a:custGeom>
                <a:solidFill>
                  <a:srgbClr val="A0FDF1">
                    <a:alpha val="41520"/>
                  </a:srgbClr>
                </a:solidFill>
                <a:ln>
                  <a:noFill/>
                </a:ln>
              </p:spPr>
              <p:txBody>
                <a:bodyPr spcFirstLastPara="1" wrap="square" lIns="61650" tIns="61650" rIns="61650" bIns="6165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91" name="Google Shape;291;p13"/>
            <p:cNvGrpSpPr/>
            <p:nvPr/>
          </p:nvGrpSpPr>
          <p:grpSpPr>
            <a:xfrm>
              <a:off x="3635042" y="1987866"/>
              <a:ext cx="598632" cy="805372"/>
              <a:chOff x="3478424" y="1308364"/>
              <a:chExt cx="2187185" cy="2942536"/>
            </a:xfrm>
          </p:grpSpPr>
          <p:sp>
            <p:nvSpPr>
              <p:cNvPr id="292" name="Google Shape;292;p13"/>
              <p:cNvSpPr/>
              <p:nvPr/>
            </p:nvSpPr>
            <p:spPr>
              <a:xfrm>
                <a:off x="3485139" y="2969821"/>
                <a:ext cx="2180470" cy="1281079"/>
              </a:xfrm>
              <a:custGeom>
                <a:avLst/>
                <a:gdLst/>
                <a:ahLst/>
                <a:cxnLst/>
                <a:rect l="l" t="t" r="r" b="b"/>
                <a:pathLst>
                  <a:path w="79261" h="46572" extrusionOk="0">
                    <a:moveTo>
                      <a:pt x="39635" y="1"/>
                    </a:moveTo>
                    <a:cubicBezTo>
                      <a:pt x="38749" y="1"/>
                      <a:pt x="37862" y="230"/>
                      <a:pt x="37065" y="688"/>
                    </a:cubicBezTo>
                    <a:lnTo>
                      <a:pt x="1679" y="21119"/>
                    </a:lnTo>
                    <a:cubicBezTo>
                      <a:pt x="1" y="22084"/>
                      <a:pt x="1" y="24489"/>
                      <a:pt x="1679" y="25453"/>
                    </a:cubicBezTo>
                    <a:lnTo>
                      <a:pt x="37065" y="45884"/>
                    </a:lnTo>
                    <a:cubicBezTo>
                      <a:pt x="37862" y="46343"/>
                      <a:pt x="38749" y="46572"/>
                      <a:pt x="39635" y="46572"/>
                    </a:cubicBezTo>
                    <a:cubicBezTo>
                      <a:pt x="40520" y="46572"/>
                      <a:pt x="41405" y="46343"/>
                      <a:pt x="42196" y="45884"/>
                    </a:cubicBezTo>
                    <a:lnTo>
                      <a:pt x="77594" y="25453"/>
                    </a:lnTo>
                    <a:cubicBezTo>
                      <a:pt x="79260" y="24489"/>
                      <a:pt x="79260" y="22084"/>
                      <a:pt x="77594" y="21119"/>
                    </a:cubicBezTo>
                    <a:lnTo>
                      <a:pt x="42196" y="688"/>
                    </a:lnTo>
                    <a:cubicBezTo>
                      <a:pt x="41405" y="230"/>
                      <a:pt x="40520" y="1"/>
                      <a:pt x="3963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Google Shape;293;p13"/>
              <p:cNvSpPr/>
              <p:nvPr/>
            </p:nvSpPr>
            <p:spPr>
              <a:xfrm>
                <a:off x="3793045" y="1947520"/>
                <a:ext cx="1550129" cy="2096604"/>
              </a:xfrm>
              <a:custGeom>
                <a:avLst/>
                <a:gdLst/>
                <a:ahLst/>
                <a:cxnLst/>
                <a:rect l="l" t="t" r="r" b="b"/>
                <a:pathLst>
                  <a:path w="52721" h="71307" extrusionOk="0">
                    <a:moveTo>
                      <a:pt x="52709" y="0"/>
                    </a:moveTo>
                    <a:lnTo>
                      <a:pt x="0" y="0"/>
                    </a:lnTo>
                    <a:lnTo>
                      <a:pt x="0" y="55495"/>
                    </a:lnTo>
                    <a:cubicBezTo>
                      <a:pt x="0" y="56090"/>
                      <a:pt x="321" y="56650"/>
                      <a:pt x="845" y="56948"/>
                    </a:cubicBezTo>
                    <a:lnTo>
                      <a:pt x="24646" y="70699"/>
                    </a:lnTo>
                    <a:cubicBezTo>
                      <a:pt x="25706" y="71306"/>
                      <a:pt x="27027" y="71306"/>
                      <a:pt x="28087" y="70699"/>
                    </a:cubicBezTo>
                    <a:lnTo>
                      <a:pt x="51876" y="56948"/>
                    </a:lnTo>
                    <a:cubicBezTo>
                      <a:pt x="52399" y="56650"/>
                      <a:pt x="52721" y="56090"/>
                      <a:pt x="52721" y="55495"/>
                    </a:cubicBezTo>
                    <a:lnTo>
                      <a:pt x="52721" y="5549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Google Shape;294;p13"/>
              <p:cNvSpPr/>
              <p:nvPr/>
            </p:nvSpPr>
            <p:spPr>
              <a:xfrm>
                <a:off x="3784988" y="1482593"/>
                <a:ext cx="1566242" cy="929825"/>
              </a:xfrm>
              <a:custGeom>
                <a:avLst/>
                <a:gdLst/>
                <a:ahLst/>
                <a:cxnLst/>
                <a:rect l="l" t="t" r="r" b="b"/>
                <a:pathLst>
                  <a:path w="53269" h="31624" extrusionOk="0">
                    <a:moveTo>
                      <a:pt x="24920" y="31004"/>
                    </a:moveTo>
                    <a:lnTo>
                      <a:pt x="1119" y="17265"/>
                    </a:lnTo>
                    <a:cubicBezTo>
                      <a:pt x="0" y="16622"/>
                      <a:pt x="0" y="15002"/>
                      <a:pt x="1119" y="14359"/>
                    </a:cubicBezTo>
                    <a:lnTo>
                      <a:pt x="24920" y="620"/>
                    </a:lnTo>
                    <a:cubicBezTo>
                      <a:pt x="25980" y="1"/>
                      <a:pt x="27301" y="1"/>
                      <a:pt x="28361" y="620"/>
                    </a:cubicBezTo>
                    <a:lnTo>
                      <a:pt x="52150" y="14359"/>
                    </a:lnTo>
                    <a:cubicBezTo>
                      <a:pt x="53269" y="15002"/>
                      <a:pt x="53269" y="16622"/>
                      <a:pt x="52150" y="17265"/>
                    </a:cubicBezTo>
                    <a:lnTo>
                      <a:pt x="28361" y="31004"/>
                    </a:lnTo>
                    <a:cubicBezTo>
                      <a:pt x="27289" y="31624"/>
                      <a:pt x="25980" y="31624"/>
                      <a:pt x="24920" y="3100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Google Shape;295;p13"/>
              <p:cNvSpPr/>
              <p:nvPr/>
            </p:nvSpPr>
            <p:spPr>
              <a:xfrm>
                <a:off x="3818244" y="2089627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7"/>
                    </a:moveTo>
                    <a:lnTo>
                      <a:pt x="0" y="1561"/>
                    </a:lnTo>
                    <a:lnTo>
                      <a:pt x="0" y="1"/>
                    </a:lnTo>
                    <a:lnTo>
                      <a:pt x="24194" y="1395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Google Shape;296;p13"/>
              <p:cNvSpPr/>
              <p:nvPr/>
            </p:nvSpPr>
            <p:spPr>
              <a:xfrm>
                <a:off x="3818244" y="2153697"/>
                <a:ext cx="711364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9" extrusionOk="0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Google Shape;297;p13"/>
              <p:cNvSpPr/>
              <p:nvPr/>
            </p:nvSpPr>
            <p:spPr>
              <a:xfrm>
                <a:off x="3818244" y="2218120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Google Shape;298;p13"/>
              <p:cNvSpPr/>
              <p:nvPr/>
            </p:nvSpPr>
            <p:spPr>
              <a:xfrm>
                <a:off x="3818244" y="2282543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Google Shape;299;p13"/>
              <p:cNvSpPr/>
              <p:nvPr/>
            </p:nvSpPr>
            <p:spPr>
              <a:xfrm>
                <a:off x="3818244" y="2346966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Google Shape;300;p13"/>
              <p:cNvSpPr/>
              <p:nvPr/>
            </p:nvSpPr>
            <p:spPr>
              <a:xfrm>
                <a:off x="3818244" y="246178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Google Shape;301;p13"/>
              <p:cNvSpPr/>
              <p:nvPr/>
            </p:nvSpPr>
            <p:spPr>
              <a:xfrm>
                <a:off x="3818244" y="2526209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Google Shape;302;p13"/>
              <p:cNvSpPr/>
              <p:nvPr/>
            </p:nvSpPr>
            <p:spPr>
              <a:xfrm>
                <a:off x="3818244" y="2590250"/>
                <a:ext cx="711364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9" extrusionOk="0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Google Shape;303;p13"/>
              <p:cNvSpPr/>
              <p:nvPr/>
            </p:nvSpPr>
            <p:spPr>
              <a:xfrm>
                <a:off x="3818244" y="2654673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Google Shape;304;p13"/>
              <p:cNvSpPr/>
              <p:nvPr/>
            </p:nvSpPr>
            <p:spPr>
              <a:xfrm>
                <a:off x="3818244" y="271909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Google Shape;305;p13"/>
              <p:cNvSpPr/>
              <p:nvPr/>
            </p:nvSpPr>
            <p:spPr>
              <a:xfrm>
                <a:off x="3818244" y="283391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Google Shape;306;p13"/>
              <p:cNvSpPr/>
              <p:nvPr/>
            </p:nvSpPr>
            <p:spPr>
              <a:xfrm>
                <a:off x="3818244" y="2898339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Google Shape;307;p13"/>
              <p:cNvSpPr/>
              <p:nvPr/>
            </p:nvSpPr>
            <p:spPr>
              <a:xfrm>
                <a:off x="3818244" y="2962762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Google Shape;308;p13"/>
              <p:cNvSpPr/>
              <p:nvPr/>
            </p:nvSpPr>
            <p:spPr>
              <a:xfrm>
                <a:off x="3818244" y="3026803"/>
                <a:ext cx="711364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9" extrusionOk="0">
                    <a:moveTo>
                      <a:pt x="24194" y="15539"/>
                    </a:moveTo>
                    <a:lnTo>
                      <a:pt x="0" y="1573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Google Shape;309;p13"/>
              <p:cNvSpPr/>
              <p:nvPr/>
            </p:nvSpPr>
            <p:spPr>
              <a:xfrm>
                <a:off x="3818244" y="309122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Google Shape;310;p13"/>
              <p:cNvSpPr/>
              <p:nvPr/>
            </p:nvSpPr>
            <p:spPr>
              <a:xfrm>
                <a:off x="3818244" y="320604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7"/>
                    </a:moveTo>
                    <a:lnTo>
                      <a:pt x="0" y="1573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Google Shape;311;p13"/>
              <p:cNvSpPr/>
              <p:nvPr/>
            </p:nvSpPr>
            <p:spPr>
              <a:xfrm>
                <a:off x="3818244" y="3270469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Google Shape;312;p13"/>
              <p:cNvSpPr/>
              <p:nvPr/>
            </p:nvSpPr>
            <p:spPr>
              <a:xfrm>
                <a:off x="3818244" y="3334892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Google Shape;313;p13"/>
              <p:cNvSpPr/>
              <p:nvPr/>
            </p:nvSpPr>
            <p:spPr>
              <a:xfrm>
                <a:off x="3818244" y="3399315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Google Shape;314;p13"/>
              <p:cNvSpPr/>
              <p:nvPr/>
            </p:nvSpPr>
            <p:spPr>
              <a:xfrm>
                <a:off x="3818244" y="3463385"/>
                <a:ext cx="711364" cy="456856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8" extrusionOk="0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Google Shape;315;p13"/>
              <p:cNvSpPr/>
              <p:nvPr/>
            </p:nvSpPr>
            <p:spPr>
              <a:xfrm>
                <a:off x="4606639" y="2089627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7"/>
                    </a:moveTo>
                    <a:lnTo>
                      <a:pt x="24182" y="1561"/>
                    </a:lnTo>
                    <a:lnTo>
                      <a:pt x="24182" y="1"/>
                    </a:lnTo>
                    <a:lnTo>
                      <a:pt x="0" y="1395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" name="Google Shape;316;p13"/>
              <p:cNvSpPr/>
              <p:nvPr/>
            </p:nvSpPr>
            <p:spPr>
              <a:xfrm>
                <a:off x="4606639" y="2153697"/>
                <a:ext cx="711011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9" extrusionOk="0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" name="Google Shape;317;p13"/>
              <p:cNvSpPr/>
              <p:nvPr/>
            </p:nvSpPr>
            <p:spPr>
              <a:xfrm>
                <a:off x="4606639" y="2218120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" name="Google Shape;318;p13"/>
              <p:cNvSpPr/>
              <p:nvPr/>
            </p:nvSpPr>
            <p:spPr>
              <a:xfrm>
                <a:off x="4606639" y="2282543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Google Shape;319;p13"/>
              <p:cNvSpPr/>
              <p:nvPr/>
            </p:nvSpPr>
            <p:spPr>
              <a:xfrm>
                <a:off x="4606639" y="2346966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Google Shape;320;p13"/>
              <p:cNvSpPr/>
              <p:nvPr/>
            </p:nvSpPr>
            <p:spPr>
              <a:xfrm>
                <a:off x="4606639" y="246178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" name="Google Shape;321;p13"/>
              <p:cNvSpPr/>
              <p:nvPr/>
            </p:nvSpPr>
            <p:spPr>
              <a:xfrm>
                <a:off x="4606639" y="2526209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Google Shape;322;p13"/>
              <p:cNvSpPr/>
              <p:nvPr/>
            </p:nvSpPr>
            <p:spPr>
              <a:xfrm>
                <a:off x="4606639" y="2590250"/>
                <a:ext cx="711011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9" extrusionOk="0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" name="Google Shape;323;p13"/>
              <p:cNvSpPr/>
              <p:nvPr/>
            </p:nvSpPr>
            <p:spPr>
              <a:xfrm>
                <a:off x="4606639" y="2654673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Google Shape;324;p13"/>
              <p:cNvSpPr/>
              <p:nvPr/>
            </p:nvSpPr>
            <p:spPr>
              <a:xfrm>
                <a:off x="4606639" y="271909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" name="Google Shape;325;p13"/>
              <p:cNvSpPr/>
              <p:nvPr/>
            </p:nvSpPr>
            <p:spPr>
              <a:xfrm>
                <a:off x="4606639" y="283391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" name="Google Shape;326;p13"/>
              <p:cNvSpPr/>
              <p:nvPr/>
            </p:nvSpPr>
            <p:spPr>
              <a:xfrm>
                <a:off x="4606639" y="2898339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Google Shape;327;p13"/>
              <p:cNvSpPr/>
              <p:nvPr/>
            </p:nvSpPr>
            <p:spPr>
              <a:xfrm>
                <a:off x="4606639" y="2962762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Google Shape;328;p13"/>
              <p:cNvSpPr/>
              <p:nvPr/>
            </p:nvSpPr>
            <p:spPr>
              <a:xfrm>
                <a:off x="4606639" y="3026803"/>
                <a:ext cx="711011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9" extrusionOk="0">
                    <a:moveTo>
                      <a:pt x="0" y="15539"/>
                    </a:moveTo>
                    <a:lnTo>
                      <a:pt x="24182" y="1573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Google Shape;329;p13"/>
              <p:cNvSpPr/>
              <p:nvPr/>
            </p:nvSpPr>
            <p:spPr>
              <a:xfrm>
                <a:off x="4606639" y="309122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Google Shape;330;p13"/>
              <p:cNvSpPr/>
              <p:nvPr/>
            </p:nvSpPr>
            <p:spPr>
              <a:xfrm>
                <a:off x="4606639" y="320604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7"/>
                    </a:moveTo>
                    <a:lnTo>
                      <a:pt x="24182" y="1573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Google Shape;331;p13"/>
              <p:cNvSpPr/>
              <p:nvPr/>
            </p:nvSpPr>
            <p:spPr>
              <a:xfrm>
                <a:off x="4606639" y="3270469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Google Shape;332;p13"/>
              <p:cNvSpPr/>
              <p:nvPr/>
            </p:nvSpPr>
            <p:spPr>
              <a:xfrm>
                <a:off x="4606639" y="3334892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" name="Google Shape;333;p13"/>
              <p:cNvSpPr/>
              <p:nvPr/>
            </p:nvSpPr>
            <p:spPr>
              <a:xfrm>
                <a:off x="4606639" y="3399315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" name="Google Shape;334;p13"/>
              <p:cNvSpPr/>
              <p:nvPr/>
            </p:nvSpPr>
            <p:spPr>
              <a:xfrm>
                <a:off x="4606639" y="3463385"/>
                <a:ext cx="711011" cy="456856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8" extrusionOk="0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35" name="Google Shape;335;p13"/>
              <p:cNvGrpSpPr/>
              <p:nvPr/>
            </p:nvGrpSpPr>
            <p:grpSpPr>
              <a:xfrm>
                <a:off x="3478424" y="1308364"/>
                <a:ext cx="2180470" cy="1878295"/>
                <a:chOff x="5553063" y="1487604"/>
                <a:chExt cx="1981525" cy="1707075"/>
              </a:xfrm>
            </p:grpSpPr>
            <p:sp>
              <p:nvSpPr>
                <p:cNvPr id="336" name="Google Shape;336;p13"/>
                <p:cNvSpPr/>
                <p:nvPr/>
              </p:nvSpPr>
              <p:spPr>
                <a:xfrm>
                  <a:off x="5563488" y="2071829"/>
                  <a:ext cx="1960975" cy="1122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439" h="44914" extrusionOk="0">
                      <a:moveTo>
                        <a:pt x="12" y="1"/>
                      </a:moveTo>
                      <a:cubicBezTo>
                        <a:pt x="12" y="72"/>
                        <a:pt x="12" y="132"/>
                        <a:pt x="12" y="191"/>
                      </a:cubicBezTo>
                      <a:cubicBezTo>
                        <a:pt x="12" y="263"/>
                        <a:pt x="12" y="322"/>
                        <a:pt x="12" y="394"/>
                      </a:cubicBezTo>
                      <a:cubicBezTo>
                        <a:pt x="12" y="453"/>
                        <a:pt x="12" y="525"/>
                        <a:pt x="12" y="584"/>
                      </a:cubicBezTo>
                      <a:cubicBezTo>
                        <a:pt x="12" y="656"/>
                        <a:pt x="12" y="715"/>
                        <a:pt x="12" y="775"/>
                      </a:cubicBezTo>
                      <a:cubicBezTo>
                        <a:pt x="12" y="846"/>
                        <a:pt x="12" y="906"/>
                        <a:pt x="12" y="977"/>
                      </a:cubicBezTo>
                      <a:cubicBezTo>
                        <a:pt x="12" y="1037"/>
                        <a:pt x="12" y="1108"/>
                        <a:pt x="12" y="1167"/>
                      </a:cubicBezTo>
                      <a:cubicBezTo>
                        <a:pt x="12" y="1239"/>
                        <a:pt x="12" y="1298"/>
                        <a:pt x="12" y="1358"/>
                      </a:cubicBezTo>
                      <a:cubicBezTo>
                        <a:pt x="12" y="1429"/>
                        <a:pt x="12" y="1489"/>
                        <a:pt x="12" y="1560"/>
                      </a:cubicBezTo>
                      <a:cubicBezTo>
                        <a:pt x="12" y="1620"/>
                        <a:pt x="12" y="1691"/>
                        <a:pt x="12" y="1751"/>
                      </a:cubicBezTo>
                      <a:cubicBezTo>
                        <a:pt x="12" y="1822"/>
                        <a:pt x="12" y="1882"/>
                        <a:pt x="12" y="1941"/>
                      </a:cubicBezTo>
                      <a:cubicBezTo>
                        <a:pt x="12" y="2013"/>
                        <a:pt x="12" y="2072"/>
                        <a:pt x="12" y="2144"/>
                      </a:cubicBezTo>
                      <a:cubicBezTo>
                        <a:pt x="12" y="2203"/>
                        <a:pt x="12" y="2275"/>
                        <a:pt x="12" y="2334"/>
                      </a:cubicBezTo>
                      <a:cubicBezTo>
                        <a:pt x="12" y="2406"/>
                        <a:pt x="12" y="2465"/>
                        <a:pt x="12" y="2525"/>
                      </a:cubicBezTo>
                      <a:cubicBezTo>
                        <a:pt x="12" y="2596"/>
                        <a:pt x="12" y="2656"/>
                        <a:pt x="12" y="2727"/>
                      </a:cubicBezTo>
                      <a:cubicBezTo>
                        <a:pt x="12" y="2787"/>
                        <a:pt x="12" y="2858"/>
                        <a:pt x="12" y="2918"/>
                      </a:cubicBezTo>
                      <a:cubicBezTo>
                        <a:pt x="12" y="2989"/>
                        <a:pt x="12" y="3049"/>
                        <a:pt x="12" y="3108"/>
                      </a:cubicBezTo>
                      <a:cubicBezTo>
                        <a:pt x="12" y="3180"/>
                        <a:pt x="12" y="3239"/>
                        <a:pt x="12" y="3311"/>
                      </a:cubicBezTo>
                      <a:cubicBezTo>
                        <a:pt x="12" y="3370"/>
                        <a:pt x="12" y="3442"/>
                        <a:pt x="12" y="3501"/>
                      </a:cubicBezTo>
                      <a:cubicBezTo>
                        <a:pt x="12" y="3573"/>
                        <a:pt x="12" y="3632"/>
                        <a:pt x="12" y="3692"/>
                      </a:cubicBezTo>
                      <a:cubicBezTo>
                        <a:pt x="12" y="3763"/>
                        <a:pt x="12" y="3823"/>
                        <a:pt x="12" y="3894"/>
                      </a:cubicBezTo>
                      <a:cubicBezTo>
                        <a:pt x="12" y="3954"/>
                        <a:pt x="12" y="4025"/>
                        <a:pt x="12" y="4085"/>
                      </a:cubicBezTo>
                      <a:cubicBezTo>
                        <a:pt x="12" y="4156"/>
                        <a:pt x="12" y="4215"/>
                        <a:pt x="12" y="4275"/>
                      </a:cubicBezTo>
                      <a:cubicBezTo>
                        <a:pt x="12" y="4346"/>
                        <a:pt x="12" y="4406"/>
                        <a:pt x="12" y="4477"/>
                      </a:cubicBezTo>
                      <a:cubicBezTo>
                        <a:pt x="12" y="4537"/>
                        <a:pt x="12" y="4608"/>
                        <a:pt x="12" y="4668"/>
                      </a:cubicBezTo>
                      <a:cubicBezTo>
                        <a:pt x="12" y="4739"/>
                        <a:pt x="12" y="4799"/>
                        <a:pt x="12" y="4858"/>
                      </a:cubicBezTo>
                      <a:cubicBezTo>
                        <a:pt x="12" y="4930"/>
                        <a:pt x="12" y="4989"/>
                        <a:pt x="12" y="5061"/>
                      </a:cubicBezTo>
                      <a:cubicBezTo>
                        <a:pt x="12" y="5120"/>
                        <a:pt x="12" y="5192"/>
                        <a:pt x="12" y="5251"/>
                      </a:cubicBezTo>
                      <a:cubicBezTo>
                        <a:pt x="12" y="5323"/>
                        <a:pt x="12" y="5382"/>
                        <a:pt x="12" y="5442"/>
                      </a:cubicBezTo>
                      <a:cubicBezTo>
                        <a:pt x="12" y="5513"/>
                        <a:pt x="12" y="5573"/>
                        <a:pt x="12" y="5644"/>
                      </a:cubicBezTo>
                      <a:cubicBezTo>
                        <a:pt x="12" y="5704"/>
                        <a:pt x="12" y="5775"/>
                        <a:pt x="12" y="5835"/>
                      </a:cubicBezTo>
                      <a:cubicBezTo>
                        <a:pt x="12" y="5906"/>
                        <a:pt x="12" y="5966"/>
                        <a:pt x="12" y="6025"/>
                      </a:cubicBezTo>
                      <a:cubicBezTo>
                        <a:pt x="12" y="6097"/>
                        <a:pt x="12" y="6156"/>
                        <a:pt x="12" y="6228"/>
                      </a:cubicBezTo>
                      <a:cubicBezTo>
                        <a:pt x="12" y="6287"/>
                        <a:pt x="12" y="6359"/>
                        <a:pt x="12" y="6418"/>
                      </a:cubicBezTo>
                      <a:cubicBezTo>
                        <a:pt x="12" y="6490"/>
                        <a:pt x="12" y="6549"/>
                        <a:pt x="12" y="6609"/>
                      </a:cubicBezTo>
                      <a:cubicBezTo>
                        <a:pt x="12" y="6680"/>
                        <a:pt x="12" y="6740"/>
                        <a:pt x="12" y="6811"/>
                      </a:cubicBezTo>
                      <a:cubicBezTo>
                        <a:pt x="12" y="6871"/>
                        <a:pt x="12" y="6942"/>
                        <a:pt x="12" y="7002"/>
                      </a:cubicBezTo>
                      <a:cubicBezTo>
                        <a:pt x="12" y="7073"/>
                        <a:pt x="12" y="7132"/>
                        <a:pt x="12" y="7192"/>
                      </a:cubicBezTo>
                      <a:cubicBezTo>
                        <a:pt x="12" y="7263"/>
                        <a:pt x="12" y="7323"/>
                        <a:pt x="12" y="7394"/>
                      </a:cubicBezTo>
                      <a:cubicBezTo>
                        <a:pt x="12" y="7454"/>
                        <a:pt x="12" y="7525"/>
                        <a:pt x="12" y="7585"/>
                      </a:cubicBezTo>
                      <a:cubicBezTo>
                        <a:pt x="12" y="7656"/>
                        <a:pt x="12" y="7716"/>
                        <a:pt x="12" y="7775"/>
                      </a:cubicBezTo>
                      <a:cubicBezTo>
                        <a:pt x="12" y="7847"/>
                        <a:pt x="12" y="7906"/>
                        <a:pt x="12" y="7978"/>
                      </a:cubicBezTo>
                      <a:cubicBezTo>
                        <a:pt x="12" y="8037"/>
                        <a:pt x="12" y="8109"/>
                        <a:pt x="12" y="8168"/>
                      </a:cubicBezTo>
                      <a:cubicBezTo>
                        <a:pt x="12" y="8228"/>
                        <a:pt x="12" y="8299"/>
                        <a:pt x="12" y="8359"/>
                      </a:cubicBezTo>
                      <a:cubicBezTo>
                        <a:pt x="12" y="8430"/>
                        <a:pt x="12" y="8490"/>
                        <a:pt x="12" y="8561"/>
                      </a:cubicBezTo>
                      <a:cubicBezTo>
                        <a:pt x="12" y="8621"/>
                        <a:pt x="12" y="8692"/>
                        <a:pt x="12" y="8752"/>
                      </a:cubicBezTo>
                      <a:cubicBezTo>
                        <a:pt x="12" y="8811"/>
                        <a:pt x="12" y="8883"/>
                        <a:pt x="12" y="8942"/>
                      </a:cubicBezTo>
                      <a:cubicBezTo>
                        <a:pt x="12" y="9014"/>
                        <a:pt x="12" y="9073"/>
                        <a:pt x="12" y="9145"/>
                      </a:cubicBezTo>
                      <a:cubicBezTo>
                        <a:pt x="12" y="9204"/>
                        <a:pt x="12" y="9276"/>
                        <a:pt x="12" y="9335"/>
                      </a:cubicBezTo>
                      <a:cubicBezTo>
                        <a:pt x="12" y="9395"/>
                        <a:pt x="12" y="9466"/>
                        <a:pt x="12" y="9526"/>
                      </a:cubicBezTo>
                      <a:cubicBezTo>
                        <a:pt x="12" y="9597"/>
                        <a:pt x="12" y="9657"/>
                        <a:pt x="12" y="9728"/>
                      </a:cubicBezTo>
                      <a:cubicBezTo>
                        <a:pt x="12" y="9788"/>
                        <a:pt x="12" y="9859"/>
                        <a:pt x="12" y="9919"/>
                      </a:cubicBezTo>
                      <a:cubicBezTo>
                        <a:pt x="12" y="9978"/>
                        <a:pt x="12" y="10050"/>
                        <a:pt x="12" y="10109"/>
                      </a:cubicBezTo>
                      <a:cubicBezTo>
                        <a:pt x="12" y="10180"/>
                        <a:pt x="12" y="10240"/>
                        <a:pt x="12" y="10311"/>
                      </a:cubicBezTo>
                      <a:cubicBezTo>
                        <a:pt x="12" y="10371"/>
                        <a:pt x="12" y="10442"/>
                        <a:pt x="12" y="10502"/>
                      </a:cubicBezTo>
                      <a:cubicBezTo>
                        <a:pt x="12" y="10561"/>
                        <a:pt x="12" y="10633"/>
                        <a:pt x="12" y="10692"/>
                      </a:cubicBezTo>
                      <a:cubicBezTo>
                        <a:pt x="12" y="10764"/>
                        <a:pt x="12" y="10823"/>
                        <a:pt x="12" y="10895"/>
                      </a:cubicBezTo>
                      <a:cubicBezTo>
                        <a:pt x="12" y="10954"/>
                        <a:pt x="12" y="11026"/>
                        <a:pt x="12" y="11085"/>
                      </a:cubicBezTo>
                      <a:cubicBezTo>
                        <a:pt x="12" y="11145"/>
                        <a:pt x="12" y="11216"/>
                        <a:pt x="12" y="11276"/>
                      </a:cubicBezTo>
                      <a:cubicBezTo>
                        <a:pt x="12" y="11347"/>
                        <a:pt x="12" y="11407"/>
                        <a:pt x="12" y="11478"/>
                      </a:cubicBezTo>
                      <a:cubicBezTo>
                        <a:pt x="12" y="11538"/>
                        <a:pt x="12" y="11609"/>
                        <a:pt x="12" y="11669"/>
                      </a:cubicBezTo>
                      <a:cubicBezTo>
                        <a:pt x="12" y="11728"/>
                        <a:pt x="12" y="11800"/>
                        <a:pt x="12" y="11859"/>
                      </a:cubicBezTo>
                      <a:cubicBezTo>
                        <a:pt x="12" y="11931"/>
                        <a:pt x="12" y="11990"/>
                        <a:pt x="12" y="12062"/>
                      </a:cubicBezTo>
                      <a:cubicBezTo>
                        <a:pt x="12" y="12121"/>
                        <a:pt x="12" y="12193"/>
                        <a:pt x="12" y="12252"/>
                      </a:cubicBezTo>
                      <a:cubicBezTo>
                        <a:pt x="12" y="12312"/>
                        <a:pt x="12" y="12383"/>
                        <a:pt x="12" y="12443"/>
                      </a:cubicBezTo>
                      <a:cubicBezTo>
                        <a:pt x="12" y="12514"/>
                        <a:pt x="12" y="12574"/>
                        <a:pt x="12" y="12645"/>
                      </a:cubicBezTo>
                      <a:cubicBezTo>
                        <a:pt x="12" y="12705"/>
                        <a:pt x="12" y="12776"/>
                        <a:pt x="12" y="12836"/>
                      </a:cubicBezTo>
                      <a:cubicBezTo>
                        <a:pt x="12" y="12895"/>
                        <a:pt x="12" y="12967"/>
                        <a:pt x="12" y="13026"/>
                      </a:cubicBezTo>
                      <a:cubicBezTo>
                        <a:pt x="12" y="13098"/>
                        <a:pt x="12" y="13157"/>
                        <a:pt x="12" y="13228"/>
                      </a:cubicBezTo>
                      <a:cubicBezTo>
                        <a:pt x="12" y="13288"/>
                        <a:pt x="12" y="13359"/>
                        <a:pt x="12" y="13419"/>
                      </a:cubicBezTo>
                      <a:cubicBezTo>
                        <a:pt x="12" y="13479"/>
                        <a:pt x="12" y="13550"/>
                        <a:pt x="12" y="13609"/>
                      </a:cubicBezTo>
                      <a:cubicBezTo>
                        <a:pt x="12" y="13681"/>
                        <a:pt x="12" y="13740"/>
                        <a:pt x="12" y="13812"/>
                      </a:cubicBezTo>
                      <a:cubicBezTo>
                        <a:pt x="12" y="13871"/>
                        <a:pt x="12" y="13943"/>
                        <a:pt x="12" y="14002"/>
                      </a:cubicBezTo>
                      <a:cubicBezTo>
                        <a:pt x="12" y="14062"/>
                        <a:pt x="12" y="14133"/>
                        <a:pt x="12" y="14193"/>
                      </a:cubicBezTo>
                      <a:cubicBezTo>
                        <a:pt x="12" y="14264"/>
                        <a:pt x="12" y="14324"/>
                        <a:pt x="12" y="14395"/>
                      </a:cubicBezTo>
                      <a:cubicBezTo>
                        <a:pt x="12" y="14455"/>
                        <a:pt x="12" y="14526"/>
                        <a:pt x="12" y="14586"/>
                      </a:cubicBezTo>
                      <a:cubicBezTo>
                        <a:pt x="12" y="14645"/>
                        <a:pt x="12" y="14717"/>
                        <a:pt x="12" y="14776"/>
                      </a:cubicBezTo>
                      <a:cubicBezTo>
                        <a:pt x="12" y="14848"/>
                        <a:pt x="12" y="14907"/>
                        <a:pt x="12" y="14979"/>
                      </a:cubicBezTo>
                      <a:cubicBezTo>
                        <a:pt x="12" y="15038"/>
                        <a:pt x="12" y="15110"/>
                        <a:pt x="12" y="15169"/>
                      </a:cubicBezTo>
                      <a:cubicBezTo>
                        <a:pt x="12" y="15229"/>
                        <a:pt x="12" y="15300"/>
                        <a:pt x="12" y="15360"/>
                      </a:cubicBezTo>
                      <a:cubicBezTo>
                        <a:pt x="12" y="15431"/>
                        <a:pt x="12" y="15491"/>
                        <a:pt x="12" y="15562"/>
                      </a:cubicBezTo>
                      <a:cubicBezTo>
                        <a:pt x="12" y="15622"/>
                        <a:pt x="12" y="15693"/>
                        <a:pt x="12" y="15753"/>
                      </a:cubicBezTo>
                      <a:cubicBezTo>
                        <a:pt x="12" y="15812"/>
                        <a:pt x="12" y="15884"/>
                        <a:pt x="12" y="15943"/>
                      </a:cubicBezTo>
                      <a:cubicBezTo>
                        <a:pt x="12" y="16015"/>
                        <a:pt x="12" y="16074"/>
                        <a:pt x="12" y="16146"/>
                      </a:cubicBezTo>
                      <a:cubicBezTo>
                        <a:pt x="12" y="16205"/>
                        <a:pt x="12" y="16276"/>
                        <a:pt x="12" y="16336"/>
                      </a:cubicBezTo>
                      <a:cubicBezTo>
                        <a:pt x="12" y="16396"/>
                        <a:pt x="12" y="16467"/>
                        <a:pt x="12" y="16527"/>
                      </a:cubicBezTo>
                      <a:cubicBezTo>
                        <a:pt x="12" y="16598"/>
                        <a:pt x="12" y="16657"/>
                        <a:pt x="12" y="16729"/>
                      </a:cubicBezTo>
                      <a:cubicBezTo>
                        <a:pt x="12" y="16788"/>
                        <a:pt x="12" y="16860"/>
                        <a:pt x="12" y="16919"/>
                      </a:cubicBezTo>
                      <a:cubicBezTo>
                        <a:pt x="12" y="16979"/>
                        <a:pt x="12" y="17050"/>
                        <a:pt x="12" y="17110"/>
                      </a:cubicBezTo>
                      <a:cubicBezTo>
                        <a:pt x="12" y="17181"/>
                        <a:pt x="12" y="17241"/>
                        <a:pt x="12" y="17312"/>
                      </a:cubicBezTo>
                      <a:cubicBezTo>
                        <a:pt x="12" y="17372"/>
                        <a:pt x="12" y="17443"/>
                        <a:pt x="12" y="17503"/>
                      </a:cubicBezTo>
                      <a:cubicBezTo>
                        <a:pt x="12" y="17562"/>
                        <a:pt x="12" y="17634"/>
                        <a:pt x="12" y="17693"/>
                      </a:cubicBezTo>
                      <a:cubicBezTo>
                        <a:pt x="12" y="17765"/>
                        <a:pt x="12" y="17824"/>
                        <a:pt x="12" y="17896"/>
                      </a:cubicBezTo>
                      <a:cubicBezTo>
                        <a:pt x="12" y="17955"/>
                        <a:pt x="12" y="18015"/>
                        <a:pt x="12" y="18086"/>
                      </a:cubicBezTo>
                      <a:cubicBezTo>
                        <a:pt x="12" y="18146"/>
                        <a:pt x="12" y="18217"/>
                        <a:pt x="12" y="18277"/>
                      </a:cubicBezTo>
                      <a:cubicBezTo>
                        <a:pt x="12" y="18348"/>
                        <a:pt x="12" y="18408"/>
                        <a:pt x="12" y="18479"/>
                      </a:cubicBezTo>
                      <a:cubicBezTo>
                        <a:pt x="12" y="18539"/>
                        <a:pt x="12" y="18598"/>
                        <a:pt x="12" y="18670"/>
                      </a:cubicBezTo>
                      <a:cubicBezTo>
                        <a:pt x="12" y="18729"/>
                        <a:pt x="12" y="18801"/>
                        <a:pt x="12" y="18860"/>
                      </a:cubicBezTo>
                      <a:cubicBezTo>
                        <a:pt x="12" y="18932"/>
                        <a:pt x="12" y="18991"/>
                        <a:pt x="12" y="19063"/>
                      </a:cubicBezTo>
                      <a:cubicBezTo>
                        <a:pt x="12" y="19122"/>
                        <a:pt x="12" y="19182"/>
                        <a:pt x="12" y="19253"/>
                      </a:cubicBezTo>
                      <a:cubicBezTo>
                        <a:pt x="12" y="19313"/>
                        <a:pt x="12" y="19384"/>
                        <a:pt x="12" y="19444"/>
                      </a:cubicBezTo>
                      <a:cubicBezTo>
                        <a:pt x="12" y="19515"/>
                        <a:pt x="12" y="19575"/>
                        <a:pt x="12" y="19646"/>
                      </a:cubicBezTo>
                      <a:cubicBezTo>
                        <a:pt x="12" y="19705"/>
                        <a:pt x="12" y="19765"/>
                        <a:pt x="12" y="19836"/>
                      </a:cubicBezTo>
                      <a:cubicBezTo>
                        <a:pt x="12" y="19896"/>
                        <a:pt x="12" y="19967"/>
                        <a:pt x="12" y="20027"/>
                      </a:cubicBezTo>
                      <a:cubicBezTo>
                        <a:pt x="12" y="20098"/>
                        <a:pt x="12" y="20158"/>
                        <a:pt x="12" y="20229"/>
                      </a:cubicBezTo>
                      <a:cubicBezTo>
                        <a:pt x="12" y="20289"/>
                        <a:pt x="12" y="20348"/>
                        <a:pt x="12" y="20420"/>
                      </a:cubicBezTo>
                      <a:cubicBezTo>
                        <a:pt x="12" y="20479"/>
                        <a:pt x="12" y="20551"/>
                        <a:pt x="12" y="20610"/>
                      </a:cubicBezTo>
                      <a:cubicBezTo>
                        <a:pt x="12" y="20682"/>
                        <a:pt x="12" y="20741"/>
                        <a:pt x="12" y="20813"/>
                      </a:cubicBezTo>
                      <a:cubicBezTo>
                        <a:pt x="12" y="20872"/>
                        <a:pt x="12" y="20932"/>
                        <a:pt x="12" y="21003"/>
                      </a:cubicBezTo>
                      <a:cubicBezTo>
                        <a:pt x="12" y="21063"/>
                        <a:pt x="12" y="21134"/>
                        <a:pt x="12" y="21194"/>
                      </a:cubicBezTo>
                      <a:cubicBezTo>
                        <a:pt x="12" y="21265"/>
                        <a:pt x="12" y="21325"/>
                        <a:pt x="12" y="21396"/>
                      </a:cubicBezTo>
                      <a:cubicBezTo>
                        <a:pt x="12" y="21456"/>
                        <a:pt x="12" y="21515"/>
                        <a:pt x="12" y="21587"/>
                      </a:cubicBezTo>
                      <a:cubicBezTo>
                        <a:pt x="0" y="22515"/>
                        <a:pt x="500" y="23373"/>
                        <a:pt x="1310" y="23837"/>
                      </a:cubicBezTo>
                      <a:lnTo>
                        <a:pt x="36612" y="44208"/>
                      </a:lnTo>
                      <a:cubicBezTo>
                        <a:pt x="37416" y="44679"/>
                        <a:pt x="38315" y="44914"/>
                        <a:pt x="39215" y="44914"/>
                      </a:cubicBezTo>
                      <a:cubicBezTo>
                        <a:pt x="40115" y="44914"/>
                        <a:pt x="41017" y="44679"/>
                        <a:pt x="41827" y="44208"/>
                      </a:cubicBezTo>
                      <a:lnTo>
                        <a:pt x="77129" y="23837"/>
                      </a:lnTo>
                      <a:cubicBezTo>
                        <a:pt x="77939" y="23373"/>
                        <a:pt x="78439" y="22515"/>
                        <a:pt x="78427" y="21587"/>
                      </a:cubicBezTo>
                      <a:lnTo>
                        <a:pt x="78427" y="21384"/>
                      </a:lnTo>
                      <a:lnTo>
                        <a:pt x="78427" y="21194"/>
                      </a:lnTo>
                      <a:lnTo>
                        <a:pt x="78427" y="21003"/>
                      </a:lnTo>
                      <a:lnTo>
                        <a:pt x="78427" y="20801"/>
                      </a:lnTo>
                      <a:lnTo>
                        <a:pt x="78427" y="20610"/>
                      </a:lnTo>
                      <a:lnTo>
                        <a:pt x="78427" y="20420"/>
                      </a:lnTo>
                      <a:lnTo>
                        <a:pt x="78427" y="20217"/>
                      </a:lnTo>
                      <a:lnTo>
                        <a:pt x="78427" y="20027"/>
                      </a:lnTo>
                      <a:lnTo>
                        <a:pt x="78427" y="19836"/>
                      </a:lnTo>
                      <a:lnTo>
                        <a:pt x="78427" y="19634"/>
                      </a:lnTo>
                      <a:lnTo>
                        <a:pt x="78427" y="19444"/>
                      </a:lnTo>
                      <a:lnTo>
                        <a:pt x="78427" y="19253"/>
                      </a:lnTo>
                      <a:lnTo>
                        <a:pt x="78427" y="19051"/>
                      </a:lnTo>
                      <a:lnTo>
                        <a:pt x="78427" y="18860"/>
                      </a:lnTo>
                      <a:lnTo>
                        <a:pt x="78427" y="18670"/>
                      </a:lnTo>
                      <a:lnTo>
                        <a:pt x="78427" y="18467"/>
                      </a:lnTo>
                      <a:lnTo>
                        <a:pt x="78427" y="18277"/>
                      </a:lnTo>
                      <a:lnTo>
                        <a:pt x="78427" y="18086"/>
                      </a:lnTo>
                      <a:lnTo>
                        <a:pt x="78427" y="17884"/>
                      </a:lnTo>
                      <a:lnTo>
                        <a:pt x="78427" y="17693"/>
                      </a:lnTo>
                      <a:lnTo>
                        <a:pt x="78427" y="17503"/>
                      </a:lnTo>
                      <a:lnTo>
                        <a:pt x="78427" y="17300"/>
                      </a:lnTo>
                      <a:lnTo>
                        <a:pt x="78427" y="17110"/>
                      </a:lnTo>
                      <a:lnTo>
                        <a:pt x="78427" y="16919"/>
                      </a:lnTo>
                      <a:lnTo>
                        <a:pt x="78427" y="16717"/>
                      </a:lnTo>
                      <a:lnTo>
                        <a:pt x="78427" y="16527"/>
                      </a:lnTo>
                      <a:lnTo>
                        <a:pt x="78427" y="16336"/>
                      </a:lnTo>
                      <a:lnTo>
                        <a:pt x="78427" y="16146"/>
                      </a:lnTo>
                      <a:lnTo>
                        <a:pt x="78427" y="15943"/>
                      </a:lnTo>
                      <a:lnTo>
                        <a:pt x="78427" y="15753"/>
                      </a:lnTo>
                      <a:lnTo>
                        <a:pt x="78427" y="15562"/>
                      </a:lnTo>
                      <a:lnTo>
                        <a:pt x="78427" y="15360"/>
                      </a:lnTo>
                      <a:lnTo>
                        <a:pt x="78427" y="15169"/>
                      </a:lnTo>
                      <a:lnTo>
                        <a:pt x="78427" y="14979"/>
                      </a:lnTo>
                      <a:lnTo>
                        <a:pt x="78427" y="14776"/>
                      </a:lnTo>
                      <a:lnTo>
                        <a:pt x="78427" y="14586"/>
                      </a:lnTo>
                      <a:lnTo>
                        <a:pt x="78427" y="14395"/>
                      </a:lnTo>
                      <a:lnTo>
                        <a:pt x="78427" y="14193"/>
                      </a:lnTo>
                      <a:lnTo>
                        <a:pt x="78427" y="14002"/>
                      </a:lnTo>
                      <a:lnTo>
                        <a:pt x="78427" y="13812"/>
                      </a:lnTo>
                      <a:lnTo>
                        <a:pt x="78427" y="13609"/>
                      </a:lnTo>
                      <a:lnTo>
                        <a:pt x="78427" y="13419"/>
                      </a:lnTo>
                      <a:lnTo>
                        <a:pt x="78427" y="13228"/>
                      </a:lnTo>
                      <a:lnTo>
                        <a:pt x="78427" y="13026"/>
                      </a:lnTo>
                      <a:lnTo>
                        <a:pt x="78427" y="12836"/>
                      </a:lnTo>
                      <a:lnTo>
                        <a:pt x="78427" y="12645"/>
                      </a:lnTo>
                      <a:lnTo>
                        <a:pt x="78427" y="12443"/>
                      </a:lnTo>
                      <a:lnTo>
                        <a:pt x="78427" y="12252"/>
                      </a:lnTo>
                      <a:lnTo>
                        <a:pt x="78427" y="12062"/>
                      </a:lnTo>
                      <a:lnTo>
                        <a:pt x="78427" y="11859"/>
                      </a:lnTo>
                      <a:lnTo>
                        <a:pt x="78427" y="11669"/>
                      </a:lnTo>
                      <a:lnTo>
                        <a:pt x="78427" y="11478"/>
                      </a:lnTo>
                      <a:lnTo>
                        <a:pt x="78427" y="11276"/>
                      </a:lnTo>
                      <a:lnTo>
                        <a:pt x="78427" y="11085"/>
                      </a:lnTo>
                      <a:lnTo>
                        <a:pt x="78427" y="10895"/>
                      </a:lnTo>
                      <a:lnTo>
                        <a:pt x="78427" y="10692"/>
                      </a:lnTo>
                      <a:lnTo>
                        <a:pt x="78427" y="10502"/>
                      </a:lnTo>
                      <a:lnTo>
                        <a:pt x="78427" y="10311"/>
                      </a:lnTo>
                      <a:lnTo>
                        <a:pt x="78427" y="10109"/>
                      </a:lnTo>
                      <a:lnTo>
                        <a:pt x="78427" y="9919"/>
                      </a:lnTo>
                      <a:lnTo>
                        <a:pt x="78427" y="9728"/>
                      </a:lnTo>
                      <a:lnTo>
                        <a:pt x="78427" y="9526"/>
                      </a:lnTo>
                      <a:lnTo>
                        <a:pt x="78427" y="9335"/>
                      </a:lnTo>
                      <a:lnTo>
                        <a:pt x="78427" y="9145"/>
                      </a:lnTo>
                      <a:lnTo>
                        <a:pt x="78427" y="8942"/>
                      </a:lnTo>
                      <a:lnTo>
                        <a:pt x="78427" y="8752"/>
                      </a:lnTo>
                      <a:lnTo>
                        <a:pt x="78427" y="8561"/>
                      </a:lnTo>
                      <a:lnTo>
                        <a:pt x="78427" y="8359"/>
                      </a:lnTo>
                      <a:lnTo>
                        <a:pt x="78427" y="8168"/>
                      </a:lnTo>
                      <a:lnTo>
                        <a:pt x="78427" y="7978"/>
                      </a:lnTo>
                      <a:lnTo>
                        <a:pt x="78427" y="7775"/>
                      </a:lnTo>
                      <a:lnTo>
                        <a:pt x="78427" y="7585"/>
                      </a:lnTo>
                      <a:lnTo>
                        <a:pt x="78427" y="7394"/>
                      </a:lnTo>
                      <a:lnTo>
                        <a:pt x="78427" y="7192"/>
                      </a:lnTo>
                      <a:lnTo>
                        <a:pt x="78427" y="7002"/>
                      </a:lnTo>
                      <a:lnTo>
                        <a:pt x="78427" y="6811"/>
                      </a:lnTo>
                      <a:lnTo>
                        <a:pt x="78427" y="6609"/>
                      </a:lnTo>
                      <a:lnTo>
                        <a:pt x="78427" y="6418"/>
                      </a:lnTo>
                      <a:lnTo>
                        <a:pt x="78427" y="6228"/>
                      </a:lnTo>
                      <a:lnTo>
                        <a:pt x="78427" y="6025"/>
                      </a:lnTo>
                      <a:lnTo>
                        <a:pt x="78427" y="5835"/>
                      </a:lnTo>
                      <a:lnTo>
                        <a:pt x="78427" y="5644"/>
                      </a:lnTo>
                      <a:lnTo>
                        <a:pt x="78427" y="5442"/>
                      </a:lnTo>
                      <a:lnTo>
                        <a:pt x="78427" y="5251"/>
                      </a:lnTo>
                      <a:lnTo>
                        <a:pt x="78427" y="5061"/>
                      </a:lnTo>
                      <a:lnTo>
                        <a:pt x="78427" y="4858"/>
                      </a:lnTo>
                      <a:lnTo>
                        <a:pt x="78427" y="4668"/>
                      </a:lnTo>
                      <a:lnTo>
                        <a:pt x="78427" y="4477"/>
                      </a:lnTo>
                      <a:lnTo>
                        <a:pt x="78427" y="4275"/>
                      </a:lnTo>
                      <a:lnTo>
                        <a:pt x="78427" y="4085"/>
                      </a:lnTo>
                      <a:lnTo>
                        <a:pt x="78427" y="3894"/>
                      </a:lnTo>
                      <a:lnTo>
                        <a:pt x="78427" y="3692"/>
                      </a:lnTo>
                      <a:lnTo>
                        <a:pt x="78427" y="3501"/>
                      </a:lnTo>
                      <a:lnTo>
                        <a:pt x="78427" y="3311"/>
                      </a:lnTo>
                      <a:lnTo>
                        <a:pt x="78427" y="3108"/>
                      </a:lnTo>
                      <a:lnTo>
                        <a:pt x="78427" y="2918"/>
                      </a:lnTo>
                      <a:lnTo>
                        <a:pt x="78427" y="2727"/>
                      </a:lnTo>
                      <a:lnTo>
                        <a:pt x="78427" y="2525"/>
                      </a:lnTo>
                      <a:lnTo>
                        <a:pt x="78427" y="2334"/>
                      </a:lnTo>
                      <a:lnTo>
                        <a:pt x="78427" y="2144"/>
                      </a:lnTo>
                      <a:lnTo>
                        <a:pt x="78427" y="1941"/>
                      </a:lnTo>
                      <a:lnTo>
                        <a:pt x="78427" y="1751"/>
                      </a:lnTo>
                      <a:lnTo>
                        <a:pt x="78427" y="1560"/>
                      </a:lnTo>
                      <a:lnTo>
                        <a:pt x="78427" y="1358"/>
                      </a:lnTo>
                      <a:lnTo>
                        <a:pt x="78427" y="1167"/>
                      </a:lnTo>
                      <a:lnTo>
                        <a:pt x="78427" y="977"/>
                      </a:lnTo>
                      <a:lnTo>
                        <a:pt x="78427" y="775"/>
                      </a:lnTo>
                      <a:lnTo>
                        <a:pt x="78427" y="584"/>
                      </a:lnTo>
                      <a:lnTo>
                        <a:pt x="78427" y="394"/>
                      </a:lnTo>
                      <a:lnTo>
                        <a:pt x="78427" y="191"/>
                      </a:lnTo>
                      <a:lnTo>
                        <a:pt x="78427" y="1"/>
                      </a:lnTo>
                      <a:lnTo>
                        <a:pt x="78212" y="1"/>
                      </a:lnTo>
                      <a:cubicBezTo>
                        <a:pt x="78224" y="858"/>
                        <a:pt x="77760" y="1644"/>
                        <a:pt x="77022" y="2072"/>
                      </a:cubicBezTo>
                      <a:lnTo>
                        <a:pt x="41720" y="22444"/>
                      </a:lnTo>
                      <a:cubicBezTo>
                        <a:pt x="40946" y="22890"/>
                        <a:pt x="40083" y="23114"/>
                        <a:pt x="39218" y="23114"/>
                      </a:cubicBezTo>
                      <a:cubicBezTo>
                        <a:pt x="38353" y="23114"/>
                        <a:pt x="37487" y="22890"/>
                        <a:pt x="36707" y="22444"/>
                      </a:cubicBezTo>
                      <a:lnTo>
                        <a:pt x="1417" y="2072"/>
                      </a:lnTo>
                      <a:cubicBezTo>
                        <a:pt x="667" y="1644"/>
                        <a:pt x="215" y="858"/>
                        <a:pt x="226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A0FDF1">
                        <a:alpha val="41568"/>
                        <a:alpha val="41520"/>
                      </a:srgbClr>
                    </a:gs>
                    <a:gs pos="100000">
                      <a:srgbClr val="FFFFFF">
                        <a:alpha val="37254"/>
                        <a:alpha val="4152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61650" tIns="61650" rIns="61650" bIns="6165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7" name="Google Shape;337;p13"/>
                <p:cNvSpPr/>
                <p:nvPr/>
              </p:nvSpPr>
              <p:spPr>
                <a:xfrm>
                  <a:off x="5553063" y="1487604"/>
                  <a:ext cx="1981525" cy="116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261" h="46572" extrusionOk="0">
                      <a:moveTo>
                        <a:pt x="39635" y="1"/>
                      </a:moveTo>
                      <a:cubicBezTo>
                        <a:pt x="38749" y="1"/>
                        <a:pt x="37862" y="230"/>
                        <a:pt x="37065" y="688"/>
                      </a:cubicBezTo>
                      <a:lnTo>
                        <a:pt x="1679" y="21119"/>
                      </a:lnTo>
                      <a:cubicBezTo>
                        <a:pt x="1" y="22084"/>
                        <a:pt x="1" y="24489"/>
                        <a:pt x="1679" y="25453"/>
                      </a:cubicBezTo>
                      <a:lnTo>
                        <a:pt x="37065" y="45884"/>
                      </a:lnTo>
                      <a:cubicBezTo>
                        <a:pt x="37862" y="46343"/>
                        <a:pt x="38749" y="46572"/>
                        <a:pt x="39635" y="46572"/>
                      </a:cubicBezTo>
                      <a:cubicBezTo>
                        <a:pt x="40520" y="46572"/>
                        <a:pt x="41405" y="46343"/>
                        <a:pt x="42196" y="45884"/>
                      </a:cubicBezTo>
                      <a:lnTo>
                        <a:pt x="77594" y="25453"/>
                      </a:lnTo>
                      <a:cubicBezTo>
                        <a:pt x="79260" y="24489"/>
                        <a:pt x="79260" y="22084"/>
                        <a:pt x="77594" y="21119"/>
                      </a:cubicBezTo>
                      <a:lnTo>
                        <a:pt x="42196" y="688"/>
                      </a:lnTo>
                      <a:cubicBezTo>
                        <a:pt x="41405" y="230"/>
                        <a:pt x="40520" y="1"/>
                        <a:pt x="39635" y="1"/>
                      </a:cubicBezTo>
                      <a:close/>
                    </a:path>
                  </a:pathLst>
                </a:custGeom>
                <a:solidFill>
                  <a:srgbClr val="A0FDF1">
                    <a:alpha val="41520"/>
                  </a:srgbClr>
                </a:solidFill>
                <a:ln>
                  <a:noFill/>
                </a:ln>
              </p:spPr>
              <p:txBody>
                <a:bodyPr spcFirstLastPara="1" wrap="square" lIns="61650" tIns="61650" rIns="61650" bIns="6165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338" name="Google Shape;338;p13"/>
            <p:cNvGrpSpPr/>
            <p:nvPr/>
          </p:nvGrpSpPr>
          <p:grpSpPr>
            <a:xfrm>
              <a:off x="4227884" y="2332409"/>
              <a:ext cx="598632" cy="805372"/>
              <a:chOff x="3478424" y="1308364"/>
              <a:chExt cx="2187185" cy="2942536"/>
            </a:xfrm>
          </p:grpSpPr>
          <p:sp>
            <p:nvSpPr>
              <p:cNvPr id="339" name="Google Shape;339;p13"/>
              <p:cNvSpPr/>
              <p:nvPr/>
            </p:nvSpPr>
            <p:spPr>
              <a:xfrm>
                <a:off x="3485139" y="2969821"/>
                <a:ext cx="2180470" cy="1281079"/>
              </a:xfrm>
              <a:custGeom>
                <a:avLst/>
                <a:gdLst/>
                <a:ahLst/>
                <a:cxnLst/>
                <a:rect l="l" t="t" r="r" b="b"/>
                <a:pathLst>
                  <a:path w="79261" h="46572" extrusionOk="0">
                    <a:moveTo>
                      <a:pt x="39635" y="1"/>
                    </a:moveTo>
                    <a:cubicBezTo>
                      <a:pt x="38749" y="1"/>
                      <a:pt x="37862" y="230"/>
                      <a:pt x="37065" y="688"/>
                    </a:cubicBezTo>
                    <a:lnTo>
                      <a:pt x="1679" y="21119"/>
                    </a:lnTo>
                    <a:cubicBezTo>
                      <a:pt x="1" y="22084"/>
                      <a:pt x="1" y="24489"/>
                      <a:pt x="1679" y="25453"/>
                    </a:cubicBezTo>
                    <a:lnTo>
                      <a:pt x="37065" y="45884"/>
                    </a:lnTo>
                    <a:cubicBezTo>
                      <a:pt x="37862" y="46343"/>
                      <a:pt x="38749" y="46572"/>
                      <a:pt x="39635" y="46572"/>
                    </a:cubicBezTo>
                    <a:cubicBezTo>
                      <a:pt x="40520" y="46572"/>
                      <a:pt x="41405" y="46343"/>
                      <a:pt x="42196" y="45884"/>
                    </a:cubicBezTo>
                    <a:lnTo>
                      <a:pt x="77594" y="25453"/>
                    </a:lnTo>
                    <a:cubicBezTo>
                      <a:pt x="79260" y="24489"/>
                      <a:pt x="79260" y="22084"/>
                      <a:pt x="77594" y="21119"/>
                    </a:cubicBezTo>
                    <a:lnTo>
                      <a:pt x="42196" y="688"/>
                    </a:lnTo>
                    <a:cubicBezTo>
                      <a:pt x="41405" y="230"/>
                      <a:pt x="40520" y="1"/>
                      <a:pt x="3963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" name="Google Shape;340;p13"/>
              <p:cNvSpPr/>
              <p:nvPr/>
            </p:nvSpPr>
            <p:spPr>
              <a:xfrm>
                <a:off x="3793045" y="1947520"/>
                <a:ext cx="1550129" cy="2096604"/>
              </a:xfrm>
              <a:custGeom>
                <a:avLst/>
                <a:gdLst/>
                <a:ahLst/>
                <a:cxnLst/>
                <a:rect l="l" t="t" r="r" b="b"/>
                <a:pathLst>
                  <a:path w="52721" h="71307" extrusionOk="0">
                    <a:moveTo>
                      <a:pt x="52709" y="0"/>
                    </a:moveTo>
                    <a:lnTo>
                      <a:pt x="0" y="0"/>
                    </a:lnTo>
                    <a:lnTo>
                      <a:pt x="0" y="55495"/>
                    </a:lnTo>
                    <a:cubicBezTo>
                      <a:pt x="0" y="56090"/>
                      <a:pt x="321" y="56650"/>
                      <a:pt x="845" y="56948"/>
                    </a:cubicBezTo>
                    <a:lnTo>
                      <a:pt x="24646" y="70699"/>
                    </a:lnTo>
                    <a:cubicBezTo>
                      <a:pt x="25706" y="71306"/>
                      <a:pt x="27027" y="71306"/>
                      <a:pt x="28087" y="70699"/>
                    </a:cubicBezTo>
                    <a:lnTo>
                      <a:pt x="51876" y="56948"/>
                    </a:lnTo>
                    <a:cubicBezTo>
                      <a:pt x="52399" y="56650"/>
                      <a:pt x="52721" y="56090"/>
                      <a:pt x="52721" y="55495"/>
                    </a:cubicBezTo>
                    <a:lnTo>
                      <a:pt x="52721" y="5549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" name="Google Shape;341;p13"/>
              <p:cNvSpPr/>
              <p:nvPr/>
            </p:nvSpPr>
            <p:spPr>
              <a:xfrm>
                <a:off x="3784988" y="1482593"/>
                <a:ext cx="1566242" cy="929825"/>
              </a:xfrm>
              <a:custGeom>
                <a:avLst/>
                <a:gdLst/>
                <a:ahLst/>
                <a:cxnLst/>
                <a:rect l="l" t="t" r="r" b="b"/>
                <a:pathLst>
                  <a:path w="53269" h="31624" extrusionOk="0">
                    <a:moveTo>
                      <a:pt x="24920" y="31004"/>
                    </a:moveTo>
                    <a:lnTo>
                      <a:pt x="1119" y="17265"/>
                    </a:lnTo>
                    <a:cubicBezTo>
                      <a:pt x="0" y="16622"/>
                      <a:pt x="0" y="15002"/>
                      <a:pt x="1119" y="14359"/>
                    </a:cubicBezTo>
                    <a:lnTo>
                      <a:pt x="24920" y="620"/>
                    </a:lnTo>
                    <a:cubicBezTo>
                      <a:pt x="25980" y="1"/>
                      <a:pt x="27301" y="1"/>
                      <a:pt x="28361" y="620"/>
                    </a:cubicBezTo>
                    <a:lnTo>
                      <a:pt x="52150" y="14359"/>
                    </a:lnTo>
                    <a:cubicBezTo>
                      <a:pt x="53269" y="15002"/>
                      <a:pt x="53269" y="16622"/>
                      <a:pt x="52150" y="17265"/>
                    </a:cubicBezTo>
                    <a:lnTo>
                      <a:pt x="28361" y="31004"/>
                    </a:lnTo>
                    <a:cubicBezTo>
                      <a:pt x="27289" y="31624"/>
                      <a:pt x="25980" y="31624"/>
                      <a:pt x="24920" y="3100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Google Shape;342;p13"/>
              <p:cNvSpPr/>
              <p:nvPr/>
            </p:nvSpPr>
            <p:spPr>
              <a:xfrm>
                <a:off x="3818244" y="2089627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7"/>
                    </a:moveTo>
                    <a:lnTo>
                      <a:pt x="0" y="1561"/>
                    </a:lnTo>
                    <a:lnTo>
                      <a:pt x="0" y="1"/>
                    </a:lnTo>
                    <a:lnTo>
                      <a:pt x="24194" y="1395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" name="Google Shape;343;p13"/>
              <p:cNvSpPr/>
              <p:nvPr/>
            </p:nvSpPr>
            <p:spPr>
              <a:xfrm>
                <a:off x="3818244" y="2153697"/>
                <a:ext cx="711364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9" extrusionOk="0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" name="Google Shape;344;p13"/>
              <p:cNvSpPr/>
              <p:nvPr/>
            </p:nvSpPr>
            <p:spPr>
              <a:xfrm>
                <a:off x="3818244" y="2218120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Google Shape;345;p13"/>
              <p:cNvSpPr/>
              <p:nvPr/>
            </p:nvSpPr>
            <p:spPr>
              <a:xfrm>
                <a:off x="3818244" y="2282543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Google Shape;346;p13"/>
              <p:cNvSpPr/>
              <p:nvPr/>
            </p:nvSpPr>
            <p:spPr>
              <a:xfrm>
                <a:off x="3818244" y="2346966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" name="Google Shape;347;p13"/>
              <p:cNvSpPr/>
              <p:nvPr/>
            </p:nvSpPr>
            <p:spPr>
              <a:xfrm>
                <a:off x="3818244" y="246178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" name="Google Shape;348;p13"/>
              <p:cNvSpPr/>
              <p:nvPr/>
            </p:nvSpPr>
            <p:spPr>
              <a:xfrm>
                <a:off x="3818244" y="2526209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" name="Google Shape;349;p13"/>
              <p:cNvSpPr/>
              <p:nvPr/>
            </p:nvSpPr>
            <p:spPr>
              <a:xfrm>
                <a:off x="3818244" y="2590250"/>
                <a:ext cx="711364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9" extrusionOk="0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" name="Google Shape;350;p13"/>
              <p:cNvSpPr/>
              <p:nvPr/>
            </p:nvSpPr>
            <p:spPr>
              <a:xfrm>
                <a:off x="3818244" y="2654673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" name="Google Shape;351;p13"/>
              <p:cNvSpPr/>
              <p:nvPr/>
            </p:nvSpPr>
            <p:spPr>
              <a:xfrm>
                <a:off x="3818244" y="271909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" name="Google Shape;352;p13"/>
              <p:cNvSpPr/>
              <p:nvPr/>
            </p:nvSpPr>
            <p:spPr>
              <a:xfrm>
                <a:off x="3818244" y="283391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" name="Google Shape;353;p13"/>
              <p:cNvSpPr/>
              <p:nvPr/>
            </p:nvSpPr>
            <p:spPr>
              <a:xfrm>
                <a:off x="3818244" y="2898339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" name="Google Shape;354;p13"/>
              <p:cNvSpPr/>
              <p:nvPr/>
            </p:nvSpPr>
            <p:spPr>
              <a:xfrm>
                <a:off x="3818244" y="2962762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" name="Google Shape;355;p13"/>
              <p:cNvSpPr/>
              <p:nvPr/>
            </p:nvSpPr>
            <p:spPr>
              <a:xfrm>
                <a:off x="3818244" y="3026803"/>
                <a:ext cx="711364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9" extrusionOk="0">
                    <a:moveTo>
                      <a:pt x="24194" y="15539"/>
                    </a:moveTo>
                    <a:lnTo>
                      <a:pt x="0" y="1573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" name="Google Shape;356;p13"/>
              <p:cNvSpPr/>
              <p:nvPr/>
            </p:nvSpPr>
            <p:spPr>
              <a:xfrm>
                <a:off x="3818244" y="309122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" name="Google Shape;357;p13"/>
              <p:cNvSpPr/>
              <p:nvPr/>
            </p:nvSpPr>
            <p:spPr>
              <a:xfrm>
                <a:off x="3818244" y="320604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7"/>
                    </a:moveTo>
                    <a:lnTo>
                      <a:pt x="0" y="1573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" name="Google Shape;358;p13"/>
              <p:cNvSpPr/>
              <p:nvPr/>
            </p:nvSpPr>
            <p:spPr>
              <a:xfrm>
                <a:off x="3818244" y="3270469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" name="Google Shape;359;p13"/>
              <p:cNvSpPr/>
              <p:nvPr/>
            </p:nvSpPr>
            <p:spPr>
              <a:xfrm>
                <a:off x="3818244" y="3334892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" name="Google Shape;360;p13"/>
              <p:cNvSpPr/>
              <p:nvPr/>
            </p:nvSpPr>
            <p:spPr>
              <a:xfrm>
                <a:off x="3818244" y="3399315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" name="Google Shape;361;p13"/>
              <p:cNvSpPr/>
              <p:nvPr/>
            </p:nvSpPr>
            <p:spPr>
              <a:xfrm>
                <a:off x="3818244" y="3463385"/>
                <a:ext cx="711364" cy="456856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8" extrusionOk="0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" name="Google Shape;362;p13"/>
              <p:cNvSpPr/>
              <p:nvPr/>
            </p:nvSpPr>
            <p:spPr>
              <a:xfrm>
                <a:off x="4606639" y="2089627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7"/>
                    </a:moveTo>
                    <a:lnTo>
                      <a:pt x="24182" y="1561"/>
                    </a:lnTo>
                    <a:lnTo>
                      <a:pt x="24182" y="1"/>
                    </a:lnTo>
                    <a:lnTo>
                      <a:pt x="0" y="1395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" name="Google Shape;363;p13"/>
              <p:cNvSpPr/>
              <p:nvPr/>
            </p:nvSpPr>
            <p:spPr>
              <a:xfrm>
                <a:off x="4606639" y="2153697"/>
                <a:ext cx="711011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9" extrusionOk="0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" name="Google Shape;364;p13"/>
              <p:cNvSpPr/>
              <p:nvPr/>
            </p:nvSpPr>
            <p:spPr>
              <a:xfrm>
                <a:off x="4606639" y="2218120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" name="Google Shape;365;p13"/>
              <p:cNvSpPr/>
              <p:nvPr/>
            </p:nvSpPr>
            <p:spPr>
              <a:xfrm>
                <a:off x="4606639" y="2282543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" name="Google Shape;366;p13"/>
              <p:cNvSpPr/>
              <p:nvPr/>
            </p:nvSpPr>
            <p:spPr>
              <a:xfrm>
                <a:off x="4606639" y="2346966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" name="Google Shape;367;p13"/>
              <p:cNvSpPr/>
              <p:nvPr/>
            </p:nvSpPr>
            <p:spPr>
              <a:xfrm>
                <a:off x="4606639" y="246178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" name="Google Shape;368;p13"/>
              <p:cNvSpPr/>
              <p:nvPr/>
            </p:nvSpPr>
            <p:spPr>
              <a:xfrm>
                <a:off x="4606639" y="2526209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" name="Google Shape;369;p13"/>
              <p:cNvSpPr/>
              <p:nvPr/>
            </p:nvSpPr>
            <p:spPr>
              <a:xfrm>
                <a:off x="4606639" y="2590250"/>
                <a:ext cx="711011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9" extrusionOk="0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" name="Google Shape;370;p13"/>
              <p:cNvSpPr/>
              <p:nvPr/>
            </p:nvSpPr>
            <p:spPr>
              <a:xfrm>
                <a:off x="4606639" y="2654673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" name="Google Shape;371;p13"/>
              <p:cNvSpPr/>
              <p:nvPr/>
            </p:nvSpPr>
            <p:spPr>
              <a:xfrm>
                <a:off x="4606639" y="271909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" name="Google Shape;372;p13"/>
              <p:cNvSpPr/>
              <p:nvPr/>
            </p:nvSpPr>
            <p:spPr>
              <a:xfrm>
                <a:off x="4606639" y="283391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" name="Google Shape;373;p13"/>
              <p:cNvSpPr/>
              <p:nvPr/>
            </p:nvSpPr>
            <p:spPr>
              <a:xfrm>
                <a:off x="4606639" y="2898339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Google Shape;374;p13"/>
              <p:cNvSpPr/>
              <p:nvPr/>
            </p:nvSpPr>
            <p:spPr>
              <a:xfrm>
                <a:off x="4606639" y="2962762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" name="Google Shape;375;p13"/>
              <p:cNvSpPr/>
              <p:nvPr/>
            </p:nvSpPr>
            <p:spPr>
              <a:xfrm>
                <a:off x="4606639" y="3026803"/>
                <a:ext cx="711011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9" extrusionOk="0">
                    <a:moveTo>
                      <a:pt x="0" y="15539"/>
                    </a:moveTo>
                    <a:lnTo>
                      <a:pt x="24182" y="1573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Google Shape;376;p13"/>
              <p:cNvSpPr/>
              <p:nvPr/>
            </p:nvSpPr>
            <p:spPr>
              <a:xfrm>
                <a:off x="4606639" y="309122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Google Shape;377;p13"/>
              <p:cNvSpPr/>
              <p:nvPr/>
            </p:nvSpPr>
            <p:spPr>
              <a:xfrm>
                <a:off x="4606639" y="320604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7"/>
                    </a:moveTo>
                    <a:lnTo>
                      <a:pt x="24182" y="1573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Google Shape;378;p13"/>
              <p:cNvSpPr/>
              <p:nvPr/>
            </p:nvSpPr>
            <p:spPr>
              <a:xfrm>
                <a:off x="4606639" y="3270469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Google Shape;379;p13"/>
              <p:cNvSpPr/>
              <p:nvPr/>
            </p:nvSpPr>
            <p:spPr>
              <a:xfrm>
                <a:off x="4606639" y="3334892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Google Shape;380;p13"/>
              <p:cNvSpPr/>
              <p:nvPr/>
            </p:nvSpPr>
            <p:spPr>
              <a:xfrm>
                <a:off x="4606639" y="3399315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Google Shape;381;p13"/>
              <p:cNvSpPr/>
              <p:nvPr/>
            </p:nvSpPr>
            <p:spPr>
              <a:xfrm>
                <a:off x="4606639" y="3463385"/>
                <a:ext cx="711011" cy="456856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8" extrusionOk="0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82" name="Google Shape;382;p13"/>
              <p:cNvGrpSpPr/>
              <p:nvPr/>
            </p:nvGrpSpPr>
            <p:grpSpPr>
              <a:xfrm>
                <a:off x="3478424" y="1308364"/>
                <a:ext cx="2180470" cy="1878295"/>
                <a:chOff x="5553063" y="1487604"/>
                <a:chExt cx="1981525" cy="1707075"/>
              </a:xfrm>
            </p:grpSpPr>
            <p:sp>
              <p:nvSpPr>
                <p:cNvPr id="383" name="Google Shape;383;p13"/>
                <p:cNvSpPr/>
                <p:nvPr/>
              </p:nvSpPr>
              <p:spPr>
                <a:xfrm>
                  <a:off x="5563488" y="2071829"/>
                  <a:ext cx="1960975" cy="1122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439" h="44914" extrusionOk="0">
                      <a:moveTo>
                        <a:pt x="12" y="1"/>
                      </a:moveTo>
                      <a:cubicBezTo>
                        <a:pt x="12" y="72"/>
                        <a:pt x="12" y="132"/>
                        <a:pt x="12" y="191"/>
                      </a:cubicBezTo>
                      <a:cubicBezTo>
                        <a:pt x="12" y="263"/>
                        <a:pt x="12" y="322"/>
                        <a:pt x="12" y="394"/>
                      </a:cubicBezTo>
                      <a:cubicBezTo>
                        <a:pt x="12" y="453"/>
                        <a:pt x="12" y="525"/>
                        <a:pt x="12" y="584"/>
                      </a:cubicBezTo>
                      <a:cubicBezTo>
                        <a:pt x="12" y="656"/>
                        <a:pt x="12" y="715"/>
                        <a:pt x="12" y="775"/>
                      </a:cubicBezTo>
                      <a:cubicBezTo>
                        <a:pt x="12" y="846"/>
                        <a:pt x="12" y="906"/>
                        <a:pt x="12" y="977"/>
                      </a:cubicBezTo>
                      <a:cubicBezTo>
                        <a:pt x="12" y="1037"/>
                        <a:pt x="12" y="1108"/>
                        <a:pt x="12" y="1167"/>
                      </a:cubicBezTo>
                      <a:cubicBezTo>
                        <a:pt x="12" y="1239"/>
                        <a:pt x="12" y="1298"/>
                        <a:pt x="12" y="1358"/>
                      </a:cubicBezTo>
                      <a:cubicBezTo>
                        <a:pt x="12" y="1429"/>
                        <a:pt x="12" y="1489"/>
                        <a:pt x="12" y="1560"/>
                      </a:cubicBezTo>
                      <a:cubicBezTo>
                        <a:pt x="12" y="1620"/>
                        <a:pt x="12" y="1691"/>
                        <a:pt x="12" y="1751"/>
                      </a:cubicBezTo>
                      <a:cubicBezTo>
                        <a:pt x="12" y="1822"/>
                        <a:pt x="12" y="1882"/>
                        <a:pt x="12" y="1941"/>
                      </a:cubicBezTo>
                      <a:cubicBezTo>
                        <a:pt x="12" y="2013"/>
                        <a:pt x="12" y="2072"/>
                        <a:pt x="12" y="2144"/>
                      </a:cubicBezTo>
                      <a:cubicBezTo>
                        <a:pt x="12" y="2203"/>
                        <a:pt x="12" y="2275"/>
                        <a:pt x="12" y="2334"/>
                      </a:cubicBezTo>
                      <a:cubicBezTo>
                        <a:pt x="12" y="2406"/>
                        <a:pt x="12" y="2465"/>
                        <a:pt x="12" y="2525"/>
                      </a:cubicBezTo>
                      <a:cubicBezTo>
                        <a:pt x="12" y="2596"/>
                        <a:pt x="12" y="2656"/>
                        <a:pt x="12" y="2727"/>
                      </a:cubicBezTo>
                      <a:cubicBezTo>
                        <a:pt x="12" y="2787"/>
                        <a:pt x="12" y="2858"/>
                        <a:pt x="12" y="2918"/>
                      </a:cubicBezTo>
                      <a:cubicBezTo>
                        <a:pt x="12" y="2989"/>
                        <a:pt x="12" y="3049"/>
                        <a:pt x="12" y="3108"/>
                      </a:cubicBezTo>
                      <a:cubicBezTo>
                        <a:pt x="12" y="3180"/>
                        <a:pt x="12" y="3239"/>
                        <a:pt x="12" y="3311"/>
                      </a:cubicBezTo>
                      <a:cubicBezTo>
                        <a:pt x="12" y="3370"/>
                        <a:pt x="12" y="3442"/>
                        <a:pt x="12" y="3501"/>
                      </a:cubicBezTo>
                      <a:cubicBezTo>
                        <a:pt x="12" y="3573"/>
                        <a:pt x="12" y="3632"/>
                        <a:pt x="12" y="3692"/>
                      </a:cubicBezTo>
                      <a:cubicBezTo>
                        <a:pt x="12" y="3763"/>
                        <a:pt x="12" y="3823"/>
                        <a:pt x="12" y="3894"/>
                      </a:cubicBezTo>
                      <a:cubicBezTo>
                        <a:pt x="12" y="3954"/>
                        <a:pt x="12" y="4025"/>
                        <a:pt x="12" y="4085"/>
                      </a:cubicBezTo>
                      <a:cubicBezTo>
                        <a:pt x="12" y="4156"/>
                        <a:pt x="12" y="4215"/>
                        <a:pt x="12" y="4275"/>
                      </a:cubicBezTo>
                      <a:cubicBezTo>
                        <a:pt x="12" y="4346"/>
                        <a:pt x="12" y="4406"/>
                        <a:pt x="12" y="4477"/>
                      </a:cubicBezTo>
                      <a:cubicBezTo>
                        <a:pt x="12" y="4537"/>
                        <a:pt x="12" y="4608"/>
                        <a:pt x="12" y="4668"/>
                      </a:cubicBezTo>
                      <a:cubicBezTo>
                        <a:pt x="12" y="4739"/>
                        <a:pt x="12" y="4799"/>
                        <a:pt x="12" y="4858"/>
                      </a:cubicBezTo>
                      <a:cubicBezTo>
                        <a:pt x="12" y="4930"/>
                        <a:pt x="12" y="4989"/>
                        <a:pt x="12" y="5061"/>
                      </a:cubicBezTo>
                      <a:cubicBezTo>
                        <a:pt x="12" y="5120"/>
                        <a:pt x="12" y="5192"/>
                        <a:pt x="12" y="5251"/>
                      </a:cubicBezTo>
                      <a:cubicBezTo>
                        <a:pt x="12" y="5323"/>
                        <a:pt x="12" y="5382"/>
                        <a:pt x="12" y="5442"/>
                      </a:cubicBezTo>
                      <a:cubicBezTo>
                        <a:pt x="12" y="5513"/>
                        <a:pt x="12" y="5573"/>
                        <a:pt x="12" y="5644"/>
                      </a:cubicBezTo>
                      <a:cubicBezTo>
                        <a:pt x="12" y="5704"/>
                        <a:pt x="12" y="5775"/>
                        <a:pt x="12" y="5835"/>
                      </a:cubicBezTo>
                      <a:cubicBezTo>
                        <a:pt x="12" y="5906"/>
                        <a:pt x="12" y="5966"/>
                        <a:pt x="12" y="6025"/>
                      </a:cubicBezTo>
                      <a:cubicBezTo>
                        <a:pt x="12" y="6097"/>
                        <a:pt x="12" y="6156"/>
                        <a:pt x="12" y="6228"/>
                      </a:cubicBezTo>
                      <a:cubicBezTo>
                        <a:pt x="12" y="6287"/>
                        <a:pt x="12" y="6359"/>
                        <a:pt x="12" y="6418"/>
                      </a:cubicBezTo>
                      <a:cubicBezTo>
                        <a:pt x="12" y="6490"/>
                        <a:pt x="12" y="6549"/>
                        <a:pt x="12" y="6609"/>
                      </a:cubicBezTo>
                      <a:cubicBezTo>
                        <a:pt x="12" y="6680"/>
                        <a:pt x="12" y="6740"/>
                        <a:pt x="12" y="6811"/>
                      </a:cubicBezTo>
                      <a:cubicBezTo>
                        <a:pt x="12" y="6871"/>
                        <a:pt x="12" y="6942"/>
                        <a:pt x="12" y="7002"/>
                      </a:cubicBezTo>
                      <a:cubicBezTo>
                        <a:pt x="12" y="7073"/>
                        <a:pt x="12" y="7132"/>
                        <a:pt x="12" y="7192"/>
                      </a:cubicBezTo>
                      <a:cubicBezTo>
                        <a:pt x="12" y="7263"/>
                        <a:pt x="12" y="7323"/>
                        <a:pt x="12" y="7394"/>
                      </a:cubicBezTo>
                      <a:cubicBezTo>
                        <a:pt x="12" y="7454"/>
                        <a:pt x="12" y="7525"/>
                        <a:pt x="12" y="7585"/>
                      </a:cubicBezTo>
                      <a:cubicBezTo>
                        <a:pt x="12" y="7656"/>
                        <a:pt x="12" y="7716"/>
                        <a:pt x="12" y="7775"/>
                      </a:cubicBezTo>
                      <a:cubicBezTo>
                        <a:pt x="12" y="7847"/>
                        <a:pt x="12" y="7906"/>
                        <a:pt x="12" y="7978"/>
                      </a:cubicBezTo>
                      <a:cubicBezTo>
                        <a:pt x="12" y="8037"/>
                        <a:pt x="12" y="8109"/>
                        <a:pt x="12" y="8168"/>
                      </a:cubicBezTo>
                      <a:cubicBezTo>
                        <a:pt x="12" y="8228"/>
                        <a:pt x="12" y="8299"/>
                        <a:pt x="12" y="8359"/>
                      </a:cubicBezTo>
                      <a:cubicBezTo>
                        <a:pt x="12" y="8430"/>
                        <a:pt x="12" y="8490"/>
                        <a:pt x="12" y="8561"/>
                      </a:cubicBezTo>
                      <a:cubicBezTo>
                        <a:pt x="12" y="8621"/>
                        <a:pt x="12" y="8692"/>
                        <a:pt x="12" y="8752"/>
                      </a:cubicBezTo>
                      <a:cubicBezTo>
                        <a:pt x="12" y="8811"/>
                        <a:pt x="12" y="8883"/>
                        <a:pt x="12" y="8942"/>
                      </a:cubicBezTo>
                      <a:cubicBezTo>
                        <a:pt x="12" y="9014"/>
                        <a:pt x="12" y="9073"/>
                        <a:pt x="12" y="9145"/>
                      </a:cubicBezTo>
                      <a:cubicBezTo>
                        <a:pt x="12" y="9204"/>
                        <a:pt x="12" y="9276"/>
                        <a:pt x="12" y="9335"/>
                      </a:cubicBezTo>
                      <a:cubicBezTo>
                        <a:pt x="12" y="9395"/>
                        <a:pt x="12" y="9466"/>
                        <a:pt x="12" y="9526"/>
                      </a:cubicBezTo>
                      <a:cubicBezTo>
                        <a:pt x="12" y="9597"/>
                        <a:pt x="12" y="9657"/>
                        <a:pt x="12" y="9728"/>
                      </a:cubicBezTo>
                      <a:cubicBezTo>
                        <a:pt x="12" y="9788"/>
                        <a:pt x="12" y="9859"/>
                        <a:pt x="12" y="9919"/>
                      </a:cubicBezTo>
                      <a:cubicBezTo>
                        <a:pt x="12" y="9978"/>
                        <a:pt x="12" y="10050"/>
                        <a:pt x="12" y="10109"/>
                      </a:cubicBezTo>
                      <a:cubicBezTo>
                        <a:pt x="12" y="10180"/>
                        <a:pt x="12" y="10240"/>
                        <a:pt x="12" y="10311"/>
                      </a:cubicBezTo>
                      <a:cubicBezTo>
                        <a:pt x="12" y="10371"/>
                        <a:pt x="12" y="10442"/>
                        <a:pt x="12" y="10502"/>
                      </a:cubicBezTo>
                      <a:cubicBezTo>
                        <a:pt x="12" y="10561"/>
                        <a:pt x="12" y="10633"/>
                        <a:pt x="12" y="10692"/>
                      </a:cubicBezTo>
                      <a:cubicBezTo>
                        <a:pt x="12" y="10764"/>
                        <a:pt x="12" y="10823"/>
                        <a:pt x="12" y="10895"/>
                      </a:cubicBezTo>
                      <a:cubicBezTo>
                        <a:pt x="12" y="10954"/>
                        <a:pt x="12" y="11026"/>
                        <a:pt x="12" y="11085"/>
                      </a:cubicBezTo>
                      <a:cubicBezTo>
                        <a:pt x="12" y="11145"/>
                        <a:pt x="12" y="11216"/>
                        <a:pt x="12" y="11276"/>
                      </a:cubicBezTo>
                      <a:cubicBezTo>
                        <a:pt x="12" y="11347"/>
                        <a:pt x="12" y="11407"/>
                        <a:pt x="12" y="11478"/>
                      </a:cubicBezTo>
                      <a:cubicBezTo>
                        <a:pt x="12" y="11538"/>
                        <a:pt x="12" y="11609"/>
                        <a:pt x="12" y="11669"/>
                      </a:cubicBezTo>
                      <a:cubicBezTo>
                        <a:pt x="12" y="11728"/>
                        <a:pt x="12" y="11800"/>
                        <a:pt x="12" y="11859"/>
                      </a:cubicBezTo>
                      <a:cubicBezTo>
                        <a:pt x="12" y="11931"/>
                        <a:pt x="12" y="11990"/>
                        <a:pt x="12" y="12062"/>
                      </a:cubicBezTo>
                      <a:cubicBezTo>
                        <a:pt x="12" y="12121"/>
                        <a:pt x="12" y="12193"/>
                        <a:pt x="12" y="12252"/>
                      </a:cubicBezTo>
                      <a:cubicBezTo>
                        <a:pt x="12" y="12312"/>
                        <a:pt x="12" y="12383"/>
                        <a:pt x="12" y="12443"/>
                      </a:cubicBezTo>
                      <a:cubicBezTo>
                        <a:pt x="12" y="12514"/>
                        <a:pt x="12" y="12574"/>
                        <a:pt x="12" y="12645"/>
                      </a:cubicBezTo>
                      <a:cubicBezTo>
                        <a:pt x="12" y="12705"/>
                        <a:pt x="12" y="12776"/>
                        <a:pt x="12" y="12836"/>
                      </a:cubicBezTo>
                      <a:cubicBezTo>
                        <a:pt x="12" y="12895"/>
                        <a:pt x="12" y="12967"/>
                        <a:pt x="12" y="13026"/>
                      </a:cubicBezTo>
                      <a:cubicBezTo>
                        <a:pt x="12" y="13098"/>
                        <a:pt x="12" y="13157"/>
                        <a:pt x="12" y="13228"/>
                      </a:cubicBezTo>
                      <a:cubicBezTo>
                        <a:pt x="12" y="13288"/>
                        <a:pt x="12" y="13359"/>
                        <a:pt x="12" y="13419"/>
                      </a:cubicBezTo>
                      <a:cubicBezTo>
                        <a:pt x="12" y="13479"/>
                        <a:pt x="12" y="13550"/>
                        <a:pt x="12" y="13609"/>
                      </a:cubicBezTo>
                      <a:cubicBezTo>
                        <a:pt x="12" y="13681"/>
                        <a:pt x="12" y="13740"/>
                        <a:pt x="12" y="13812"/>
                      </a:cubicBezTo>
                      <a:cubicBezTo>
                        <a:pt x="12" y="13871"/>
                        <a:pt x="12" y="13943"/>
                        <a:pt x="12" y="14002"/>
                      </a:cubicBezTo>
                      <a:cubicBezTo>
                        <a:pt x="12" y="14062"/>
                        <a:pt x="12" y="14133"/>
                        <a:pt x="12" y="14193"/>
                      </a:cubicBezTo>
                      <a:cubicBezTo>
                        <a:pt x="12" y="14264"/>
                        <a:pt x="12" y="14324"/>
                        <a:pt x="12" y="14395"/>
                      </a:cubicBezTo>
                      <a:cubicBezTo>
                        <a:pt x="12" y="14455"/>
                        <a:pt x="12" y="14526"/>
                        <a:pt x="12" y="14586"/>
                      </a:cubicBezTo>
                      <a:cubicBezTo>
                        <a:pt x="12" y="14645"/>
                        <a:pt x="12" y="14717"/>
                        <a:pt x="12" y="14776"/>
                      </a:cubicBezTo>
                      <a:cubicBezTo>
                        <a:pt x="12" y="14848"/>
                        <a:pt x="12" y="14907"/>
                        <a:pt x="12" y="14979"/>
                      </a:cubicBezTo>
                      <a:cubicBezTo>
                        <a:pt x="12" y="15038"/>
                        <a:pt x="12" y="15110"/>
                        <a:pt x="12" y="15169"/>
                      </a:cubicBezTo>
                      <a:cubicBezTo>
                        <a:pt x="12" y="15229"/>
                        <a:pt x="12" y="15300"/>
                        <a:pt x="12" y="15360"/>
                      </a:cubicBezTo>
                      <a:cubicBezTo>
                        <a:pt x="12" y="15431"/>
                        <a:pt x="12" y="15491"/>
                        <a:pt x="12" y="15562"/>
                      </a:cubicBezTo>
                      <a:cubicBezTo>
                        <a:pt x="12" y="15622"/>
                        <a:pt x="12" y="15693"/>
                        <a:pt x="12" y="15753"/>
                      </a:cubicBezTo>
                      <a:cubicBezTo>
                        <a:pt x="12" y="15812"/>
                        <a:pt x="12" y="15884"/>
                        <a:pt x="12" y="15943"/>
                      </a:cubicBezTo>
                      <a:cubicBezTo>
                        <a:pt x="12" y="16015"/>
                        <a:pt x="12" y="16074"/>
                        <a:pt x="12" y="16146"/>
                      </a:cubicBezTo>
                      <a:cubicBezTo>
                        <a:pt x="12" y="16205"/>
                        <a:pt x="12" y="16276"/>
                        <a:pt x="12" y="16336"/>
                      </a:cubicBezTo>
                      <a:cubicBezTo>
                        <a:pt x="12" y="16396"/>
                        <a:pt x="12" y="16467"/>
                        <a:pt x="12" y="16527"/>
                      </a:cubicBezTo>
                      <a:cubicBezTo>
                        <a:pt x="12" y="16598"/>
                        <a:pt x="12" y="16657"/>
                        <a:pt x="12" y="16729"/>
                      </a:cubicBezTo>
                      <a:cubicBezTo>
                        <a:pt x="12" y="16788"/>
                        <a:pt x="12" y="16860"/>
                        <a:pt x="12" y="16919"/>
                      </a:cubicBezTo>
                      <a:cubicBezTo>
                        <a:pt x="12" y="16979"/>
                        <a:pt x="12" y="17050"/>
                        <a:pt x="12" y="17110"/>
                      </a:cubicBezTo>
                      <a:cubicBezTo>
                        <a:pt x="12" y="17181"/>
                        <a:pt x="12" y="17241"/>
                        <a:pt x="12" y="17312"/>
                      </a:cubicBezTo>
                      <a:cubicBezTo>
                        <a:pt x="12" y="17372"/>
                        <a:pt x="12" y="17443"/>
                        <a:pt x="12" y="17503"/>
                      </a:cubicBezTo>
                      <a:cubicBezTo>
                        <a:pt x="12" y="17562"/>
                        <a:pt x="12" y="17634"/>
                        <a:pt x="12" y="17693"/>
                      </a:cubicBezTo>
                      <a:cubicBezTo>
                        <a:pt x="12" y="17765"/>
                        <a:pt x="12" y="17824"/>
                        <a:pt x="12" y="17896"/>
                      </a:cubicBezTo>
                      <a:cubicBezTo>
                        <a:pt x="12" y="17955"/>
                        <a:pt x="12" y="18015"/>
                        <a:pt x="12" y="18086"/>
                      </a:cubicBezTo>
                      <a:cubicBezTo>
                        <a:pt x="12" y="18146"/>
                        <a:pt x="12" y="18217"/>
                        <a:pt x="12" y="18277"/>
                      </a:cubicBezTo>
                      <a:cubicBezTo>
                        <a:pt x="12" y="18348"/>
                        <a:pt x="12" y="18408"/>
                        <a:pt x="12" y="18479"/>
                      </a:cubicBezTo>
                      <a:cubicBezTo>
                        <a:pt x="12" y="18539"/>
                        <a:pt x="12" y="18598"/>
                        <a:pt x="12" y="18670"/>
                      </a:cubicBezTo>
                      <a:cubicBezTo>
                        <a:pt x="12" y="18729"/>
                        <a:pt x="12" y="18801"/>
                        <a:pt x="12" y="18860"/>
                      </a:cubicBezTo>
                      <a:cubicBezTo>
                        <a:pt x="12" y="18932"/>
                        <a:pt x="12" y="18991"/>
                        <a:pt x="12" y="19063"/>
                      </a:cubicBezTo>
                      <a:cubicBezTo>
                        <a:pt x="12" y="19122"/>
                        <a:pt x="12" y="19182"/>
                        <a:pt x="12" y="19253"/>
                      </a:cubicBezTo>
                      <a:cubicBezTo>
                        <a:pt x="12" y="19313"/>
                        <a:pt x="12" y="19384"/>
                        <a:pt x="12" y="19444"/>
                      </a:cubicBezTo>
                      <a:cubicBezTo>
                        <a:pt x="12" y="19515"/>
                        <a:pt x="12" y="19575"/>
                        <a:pt x="12" y="19646"/>
                      </a:cubicBezTo>
                      <a:cubicBezTo>
                        <a:pt x="12" y="19705"/>
                        <a:pt x="12" y="19765"/>
                        <a:pt x="12" y="19836"/>
                      </a:cubicBezTo>
                      <a:cubicBezTo>
                        <a:pt x="12" y="19896"/>
                        <a:pt x="12" y="19967"/>
                        <a:pt x="12" y="20027"/>
                      </a:cubicBezTo>
                      <a:cubicBezTo>
                        <a:pt x="12" y="20098"/>
                        <a:pt x="12" y="20158"/>
                        <a:pt x="12" y="20229"/>
                      </a:cubicBezTo>
                      <a:cubicBezTo>
                        <a:pt x="12" y="20289"/>
                        <a:pt x="12" y="20348"/>
                        <a:pt x="12" y="20420"/>
                      </a:cubicBezTo>
                      <a:cubicBezTo>
                        <a:pt x="12" y="20479"/>
                        <a:pt x="12" y="20551"/>
                        <a:pt x="12" y="20610"/>
                      </a:cubicBezTo>
                      <a:cubicBezTo>
                        <a:pt x="12" y="20682"/>
                        <a:pt x="12" y="20741"/>
                        <a:pt x="12" y="20813"/>
                      </a:cubicBezTo>
                      <a:cubicBezTo>
                        <a:pt x="12" y="20872"/>
                        <a:pt x="12" y="20932"/>
                        <a:pt x="12" y="21003"/>
                      </a:cubicBezTo>
                      <a:cubicBezTo>
                        <a:pt x="12" y="21063"/>
                        <a:pt x="12" y="21134"/>
                        <a:pt x="12" y="21194"/>
                      </a:cubicBezTo>
                      <a:cubicBezTo>
                        <a:pt x="12" y="21265"/>
                        <a:pt x="12" y="21325"/>
                        <a:pt x="12" y="21396"/>
                      </a:cubicBezTo>
                      <a:cubicBezTo>
                        <a:pt x="12" y="21456"/>
                        <a:pt x="12" y="21515"/>
                        <a:pt x="12" y="21587"/>
                      </a:cubicBezTo>
                      <a:cubicBezTo>
                        <a:pt x="0" y="22515"/>
                        <a:pt x="500" y="23373"/>
                        <a:pt x="1310" y="23837"/>
                      </a:cubicBezTo>
                      <a:lnTo>
                        <a:pt x="36612" y="44208"/>
                      </a:lnTo>
                      <a:cubicBezTo>
                        <a:pt x="37416" y="44679"/>
                        <a:pt x="38315" y="44914"/>
                        <a:pt x="39215" y="44914"/>
                      </a:cubicBezTo>
                      <a:cubicBezTo>
                        <a:pt x="40115" y="44914"/>
                        <a:pt x="41017" y="44679"/>
                        <a:pt x="41827" y="44208"/>
                      </a:cubicBezTo>
                      <a:lnTo>
                        <a:pt x="77129" y="23837"/>
                      </a:lnTo>
                      <a:cubicBezTo>
                        <a:pt x="77939" y="23373"/>
                        <a:pt x="78439" y="22515"/>
                        <a:pt x="78427" y="21587"/>
                      </a:cubicBezTo>
                      <a:lnTo>
                        <a:pt x="78427" y="21384"/>
                      </a:lnTo>
                      <a:lnTo>
                        <a:pt x="78427" y="21194"/>
                      </a:lnTo>
                      <a:lnTo>
                        <a:pt x="78427" y="21003"/>
                      </a:lnTo>
                      <a:lnTo>
                        <a:pt x="78427" y="20801"/>
                      </a:lnTo>
                      <a:lnTo>
                        <a:pt x="78427" y="20610"/>
                      </a:lnTo>
                      <a:lnTo>
                        <a:pt x="78427" y="20420"/>
                      </a:lnTo>
                      <a:lnTo>
                        <a:pt x="78427" y="20217"/>
                      </a:lnTo>
                      <a:lnTo>
                        <a:pt x="78427" y="20027"/>
                      </a:lnTo>
                      <a:lnTo>
                        <a:pt x="78427" y="19836"/>
                      </a:lnTo>
                      <a:lnTo>
                        <a:pt x="78427" y="19634"/>
                      </a:lnTo>
                      <a:lnTo>
                        <a:pt x="78427" y="19444"/>
                      </a:lnTo>
                      <a:lnTo>
                        <a:pt x="78427" y="19253"/>
                      </a:lnTo>
                      <a:lnTo>
                        <a:pt x="78427" y="19051"/>
                      </a:lnTo>
                      <a:lnTo>
                        <a:pt x="78427" y="18860"/>
                      </a:lnTo>
                      <a:lnTo>
                        <a:pt x="78427" y="18670"/>
                      </a:lnTo>
                      <a:lnTo>
                        <a:pt x="78427" y="18467"/>
                      </a:lnTo>
                      <a:lnTo>
                        <a:pt x="78427" y="18277"/>
                      </a:lnTo>
                      <a:lnTo>
                        <a:pt x="78427" y="18086"/>
                      </a:lnTo>
                      <a:lnTo>
                        <a:pt x="78427" y="17884"/>
                      </a:lnTo>
                      <a:lnTo>
                        <a:pt x="78427" y="17693"/>
                      </a:lnTo>
                      <a:lnTo>
                        <a:pt x="78427" y="17503"/>
                      </a:lnTo>
                      <a:lnTo>
                        <a:pt x="78427" y="17300"/>
                      </a:lnTo>
                      <a:lnTo>
                        <a:pt x="78427" y="17110"/>
                      </a:lnTo>
                      <a:lnTo>
                        <a:pt x="78427" y="16919"/>
                      </a:lnTo>
                      <a:lnTo>
                        <a:pt x="78427" y="16717"/>
                      </a:lnTo>
                      <a:lnTo>
                        <a:pt x="78427" y="16527"/>
                      </a:lnTo>
                      <a:lnTo>
                        <a:pt x="78427" y="16336"/>
                      </a:lnTo>
                      <a:lnTo>
                        <a:pt x="78427" y="16146"/>
                      </a:lnTo>
                      <a:lnTo>
                        <a:pt x="78427" y="15943"/>
                      </a:lnTo>
                      <a:lnTo>
                        <a:pt x="78427" y="15753"/>
                      </a:lnTo>
                      <a:lnTo>
                        <a:pt x="78427" y="15562"/>
                      </a:lnTo>
                      <a:lnTo>
                        <a:pt x="78427" y="15360"/>
                      </a:lnTo>
                      <a:lnTo>
                        <a:pt x="78427" y="15169"/>
                      </a:lnTo>
                      <a:lnTo>
                        <a:pt x="78427" y="14979"/>
                      </a:lnTo>
                      <a:lnTo>
                        <a:pt x="78427" y="14776"/>
                      </a:lnTo>
                      <a:lnTo>
                        <a:pt x="78427" y="14586"/>
                      </a:lnTo>
                      <a:lnTo>
                        <a:pt x="78427" y="14395"/>
                      </a:lnTo>
                      <a:lnTo>
                        <a:pt x="78427" y="14193"/>
                      </a:lnTo>
                      <a:lnTo>
                        <a:pt x="78427" y="14002"/>
                      </a:lnTo>
                      <a:lnTo>
                        <a:pt x="78427" y="13812"/>
                      </a:lnTo>
                      <a:lnTo>
                        <a:pt x="78427" y="13609"/>
                      </a:lnTo>
                      <a:lnTo>
                        <a:pt x="78427" y="13419"/>
                      </a:lnTo>
                      <a:lnTo>
                        <a:pt x="78427" y="13228"/>
                      </a:lnTo>
                      <a:lnTo>
                        <a:pt x="78427" y="13026"/>
                      </a:lnTo>
                      <a:lnTo>
                        <a:pt x="78427" y="12836"/>
                      </a:lnTo>
                      <a:lnTo>
                        <a:pt x="78427" y="12645"/>
                      </a:lnTo>
                      <a:lnTo>
                        <a:pt x="78427" y="12443"/>
                      </a:lnTo>
                      <a:lnTo>
                        <a:pt x="78427" y="12252"/>
                      </a:lnTo>
                      <a:lnTo>
                        <a:pt x="78427" y="12062"/>
                      </a:lnTo>
                      <a:lnTo>
                        <a:pt x="78427" y="11859"/>
                      </a:lnTo>
                      <a:lnTo>
                        <a:pt x="78427" y="11669"/>
                      </a:lnTo>
                      <a:lnTo>
                        <a:pt x="78427" y="11478"/>
                      </a:lnTo>
                      <a:lnTo>
                        <a:pt x="78427" y="11276"/>
                      </a:lnTo>
                      <a:lnTo>
                        <a:pt x="78427" y="11085"/>
                      </a:lnTo>
                      <a:lnTo>
                        <a:pt x="78427" y="10895"/>
                      </a:lnTo>
                      <a:lnTo>
                        <a:pt x="78427" y="10692"/>
                      </a:lnTo>
                      <a:lnTo>
                        <a:pt x="78427" y="10502"/>
                      </a:lnTo>
                      <a:lnTo>
                        <a:pt x="78427" y="10311"/>
                      </a:lnTo>
                      <a:lnTo>
                        <a:pt x="78427" y="10109"/>
                      </a:lnTo>
                      <a:lnTo>
                        <a:pt x="78427" y="9919"/>
                      </a:lnTo>
                      <a:lnTo>
                        <a:pt x="78427" y="9728"/>
                      </a:lnTo>
                      <a:lnTo>
                        <a:pt x="78427" y="9526"/>
                      </a:lnTo>
                      <a:lnTo>
                        <a:pt x="78427" y="9335"/>
                      </a:lnTo>
                      <a:lnTo>
                        <a:pt x="78427" y="9145"/>
                      </a:lnTo>
                      <a:lnTo>
                        <a:pt x="78427" y="8942"/>
                      </a:lnTo>
                      <a:lnTo>
                        <a:pt x="78427" y="8752"/>
                      </a:lnTo>
                      <a:lnTo>
                        <a:pt x="78427" y="8561"/>
                      </a:lnTo>
                      <a:lnTo>
                        <a:pt x="78427" y="8359"/>
                      </a:lnTo>
                      <a:lnTo>
                        <a:pt x="78427" y="8168"/>
                      </a:lnTo>
                      <a:lnTo>
                        <a:pt x="78427" y="7978"/>
                      </a:lnTo>
                      <a:lnTo>
                        <a:pt x="78427" y="7775"/>
                      </a:lnTo>
                      <a:lnTo>
                        <a:pt x="78427" y="7585"/>
                      </a:lnTo>
                      <a:lnTo>
                        <a:pt x="78427" y="7394"/>
                      </a:lnTo>
                      <a:lnTo>
                        <a:pt x="78427" y="7192"/>
                      </a:lnTo>
                      <a:lnTo>
                        <a:pt x="78427" y="7002"/>
                      </a:lnTo>
                      <a:lnTo>
                        <a:pt x="78427" y="6811"/>
                      </a:lnTo>
                      <a:lnTo>
                        <a:pt x="78427" y="6609"/>
                      </a:lnTo>
                      <a:lnTo>
                        <a:pt x="78427" y="6418"/>
                      </a:lnTo>
                      <a:lnTo>
                        <a:pt x="78427" y="6228"/>
                      </a:lnTo>
                      <a:lnTo>
                        <a:pt x="78427" y="6025"/>
                      </a:lnTo>
                      <a:lnTo>
                        <a:pt x="78427" y="5835"/>
                      </a:lnTo>
                      <a:lnTo>
                        <a:pt x="78427" y="5644"/>
                      </a:lnTo>
                      <a:lnTo>
                        <a:pt x="78427" y="5442"/>
                      </a:lnTo>
                      <a:lnTo>
                        <a:pt x="78427" y="5251"/>
                      </a:lnTo>
                      <a:lnTo>
                        <a:pt x="78427" y="5061"/>
                      </a:lnTo>
                      <a:lnTo>
                        <a:pt x="78427" y="4858"/>
                      </a:lnTo>
                      <a:lnTo>
                        <a:pt x="78427" y="4668"/>
                      </a:lnTo>
                      <a:lnTo>
                        <a:pt x="78427" y="4477"/>
                      </a:lnTo>
                      <a:lnTo>
                        <a:pt x="78427" y="4275"/>
                      </a:lnTo>
                      <a:lnTo>
                        <a:pt x="78427" y="4085"/>
                      </a:lnTo>
                      <a:lnTo>
                        <a:pt x="78427" y="3894"/>
                      </a:lnTo>
                      <a:lnTo>
                        <a:pt x="78427" y="3692"/>
                      </a:lnTo>
                      <a:lnTo>
                        <a:pt x="78427" y="3501"/>
                      </a:lnTo>
                      <a:lnTo>
                        <a:pt x="78427" y="3311"/>
                      </a:lnTo>
                      <a:lnTo>
                        <a:pt x="78427" y="3108"/>
                      </a:lnTo>
                      <a:lnTo>
                        <a:pt x="78427" y="2918"/>
                      </a:lnTo>
                      <a:lnTo>
                        <a:pt x="78427" y="2727"/>
                      </a:lnTo>
                      <a:lnTo>
                        <a:pt x="78427" y="2525"/>
                      </a:lnTo>
                      <a:lnTo>
                        <a:pt x="78427" y="2334"/>
                      </a:lnTo>
                      <a:lnTo>
                        <a:pt x="78427" y="2144"/>
                      </a:lnTo>
                      <a:lnTo>
                        <a:pt x="78427" y="1941"/>
                      </a:lnTo>
                      <a:lnTo>
                        <a:pt x="78427" y="1751"/>
                      </a:lnTo>
                      <a:lnTo>
                        <a:pt x="78427" y="1560"/>
                      </a:lnTo>
                      <a:lnTo>
                        <a:pt x="78427" y="1358"/>
                      </a:lnTo>
                      <a:lnTo>
                        <a:pt x="78427" y="1167"/>
                      </a:lnTo>
                      <a:lnTo>
                        <a:pt x="78427" y="977"/>
                      </a:lnTo>
                      <a:lnTo>
                        <a:pt x="78427" y="775"/>
                      </a:lnTo>
                      <a:lnTo>
                        <a:pt x="78427" y="584"/>
                      </a:lnTo>
                      <a:lnTo>
                        <a:pt x="78427" y="394"/>
                      </a:lnTo>
                      <a:lnTo>
                        <a:pt x="78427" y="191"/>
                      </a:lnTo>
                      <a:lnTo>
                        <a:pt x="78427" y="1"/>
                      </a:lnTo>
                      <a:lnTo>
                        <a:pt x="78212" y="1"/>
                      </a:lnTo>
                      <a:cubicBezTo>
                        <a:pt x="78224" y="858"/>
                        <a:pt x="77760" y="1644"/>
                        <a:pt x="77022" y="2072"/>
                      </a:cubicBezTo>
                      <a:lnTo>
                        <a:pt x="41720" y="22444"/>
                      </a:lnTo>
                      <a:cubicBezTo>
                        <a:pt x="40946" y="22890"/>
                        <a:pt x="40083" y="23114"/>
                        <a:pt x="39218" y="23114"/>
                      </a:cubicBezTo>
                      <a:cubicBezTo>
                        <a:pt x="38353" y="23114"/>
                        <a:pt x="37487" y="22890"/>
                        <a:pt x="36707" y="22444"/>
                      </a:cubicBezTo>
                      <a:lnTo>
                        <a:pt x="1417" y="2072"/>
                      </a:lnTo>
                      <a:cubicBezTo>
                        <a:pt x="667" y="1644"/>
                        <a:pt x="215" y="858"/>
                        <a:pt x="226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A0FDF1">
                        <a:alpha val="41568"/>
                        <a:alpha val="41520"/>
                      </a:srgbClr>
                    </a:gs>
                    <a:gs pos="100000">
                      <a:srgbClr val="FFFFFF">
                        <a:alpha val="37254"/>
                        <a:alpha val="4152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61650" tIns="61650" rIns="61650" bIns="6165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4" name="Google Shape;384;p13"/>
                <p:cNvSpPr/>
                <p:nvPr/>
              </p:nvSpPr>
              <p:spPr>
                <a:xfrm>
                  <a:off x="5553063" y="1487604"/>
                  <a:ext cx="1981525" cy="116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261" h="46572" extrusionOk="0">
                      <a:moveTo>
                        <a:pt x="39635" y="1"/>
                      </a:moveTo>
                      <a:cubicBezTo>
                        <a:pt x="38749" y="1"/>
                        <a:pt x="37862" y="230"/>
                        <a:pt x="37065" y="688"/>
                      </a:cubicBezTo>
                      <a:lnTo>
                        <a:pt x="1679" y="21119"/>
                      </a:lnTo>
                      <a:cubicBezTo>
                        <a:pt x="1" y="22084"/>
                        <a:pt x="1" y="24489"/>
                        <a:pt x="1679" y="25453"/>
                      </a:cubicBezTo>
                      <a:lnTo>
                        <a:pt x="37065" y="45884"/>
                      </a:lnTo>
                      <a:cubicBezTo>
                        <a:pt x="37862" y="46343"/>
                        <a:pt x="38749" y="46572"/>
                        <a:pt x="39635" y="46572"/>
                      </a:cubicBezTo>
                      <a:cubicBezTo>
                        <a:pt x="40520" y="46572"/>
                        <a:pt x="41405" y="46343"/>
                        <a:pt x="42196" y="45884"/>
                      </a:cubicBezTo>
                      <a:lnTo>
                        <a:pt x="77594" y="25453"/>
                      </a:lnTo>
                      <a:cubicBezTo>
                        <a:pt x="79260" y="24489"/>
                        <a:pt x="79260" y="22084"/>
                        <a:pt x="77594" y="21119"/>
                      </a:cubicBezTo>
                      <a:lnTo>
                        <a:pt x="42196" y="688"/>
                      </a:lnTo>
                      <a:cubicBezTo>
                        <a:pt x="41405" y="230"/>
                        <a:pt x="40520" y="1"/>
                        <a:pt x="39635" y="1"/>
                      </a:cubicBezTo>
                      <a:close/>
                    </a:path>
                  </a:pathLst>
                </a:custGeom>
                <a:solidFill>
                  <a:srgbClr val="A0FDF1">
                    <a:alpha val="41520"/>
                  </a:srgbClr>
                </a:solidFill>
                <a:ln>
                  <a:noFill/>
                </a:ln>
              </p:spPr>
              <p:txBody>
                <a:bodyPr spcFirstLastPara="1" wrap="square" lIns="61650" tIns="61650" rIns="61650" bIns="6165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385" name="Google Shape;385;p13"/>
            <p:cNvGrpSpPr/>
            <p:nvPr/>
          </p:nvGrpSpPr>
          <p:grpSpPr>
            <a:xfrm>
              <a:off x="4878013" y="2713047"/>
              <a:ext cx="598632" cy="805372"/>
              <a:chOff x="3478424" y="1308364"/>
              <a:chExt cx="2187185" cy="2942536"/>
            </a:xfrm>
          </p:grpSpPr>
          <p:sp>
            <p:nvSpPr>
              <p:cNvPr id="386" name="Google Shape;386;p13"/>
              <p:cNvSpPr/>
              <p:nvPr/>
            </p:nvSpPr>
            <p:spPr>
              <a:xfrm>
                <a:off x="3485139" y="2969821"/>
                <a:ext cx="2180470" cy="1281079"/>
              </a:xfrm>
              <a:custGeom>
                <a:avLst/>
                <a:gdLst/>
                <a:ahLst/>
                <a:cxnLst/>
                <a:rect l="l" t="t" r="r" b="b"/>
                <a:pathLst>
                  <a:path w="79261" h="46572" extrusionOk="0">
                    <a:moveTo>
                      <a:pt x="39635" y="1"/>
                    </a:moveTo>
                    <a:cubicBezTo>
                      <a:pt x="38749" y="1"/>
                      <a:pt x="37862" y="230"/>
                      <a:pt x="37065" y="688"/>
                    </a:cubicBezTo>
                    <a:lnTo>
                      <a:pt x="1679" y="21119"/>
                    </a:lnTo>
                    <a:cubicBezTo>
                      <a:pt x="1" y="22084"/>
                      <a:pt x="1" y="24489"/>
                      <a:pt x="1679" y="25453"/>
                    </a:cubicBezTo>
                    <a:lnTo>
                      <a:pt x="37065" y="45884"/>
                    </a:lnTo>
                    <a:cubicBezTo>
                      <a:pt x="37862" y="46343"/>
                      <a:pt x="38749" y="46572"/>
                      <a:pt x="39635" y="46572"/>
                    </a:cubicBezTo>
                    <a:cubicBezTo>
                      <a:pt x="40520" y="46572"/>
                      <a:pt x="41405" y="46343"/>
                      <a:pt x="42196" y="45884"/>
                    </a:cubicBezTo>
                    <a:lnTo>
                      <a:pt x="77594" y="25453"/>
                    </a:lnTo>
                    <a:cubicBezTo>
                      <a:pt x="79260" y="24489"/>
                      <a:pt x="79260" y="22084"/>
                      <a:pt x="77594" y="21119"/>
                    </a:cubicBezTo>
                    <a:lnTo>
                      <a:pt x="42196" y="688"/>
                    </a:lnTo>
                    <a:cubicBezTo>
                      <a:pt x="41405" y="230"/>
                      <a:pt x="40520" y="1"/>
                      <a:pt x="3963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Google Shape;387;p13"/>
              <p:cNvSpPr/>
              <p:nvPr/>
            </p:nvSpPr>
            <p:spPr>
              <a:xfrm>
                <a:off x="3793045" y="1947520"/>
                <a:ext cx="1550129" cy="2096604"/>
              </a:xfrm>
              <a:custGeom>
                <a:avLst/>
                <a:gdLst/>
                <a:ahLst/>
                <a:cxnLst/>
                <a:rect l="l" t="t" r="r" b="b"/>
                <a:pathLst>
                  <a:path w="52721" h="71307" extrusionOk="0">
                    <a:moveTo>
                      <a:pt x="52709" y="0"/>
                    </a:moveTo>
                    <a:lnTo>
                      <a:pt x="0" y="0"/>
                    </a:lnTo>
                    <a:lnTo>
                      <a:pt x="0" y="55495"/>
                    </a:lnTo>
                    <a:cubicBezTo>
                      <a:pt x="0" y="56090"/>
                      <a:pt x="321" y="56650"/>
                      <a:pt x="845" y="56948"/>
                    </a:cubicBezTo>
                    <a:lnTo>
                      <a:pt x="24646" y="70699"/>
                    </a:lnTo>
                    <a:cubicBezTo>
                      <a:pt x="25706" y="71306"/>
                      <a:pt x="27027" y="71306"/>
                      <a:pt x="28087" y="70699"/>
                    </a:cubicBezTo>
                    <a:lnTo>
                      <a:pt x="51876" y="56948"/>
                    </a:lnTo>
                    <a:cubicBezTo>
                      <a:pt x="52399" y="56650"/>
                      <a:pt x="52721" y="56090"/>
                      <a:pt x="52721" y="55495"/>
                    </a:cubicBezTo>
                    <a:lnTo>
                      <a:pt x="52721" y="5549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" name="Google Shape;388;p13"/>
              <p:cNvSpPr/>
              <p:nvPr/>
            </p:nvSpPr>
            <p:spPr>
              <a:xfrm>
                <a:off x="3784988" y="1482593"/>
                <a:ext cx="1566242" cy="929825"/>
              </a:xfrm>
              <a:custGeom>
                <a:avLst/>
                <a:gdLst/>
                <a:ahLst/>
                <a:cxnLst/>
                <a:rect l="l" t="t" r="r" b="b"/>
                <a:pathLst>
                  <a:path w="53269" h="31624" extrusionOk="0">
                    <a:moveTo>
                      <a:pt x="24920" y="31004"/>
                    </a:moveTo>
                    <a:lnTo>
                      <a:pt x="1119" y="17265"/>
                    </a:lnTo>
                    <a:cubicBezTo>
                      <a:pt x="0" y="16622"/>
                      <a:pt x="0" y="15002"/>
                      <a:pt x="1119" y="14359"/>
                    </a:cubicBezTo>
                    <a:lnTo>
                      <a:pt x="24920" y="620"/>
                    </a:lnTo>
                    <a:cubicBezTo>
                      <a:pt x="25980" y="1"/>
                      <a:pt x="27301" y="1"/>
                      <a:pt x="28361" y="620"/>
                    </a:cubicBezTo>
                    <a:lnTo>
                      <a:pt x="52150" y="14359"/>
                    </a:lnTo>
                    <a:cubicBezTo>
                      <a:pt x="53269" y="15002"/>
                      <a:pt x="53269" y="16622"/>
                      <a:pt x="52150" y="17265"/>
                    </a:cubicBezTo>
                    <a:lnTo>
                      <a:pt x="28361" y="31004"/>
                    </a:lnTo>
                    <a:cubicBezTo>
                      <a:pt x="27289" y="31624"/>
                      <a:pt x="25980" y="31624"/>
                      <a:pt x="24920" y="3100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Google Shape;389;p13"/>
              <p:cNvSpPr/>
              <p:nvPr/>
            </p:nvSpPr>
            <p:spPr>
              <a:xfrm>
                <a:off x="3818244" y="2089627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7"/>
                    </a:moveTo>
                    <a:lnTo>
                      <a:pt x="0" y="1561"/>
                    </a:lnTo>
                    <a:lnTo>
                      <a:pt x="0" y="1"/>
                    </a:lnTo>
                    <a:lnTo>
                      <a:pt x="24194" y="1395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Google Shape;390;p13"/>
              <p:cNvSpPr/>
              <p:nvPr/>
            </p:nvSpPr>
            <p:spPr>
              <a:xfrm>
                <a:off x="3818244" y="2153697"/>
                <a:ext cx="711364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9" extrusionOk="0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Google Shape;391;p13"/>
              <p:cNvSpPr/>
              <p:nvPr/>
            </p:nvSpPr>
            <p:spPr>
              <a:xfrm>
                <a:off x="3818244" y="2218120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Google Shape;392;p13"/>
              <p:cNvSpPr/>
              <p:nvPr/>
            </p:nvSpPr>
            <p:spPr>
              <a:xfrm>
                <a:off x="3818244" y="2282543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" name="Google Shape;393;p13"/>
              <p:cNvSpPr/>
              <p:nvPr/>
            </p:nvSpPr>
            <p:spPr>
              <a:xfrm>
                <a:off x="3818244" y="2346966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Google Shape;394;p13"/>
              <p:cNvSpPr/>
              <p:nvPr/>
            </p:nvSpPr>
            <p:spPr>
              <a:xfrm>
                <a:off x="3818244" y="246178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Google Shape;395;p13"/>
              <p:cNvSpPr/>
              <p:nvPr/>
            </p:nvSpPr>
            <p:spPr>
              <a:xfrm>
                <a:off x="3818244" y="2526209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Google Shape;396;p13"/>
              <p:cNvSpPr/>
              <p:nvPr/>
            </p:nvSpPr>
            <p:spPr>
              <a:xfrm>
                <a:off x="3818244" y="2590250"/>
                <a:ext cx="711364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9" extrusionOk="0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Google Shape;397;p13"/>
              <p:cNvSpPr/>
              <p:nvPr/>
            </p:nvSpPr>
            <p:spPr>
              <a:xfrm>
                <a:off x="3818244" y="2654673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Google Shape;398;p13"/>
              <p:cNvSpPr/>
              <p:nvPr/>
            </p:nvSpPr>
            <p:spPr>
              <a:xfrm>
                <a:off x="3818244" y="271909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Google Shape;399;p13"/>
              <p:cNvSpPr/>
              <p:nvPr/>
            </p:nvSpPr>
            <p:spPr>
              <a:xfrm>
                <a:off x="3818244" y="283391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" name="Google Shape;400;p13"/>
              <p:cNvSpPr/>
              <p:nvPr/>
            </p:nvSpPr>
            <p:spPr>
              <a:xfrm>
                <a:off x="3818244" y="2898339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Google Shape;401;p13"/>
              <p:cNvSpPr/>
              <p:nvPr/>
            </p:nvSpPr>
            <p:spPr>
              <a:xfrm>
                <a:off x="3818244" y="2962762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Google Shape;402;p13"/>
              <p:cNvSpPr/>
              <p:nvPr/>
            </p:nvSpPr>
            <p:spPr>
              <a:xfrm>
                <a:off x="3818244" y="3026803"/>
                <a:ext cx="711364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9" extrusionOk="0">
                    <a:moveTo>
                      <a:pt x="24194" y="15539"/>
                    </a:moveTo>
                    <a:lnTo>
                      <a:pt x="0" y="1573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Google Shape;403;p13"/>
              <p:cNvSpPr/>
              <p:nvPr/>
            </p:nvSpPr>
            <p:spPr>
              <a:xfrm>
                <a:off x="3818244" y="309122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Google Shape;404;p13"/>
              <p:cNvSpPr/>
              <p:nvPr/>
            </p:nvSpPr>
            <p:spPr>
              <a:xfrm>
                <a:off x="3818244" y="320604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7"/>
                    </a:moveTo>
                    <a:lnTo>
                      <a:pt x="0" y="1573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Google Shape;405;p13"/>
              <p:cNvSpPr/>
              <p:nvPr/>
            </p:nvSpPr>
            <p:spPr>
              <a:xfrm>
                <a:off x="3818244" y="3270469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Google Shape;406;p13"/>
              <p:cNvSpPr/>
              <p:nvPr/>
            </p:nvSpPr>
            <p:spPr>
              <a:xfrm>
                <a:off x="3818244" y="3334892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Google Shape;407;p13"/>
              <p:cNvSpPr/>
              <p:nvPr/>
            </p:nvSpPr>
            <p:spPr>
              <a:xfrm>
                <a:off x="3818244" y="3399315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Google Shape;408;p13"/>
              <p:cNvSpPr/>
              <p:nvPr/>
            </p:nvSpPr>
            <p:spPr>
              <a:xfrm>
                <a:off x="3818244" y="3463385"/>
                <a:ext cx="711364" cy="456856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8" extrusionOk="0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Google Shape;409;p13"/>
              <p:cNvSpPr/>
              <p:nvPr/>
            </p:nvSpPr>
            <p:spPr>
              <a:xfrm>
                <a:off x="4606639" y="2089627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7"/>
                    </a:moveTo>
                    <a:lnTo>
                      <a:pt x="24182" y="1561"/>
                    </a:lnTo>
                    <a:lnTo>
                      <a:pt x="24182" y="1"/>
                    </a:lnTo>
                    <a:lnTo>
                      <a:pt x="0" y="1395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Google Shape;410;p13"/>
              <p:cNvSpPr/>
              <p:nvPr/>
            </p:nvSpPr>
            <p:spPr>
              <a:xfrm>
                <a:off x="4606639" y="2153697"/>
                <a:ext cx="711011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9" extrusionOk="0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Google Shape;411;p13"/>
              <p:cNvSpPr/>
              <p:nvPr/>
            </p:nvSpPr>
            <p:spPr>
              <a:xfrm>
                <a:off x="4606639" y="2218120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Google Shape;412;p13"/>
              <p:cNvSpPr/>
              <p:nvPr/>
            </p:nvSpPr>
            <p:spPr>
              <a:xfrm>
                <a:off x="4606639" y="2282543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13"/>
              <p:cNvSpPr/>
              <p:nvPr/>
            </p:nvSpPr>
            <p:spPr>
              <a:xfrm>
                <a:off x="4606639" y="2346966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Google Shape;414;p13"/>
              <p:cNvSpPr/>
              <p:nvPr/>
            </p:nvSpPr>
            <p:spPr>
              <a:xfrm>
                <a:off x="4606639" y="246178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Google Shape;415;p13"/>
              <p:cNvSpPr/>
              <p:nvPr/>
            </p:nvSpPr>
            <p:spPr>
              <a:xfrm>
                <a:off x="4606639" y="2526209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Google Shape;416;p13"/>
              <p:cNvSpPr/>
              <p:nvPr/>
            </p:nvSpPr>
            <p:spPr>
              <a:xfrm>
                <a:off x="4606639" y="2590250"/>
                <a:ext cx="711011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9" extrusionOk="0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Google Shape;417;p13"/>
              <p:cNvSpPr/>
              <p:nvPr/>
            </p:nvSpPr>
            <p:spPr>
              <a:xfrm>
                <a:off x="4606639" y="2654673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Google Shape;418;p13"/>
              <p:cNvSpPr/>
              <p:nvPr/>
            </p:nvSpPr>
            <p:spPr>
              <a:xfrm>
                <a:off x="4606639" y="271909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Google Shape;419;p13"/>
              <p:cNvSpPr/>
              <p:nvPr/>
            </p:nvSpPr>
            <p:spPr>
              <a:xfrm>
                <a:off x="4606639" y="283391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Google Shape;420;p13"/>
              <p:cNvSpPr/>
              <p:nvPr/>
            </p:nvSpPr>
            <p:spPr>
              <a:xfrm>
                <a:off x="4606639" y="2898339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Google Shape;421;p13"/>
              <p:cNvSpPr/>
              <p:nvPr/>
            </p:nvSpPr>
            <p:spPr>
              <a:xfrm>
                <a:off x="4606639" y="2962762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Google Shape;422;p13"/>
              <p:cNvSpPr/>
              <p:nvPr/>
            </p:nvSpPr>
            <p:spPr>
              <a:xfrm>
                <a:off x="4606639" y="3026803"/>
                <a:ext cx="711011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9" extrusionOk="0">
                    <a:moveTo>
                      <a:pt x="0" y="15539"/>
                    </a:moveTo>
                    <a:lnTo>
                      <a:pt x="24182" y="1573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Google Shape;423;p13"/>
              <p:cNvSpPr/>
              <p:nvPr/>
            </p:nvSpPr>
            <p:spPr>
              <a:xfrm>
                <a:off x="4606639" y="309122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Google Shape;424;p13"/>
              <p:cNvSpPr/>
              <p:nvPr/>
            </p:nvSpPr>
            <p:spPr>
              <a:xfrm>
                <a:off x="4606639" y="320604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7"/>
                    </a:moveTo>
                    <a:lnTo>
                      <a:pt x="24182" y="1573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Google Shape;425;p13"/>
              <p:cNvSpPr/>
              <p:nvPr/>
            </p:nvSpPr>
            <p:spPr>
              <a:xfrm>
                <a:off x="4606639" y="3270469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" name="Google Shape;426;p13"/>
              <p:cNvSpPr/>
              <p:nvPr/>
            </p:nvSpPr>
            <p:spPr>
              <a:xfrm>
                <a:off x="4606639" y="3334892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" name="Google Shape;427;p13"/>
              <p:cNvSpPr/>
              <p:nvPr/>
            </p:nvSpPr>
            <p:spPr>
              <a:xfrm>
                <a:off x="4606639" y="3399315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" name="Google Shape;428;p13"/>
              <p:cNvSpPr/>
              <p:nvPr/>
            </p:nvSpPr>
            <p:spPr>
              <a:xfrm>
                <a:off x="4606639" y="3463385"/>
                <a:ext cx="711011" cy="456856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8" extrusionOk="0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29" name="Google Shape;429;p13"/>
              <p:cNvGrpSpPr/>
              <p:nvPr/>
            </p:nvGrpSpPr>
            <p:grpSpPr>
              <a:xfrm>
                <a:off x="3478424" y="1308364"/>
                <a:ext cx="2180470" cy="1878295"/>
                <a:chOff x="5553063" y="1487604"/>
                <a:chExt cx="1981525" cy="1707075"/>
              </a:xfrm>
            </p:grpSpPr>
            <p:sp>
              <p:nvSpPr>
                <p:cNvPr id="430" name="Google Shape;430;p13"/>
                <p:cNvSpPr/>
                <p:nvPr/>
              </p:nvSpPr>
              <p:spPr>
                <a:xfrm>
                  <a:off x="5563488" y="2071829"/>
                  <a:ext cx="1960975" cy="1122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439" h="44914" extrusionOk="0">
                      <a:moveTo>
                        <a:pt x="12" y="1"/>
                      </a:moveTo>
                      <a:cubicBezTo>
                        <a:pt x="12" y="72"/>
                        <a:pt x="12" y="132"/>
                        <a:pt x="12" y="191"/>
                      </a:cubicBezTo>
                      <a:cubicBezTo>
                        <a:pt x="12" y="263"/>
                        <a:pt x="12" y="322"/>
                        <a:pt x="12" y="394"/>
                      </a:cubicBezTo>
                      <a:cubicBezTo>
                        <a:pt x="12" y="453"/>
                        <a:pt x="12" y="525"/>
                        <a:pt x="12" y="584"/>
                      </a:cubicBezTo>
                      <a:cubicBezTo>
                        <a:pt x="12" y="656"/>
                        <a:pt x="12" y="715"/>
                        <a:pt x="12" y="775"/>
                      </a:cubicBezTo>
                      <a:cubicBezTo>
                        <a:pt x="12" y="846"/>
                        <a:pt x="12" y="906"/>
                        <a:pt x="12" y="977"/>
                      </a:cubicBezTo>
                      <a:cubicBezTo>
                        <a:pt x="12" y="1037"/>
                        <a:pt x="12" y="1108"/>
                        <a:pt x="12" y="1167"/>
                      </a:cubicBezTo>
                      <a:cubicBezTo>
                        <a:pt x="12" y="1239"/>
                        <a:pt x="12" y="1298"/>
                        <a:pt x="12" y="1358"/>
                      </a:cubicBezTo>
                      <a:cubicBezTo>
                        <a:pt x="12" y="1429"/>
                        <a:pt x="12" y="1489"/>
                        <a:pt x="12" y="1560"/>
                      </a:cubicBezTo>
                      <a:cubicBezTo>
                        <a:pt x="12" y="1620"/>
                        <a:pt x="12" y="1691"/>
                        <a:pt x="12" y="1751"/>
                      </a:cubicBezTo>
                      <a:cubicBezTo>
                        <a:pt x="12" y="1822"/>
                        <a:pt x="12" y="1882"/>
                        <a:pt x="12" y="1941"/>
                      </a:cubicBezTo>
                      <a:cubicBezTo>
                        <a:pt x="12" y="2013"/>
                        <a:pt x="12" y="2072"/>
                        <a:pt x="12" y="2144"/>
                      </a:cubicBezTo>
                      <a:cubicBezTo>
                        <a:pt x="12" y="2203"/>
                        <a:pt x="12" y="2275"/>
                        <a:pt x="12" y="2334"/>
                      </a:cubicBezTo>
                      <a:cubicBezTo>
                        <a:pt x="12" y="2406"/>
                        <a:pt x="12" y="2465"/>
                        <a:pt x="12" y="2525"/>
                      </a:cubicBezTo>
                      <a:cubicBezTo>
                        <a:pt x="12" y="2596"/>
                        <a:pt x="12" y="2656"/>
                        <a:pt x="12" y="2727"/>
                      </a:cubicBezTo>
                      <a:cubicBezTo>
                        <a:pt x="12" y="2787"/>
                        <a:pt x="12" y="2858"/>
                        <a:pt x="12" y="2918"/>
                      </a:cubicBezTo>
                      <a:cubicBezTo>
                        <a:pt x="12" y="2989"/>
                        <a:pt x="12" y="3049"/>
                        <a:pt x="12" y="3108"/>
                      </a:cubicBezTo>
                      <a:cubicBezTo>
                        <a:pt x="12" y="3180"/>
                        <a:pt x="12" y="3239"/>
                        <a:pt x="12" y="3311"/>
                      </a:cubicBezTo>
                      <a:cubicBezTo>
                        <a:pt x="12" y="3370"/>
                        <a:pt x="12" y="3442"/>
                        <a:pt x="12" y="3501"/>
                      </a:cubicBezTo>
                      <a:cubicBezTo>
                        <a:pt x="12" y="3573"/>
                        <a:pt x="12" y="3632"/>
                        <a:pt x="12" y="3692"/>
                      </a:cubicBezTo>
                      <a:cubicBezTo>
                        <a:pt x="12" y="3763"/>
                        <a:pt x="12" y="3823"/>
                        <a:pt x="12" y="3894"/>
                      </a:cubicBezTo>
                      <a:cubicBezTo>
                        <a:pt x="12" y="3954"/>
                        <a:pt x="12" y="4025"/>
                        <a:pt x="12" y="4085"/>
                      </a:cubicBezTo>
                      <a:cubicBezTo>
                        <a:pt x="12" y="4156"/>
                        <a:pt x="12" y="4215"/>
                        <a:pt x="12" y="4275"/>
                      </a:cubicBezTo>
                      <a:cubicBezTo>
                        <a:pt x="12" y="4346"/>
                        <a:pt x="12" y="4406"/>
                        <a:pt x="12" y="4477"/>
                      </a:cubicBezTo>
                      <a:cubicBezTo>
                        <a:pt x="12" y="4537"/>
                        <a:pt x="12" y="4608"/>
                        <a:pt x="12" y="4668"/>
                      </a:cubicBezTo>
                      <a:cubicBezTo>
                        <a:pt x="12" y="4739"/>
                        <a:pt x="12" y="4799"/>
                        <a:pt x="12" y="4858"/>
                      </a:cubicBezTo>
                      <a:cubicBezTo>
                        <a:pt x="12" y="4930"/>
                        <a:pt x="12" y="4989"/>
                        <a:pt x="12" y="5061"/>
                      </a:cubicBezTo>
                      <a:cubicBezTo>
                        <a:pt x="12" y="5120"/>
                        <a:pt x="12" y="5192"/>
                        <a:pt x="12" y="5251"/>
                      </a:cubicBezTo>
                      <a:cubicBezTo>
                        <a:pt x="12" y="5323"/>
                        <a:pt x="12" y="5382"/>
                        <a:pt x="12" y="5442"/>
                      </a:cubicBezTo>
                      <a:cubicBezTo>
                        <a:pt x="12" y="5513"/>
                        <a:pt x="12" y="5573"/>
                        <a:pt x="12" y="5644"/>
                      </a:cubicBezTo>
                      <a:cubicBezTo>
                        <a:pt x="12" y="5704"/>
                        <a:pt x="12" y="5775"/>
                        <a:pt x="12" y="5835"/>
                      </a:cubicBezTo>
                      <a:cubicBezTo>
                        <a:pt x="12" y="5906"/>
                        <a:pt x="12" y="5966"/>
                        <a:pt x="12" y="6025"/>
                      </a:cubicBezTo>
                      <a:cubicBezTo>
                        <a:pt x="12" y="6097"/>
                        <a:pt x="12" y="6156"/>
                        <a:pt x="12" y="6228"/>
                      </a:cubicBezTo>
                      <a:cubicBezTo>
                        <a:pt x="12" y="6287"/>
                        <a:pt x="12" y="6359"/>
                        <a:pt x="12" y="6418"/>
                      </a:cubicBezTo>
                      <a:cubicBezTo>
                        <a:pt x="12" y="6490"/>
                        <a:pt x="12" y="6549"/>
                        <a:pt x="12" y="6609"/>
                      </a:cubicBezTo>
                      <a:cubicBezTo>
                        <a:pt x="12" y="6680"/>
                        <a:pt x="12" y="6740"/>
                        <a:pt x="12" y="6811"/>
                      </a:cubicBezTo>
                      <a:cubicBezTo>
                        <a:pt x="12" y="6871"/>
                        <a:pt x="12" y="6942"/>
                        <a:pt x="12" y="7002"/>
                      </a:cubicBezTo>
                      <a:cubicBezTo>
                        <a:pt x="12" y="7073"/>
                        <a:pt x="12" y="7132"/>
                        <a:pt x="12" y="7192"/>
                      </a:cubicBezTo>
                      <a:cubicBezTo>
                        <a:pt x="12" y="7263"/>
                        <a:pt x="12" y="7323"/>
                        <a:pt x="12" y="7394"/>
                      </a:cubicBezTo>
                      <a:cubicBezTo>
                        <a:pt x="12" y="7454"/>
                        <a:pt x="12" y="7525"/>
                        <a:pt x="12" y="7585"/>
                      </a:cubicBezTo>
                      <a:cubicBezTo>
                        <a:pt x="12" y="7656"/>
                        <a:pt x="12" y="7716"/>
                        <a:pt x="12" y="7775"/>
                      </a:cubicBezTo>
                      <a:cubicBezTo>
                        <a:pt x="12" y="7847"/>
                        <a:pt x="12" y="7906"/>
                        <a:pt x="12" y="7978"/>
                      </a:cubicBezTo>
                      <a:cubicBezTo>
                        <a:pt x="12" y="8037"/>
                        <a:pt x="12" y="8109"/>
                        <a:pt x="12" y="8168"/>
                      </a:cubicBezTo>
                      <a:cubicBezTo>
                        <a:pt x="12" y="8228"/>
                        <a:pt x="12" y="8299"/>
                        <a:pt x="12" y="8359"/>
                      </a:cubicBezTo>
                      <a:cubicBezTo>
                        <a:pt x="12" y="8430"/>
                        <a:pt x="12" y="8490"/>
                        <a:pt x="12" y="8561"/>
                      </a:cubicBezTo>
                      <a:cubicBezTo>
                        <a:pt x="12" y="8621"/>
                        <a:pt x="12" y="8692"/>
                        <a:pt x="12" y="8752"/>
                      </a:cubicBezTo>
                      <a:cubicBezTo>
                        <a:pt x="12" y="8811"/>
                        <a:pt x="12" y="8883"/>
                        <a:pt x="12" y="8942"/>
                      </a:cubicBezTo>
                      <a:cubicBezTo>
                        <a:pt x="12" y="9014"/>
                        <a:pt x="12" y="9073"/>
                        <a:pt x="12" y="9145"/>
                      </a:cubicBezTo>
                      <a:cubicBezTo>
                        <a:pt x="12" y="9204"/>
                        <a:pt x="12" y="9276"/>
                        <a:pt x="12" y="9335"/>
                      </a:cubicBezTo>
                      <a:cubicBezTo>
                        <a:pt x="12" y="9395"/>
                        <a:pt x="12" y="9466"/>
                        <a:pt x="12" y="9526"/>
                      </a:cubicBezTo>
                      <a:cubicBezTo>
                        <a:pt x="12" y="9597"/>
                        <a:pt x="12" y="9657"/>
                        <a:pt x="12" y="9728"/>
                      </a:cubicBezTo>
                      <a:cubicBezTo>
                        <a:pt x="12" y="9788"/>
                        <a:pt x="12" y="9859"/>
                        <a:pt x="12" y="9919"/>
                      </a:cubicBezTo>
                      <a:cubicBezTo>
                        <a:pt x="12" y="9978"/>
                        <a:pt x="12" y="10050"/>
                        <a:pt x="12" y="10109"/>
                      </a:cubicBezTo>
                      <a:cubicBezTo>
                        <a:pt x="12" y="10180"/>
                        <a:pt x="12" y="10240"/>
                        <a:pt x="12" y="10311"/>
                      </a:cubicBezTo>
                      <a:cubicBezTo>
                        <a:pt x="12" y="10371"/>
                        <a:pt x="12" y="10442"/>
                        <a:pt x="12" y="10502"/>
                      </a:cubicBezTo>
                      <a:cubicBezTo>
                        <a:pt x="12" y="10561"/>
                        <a:pt x="12" y="10633"/>
                        <a:pt x="12" y="10692"/>
                      </a:cubicBezTo>
                      <a:cubicBezTo>
                        <a:pt x="12" y="10764"/>
                        <a:pt x="12" y="10823"/>
                        <a:pt x="12" y="10895"/>
                      </a:cubicBezTo>
                      <a:cubicBezTo>
                        <a:pt x="12" y="10954"/>
                        <a:pt x="12" y="11026"/>
                        <a:pt x="12" y="11085"/>
                      </a:cubicBezTo>
                      <a:cubicBezTo>
                        <a:pt x="12" y="11145"/>
                        <a:pt x="12" y="11216"/>
                        <a:pt x="12" y="11276"/>
                      </a:cubicBezTo>
                      <a:cubicBezTo>
                        <a:pt x="12" y="11347"/>
                        <a:pt x="12" y="11407"/>
                        <a:pt x="12" y="11478"/>
                      </a:cubicBezTo>
                      <a:cubicBezTo>
                        <a:pt x="12" y="11538"/>
                        <a:pt x="12" y="11609"/>
                        <a:pt x="12" y="11669"/>
                      </a:cubicBezTo>
                      <a:cubicBezTo>
                        <a:pt x="12" y="11728"/>
                        <a:pt x="12" y="11800"/>
                        <a:pt x="12" y="11859"/>
                      </a:cubicBezTo>
                      <a:cubicBezTo>
                        <a:pt x="12" y="11931"/>
                        <a:pt x="12" y="11990"/>
                        <a:pt x="12" y="12062"/>
                      </a:cubicBezTo>
                      <a:cubicBezTo>
                        <a:pt x="12" y="12121"/>
                        <a:pt x="12" y="12193"/>
                        <a:pt x="12" y="12252"/>
                      </a:cubicBezTo>
                      <a:cubicBezTo>
                        <a:pt x="12" y="12312"/>
                        <a:pt x="12" y="12383"/>
                        <a:pt x="12" y="12443"/>
                      </a:cubicBezTo>
                      <a:cubicBezTo>
                        <a:pt x="12" y="12514"/>
                        <a:pt x="12" y="12574"/>
                        <a:pt x="12" y="12645"/>
                      </a:cubicBezTo>
                      <a:cubicBezTo>
                        <a:pt x="12" y="12705"/>
                        <a:pt x="12" y="12776"/>
                        <a:pt x="12" y="12836"/>
                      </a:cubicBezTo>
                      <a:cubicBezTo>
                        <a:pt x="12" y="12895"/>
                        <a:pt x="12" y="12967"/>
                        <a:pt x="12" y="13026"/>
                      </a:cubicBezTo>
                      <a:cubicBezTo>
                        <a:pt x="12" y="13098"/>
                        <a:pt x="12" y="13157"/>
                        <a:pt x="12" y="13228"/>
                      </a:cubicBezTo>
                      <a:cubicBezTo>
                        <a:pt x="12" y="13288"/>
                        <a:pt x="12" y="13359"/>
                        <a:pt x="12" y="13419"/>
                      </a:cubicBezTo>
                      <a:cubicBezTo>
                        <a:pt x="12" y="13479"/>
                        <a:pt x="12" y="13550"/>
                        <a:pt x="12" y="13609"/>
                      </a:cubicBezTo>
                      <a:cubicBezTo>
                        <a:pt x="12" y="13681"/>
                        <a:pt x="12" y="13740"/>
                        <a:pt x="12" y="13812"/>
                      </a:cubicBezTo>
                      <a:cubicBezTo>
                        <a:pt x="12" y="13871"/>
                        <a:pt x="12" y="13943"/>
                        <a:pt x="12" y="14002"/>
                      </a:cubicBezTo>
                      <a:cubicBezTo>
                        <a:pt x="12" y="14062"/>
                        <a:pt x="12" y="14133"/>
                        <a:pt x="12" y="14193"/>
                      </a:cubicBezTo>
                      <a:cubicBezTo>
                        <a:pt x="12" y="14264"/>
                        <a:pt x="12" y="14324"/>
                        <a:pt x="12" y="14395"/>
                      </a:cubicBezTo>
                      <a:cubicBezTo>
                        <a:pt x="12" y="14455"/>
                        <a:pt x="12" y="14526"/>
                        <a:pt x="12" y="14586"/>
                      </a:cubicBezTo>
                      <a:cubicBezTo>
                        <a:pt x="12" y="14645"/>
                        <a:pt x="12" y="14717"/>
                        <a:pt x="12" y="14776"/>
                      </a:cubicBezTo>
                      <a:cubicBezTo>
                        <a:pt x="12" y="14848"/>
                        <a:pt x="12" y="14907"/>
                        <a:pt x="12" y="14979"/>
                      </a:cubicBezTo>
                      <a:cubicBezTo>
                        <a:pt x="12" y="15038"/>
                        <a:pt x="12" y="15110"/>
                        <a:pt x="12" y="15169"/>
                      </a:cubicBezTo>
                      <a:cubicBezTo>
                        <a:pt x="12" y="15229"/>
                        <a:pt x="12" y="15300"/>
                        <a:pt x="12" y="15360"/>
                      </a:cubicBezTo>
                      <a:cubicBezTo>
                        <a:pt x="12" y="15431"/>
                        <a:pt x="12" y="15491"/>
                        <a:pt x="12" y="15562"/>
                      </a:cubicBezTo>
                      <a:cubicBezTo>
                        <a:pt x="12" y="15622"/>
                        <a:pt x="12" y="15693"/>
                        <a:pt x="12" y="15753"/>
                      </a:cubicBezTo>
                      <a:cubicBezTo>
                        <a:pt x="12" y="15812"/>
                        <a:pt x="12" y="15884"/>
                        <a:pt x="12" y="15943"/>
                      </a:cubicBezTo>
                      <a:cubicBezTo>
                        <a:pt x="12" y="16015"/>
                        <a:pt x="12" y="16074"/>
                        <a:pt x="12" y="16146"/>
                      </a:cubicBezTo>
                      <a:cubicBezTo>
                        <a:pt x="12" y="16205"/>
                        <a:pt x="12" y="16276"/>
                        <a:pt x="12" y="16336"/>
                      </a:cubicBezTo>
                      <a:cubicBezTo>
                        <a:pt x="12" y="16396"/>
                        <a:pt x="12" y="16467"/>
                        <a:pt x="12" y="16527"/>
                      </a:cubicBezTo>
                      <a:cubicBezTo>
                        <a:pt x="12" y="16598"/>
                        <a:pt x="12" y="16657"/>
                        <a:pt x="12" y="16729"/>
                      </a:cubicBezTo>
                      <a:cubicBezTo>
                        <a:pt x="12" y="16788"/>
                        <a:pt x="12" y="16860"/>
                        <a:pt x="12" y="16919"/>
                      </a:cubicBezTo>
                      <a:cubicBezTo>
                        <a:pt x="12" y="16979"/>
                        <a:pt x="12" y="17050"/>
                        <a:pt x="12" y="17110"/>
                      </a:cubicBezTo>
                      <a:cubicBezTo>
                        <a:pt x="12" y="17181"/>
                        <a:pt x="12" y="17241"/>
                        <a:pt x="12" y="17312"/>
                      </a:cubicBezTo>
                      <a:cubicBezTo>
                        <a:pt x="12" y="17372"/>
                        <a:pt x="12" y="17443"/>
                        <a:pt x="12" y="17503"/>
                      </a:cubicBezTo>
                      <a:cubicBezTo>
                        <a:pt x="12" y="17562"/>
                        <a:pt x="12" y="17634"/>
                        <a:pt x="12" y="17693"/>
                      </a:cubicBezTo>
                      <a:cubicBezTo>
                        <a:pt x="12" y="17765"/>
                        <a:pt x="12" y="17824"/>
                        <a:pt x="12" y="17896"/>
                      </a:cubicBezTo>
                      <a:cubicBezTo>
                        <a:pt x="12" y="17955"/>
                        <a:pt x="12" y="18015"/>
                        <a:pt x="12" y="18086"/>
                      </a:cubicBezTo>
                      <a:cubicBezTo>
                        <a:pt x="12" y="18146"/>
                        <a:pt x="12" y="18217"/>
                        <a:pt x="12" y="18277"/>
                      </a:cubicBezTo>
                      <a:cubicBezTo>
                        <a:pt x="12" y="18348"/>
                        <a:pt x="12" y="18408"/>
                        <a:pt x="12" y="18479"/>
                      </a:cubicBezTo>
                      <a:cubicBezTo>
                        <a:pt x="12" y="18539"/>
                        <a:pt x="12" y="18598"/>
                        <a:pt x="12" y="18670"/>
                      </a:cubicBezTo>
                      <a:cubicBezTo>
                        <a:pt x="12" y="18729"/>
                        <a:pt x="12" y="18801"/>
                        <a:pt x="12" y="18860"/>
                      </a:cubicBezTo>
                      <a:cubicBezTo>
                        <a:pt x="12" y="18932"/>
                        <a:pt x="12" y="18991"/>
                        <a:pt x="12" y="19063"/>
                      </a:cubicBezTo>
                      <a:cubicBezTo>
                        <a:pt x="12" y="19122"/>
                        <a:pt x="12" y="19182"/>
                        <a:pt x="12" y="19253"/>
                      </a:cubicBezTo>
                      <a:cubicBezTo>
                        <a:pt x="12" y="19313"/>
                        <a:pt x="12" y="19384"/>
                        <a:pt x="12" y="19444"/>
                      </a:cubicBezTo>
                      <a:cubicBezTo>
                        <a:pt x="12" y="19515"/>
                        <a:pt x="12" y="19575"/>
                        <a:pt x="12" y="19646"/>
                      </a:cubicBezTo>
                      <a:cubicBezTo>
                        <a:pt x="12" y="19705"/>
                        <a:pt x="12" y="19765"/>
                        <a:pt x="12" y="19836"/>
                      </a:cubicBezTo>
                      <a:cubicBezTo>
                        <a:pt x="12" y="19896"/>
                        <a:pt x="12" y="19967"/>
                        <a:pt x="12" y="20027"/>
                      </a:cubicBezTo>
                      <a:cubicBezTo>
                        <a:pt x="12" y="20098"/>
                        <a:pt x="12" y="20158"/>
                        <a:pt x="12" y="20229"/>
                      </a:cubicBezTo>
                      <a:cubicBezTo>
                        <a:pt x="12" y="20289"/>
                        <a:pt x="12" y="20348"/>
                        <a:pt x="12" y="20420"/>
                      </a:cubicBezTo>
                      <a:cubicBezTo>
                        <a:pt x="12" y="20479"/>
                        <a:pt x="12" y="20551"/>
                        <a:pt x="12" y="20610"/>
                      </a:cubicBezTo>
                      <a:cubicBezTo>
                        <a:pt x="12" y="20682"/>
                        <a:pt x="12" y="20741"/>
                        <a:pt x="12" y="20813"/>
                      </a:cubicBezTo>
                      <a:cubicBezTo>
                        <a:pt x="12" y="20872"/>
                        <a:pt x="12" y="20932"/>
                        <a:pt x="12" y="21003"/>
                      </a:cubicBezTo>
                      <a:cubicBezTo>
                        <a:pt x="12" y="21063"/>
                        <a:pt x="12" y="21134"/>
                        <a:pt x="12" y="21194"/>
                      </a:cubicBezTo>
                      <a:cubicBezTo>
                        <a:pt x="12" y="21265"/>
                        <a:pt x="12" y="21325"/>
                        <a:pt x="12" y="21396"/>
                      </a:cubicBezTo>
                      <a:cubicBezTo>
                        <a:pt x="12" y="21456"/>
                        <a:pt x="12" y="21515"/>
                        <a:pt x="12" y="21587"/>
                      </a:cubicBezTo>
                      <a:cubicBezTo>
                        <a:pt x="0" y="22515"/>
                        <a:pt x="500" y="23373"/>
                        <a:pt x="1310" y="23837"/>
                      </a:cubicBezTo>
                      <a:lnTo>
                        <a:pt x="36612" y="44208"/>
                      </a:lnTo>
                      <a:cubicBezTo>
                        <a:pt x="37416" y="44679"/>
                        <a:pt x="38315" y="44914"/>
                        <a:pt x="39215" y="44914"/>
                      </a:cubicBezTo>
                      <a:cubicBezTo>
                        <a:pt x="40115" y="44914"/>
                        <a:pt x="41017" y="44679"/>
                        <a:pt x="41827" y="44208"/>
                      </a:cubicBezTo>
                      <a:lnTo>
                        <a:pt x="77129" y="23837"/>
                      </a:lnTo>
                      <a:cubicBezTo>
                        <a:pt x="77939" y="23373"/>
                        <a:pt x="78439" y="22515"/>
                        <a:pt x="78427" y="21587"/>
                      </a:cubicBezTo>
                      <a:lnTo>
                        <a:pt x="78427" y="21384"/>
                      </a:lnTo>
                      <a:lnTo>
                        <a:pt x="78427" y="21194"/>
                      </a:lnTo>
                      <a:lnTo>
                        <a:pt x="78427" y="21003"/>
                      </a:lnTo>
                      <a:lnTo>
                        <a:pt x="78427" y="20801"/>
                      </a:lnTo>
                      <a:lnTo>
                        <a:pt x="78427" y="20610"/>
                      </a:lnTo>
                      <a:lnTo>
                        <a:pt x="78427" y="20420"/>
                      </a:lnTo>
                      <a:lnTo>
                        <a:pt x="78427" y="20217"/>
                      </a:lnTo>
                      <a:lnTo>
                        <a:pt x="78427" y="20027"/>
                      </a:lnTo>
                      <a:lnTo>
                        <a:pt x="78427" y="19836"/>
                      </a:lnTo>
                      <a:lnTo>
                        <a:pt x="78427" y="19634"/>
                      </a:lnTo>
                      <a:lnTo>
                        <a:pt x="78427" y="19444"/>
                      </a:lnTo>
                      <a:lnTo>
                        <a:pt x="78427" y="19253"/>
                      </a:lnTo>
                      <a:lnTo>
                        <a:pt x="78427" y="19051"/>
                      </a:lnTo>
                      <a:lnTo>
                        <a:pt x="78427" y="18860"/>
                      </a:lnTo>
                      <a:lnTo>
                        <a:pt x="78427" y="18670"/>
                      </a:lnTo>
                      <a:lnTo>
                        <a:pt x="78427" y="18467"/>
                      </a:lnTo>
                      <a:lnTo>
                        <a:pt x="78427" y="18277"/>
                      </a:lnTo>
                      <a:lnTo>
                        <a:pt x="78427" y="18086"/>
                      </a:lnTo>
                      <a:lnTo>
                        <a:pt x="78427" y="17884"/>
                      </a:lnTo>
                      <a:lnTo>
                        <a:pt x="78427" y="17693"/>
                      </a:lnTo>
                      <a:lnTo>
                        <a:pt x="78427" y="17503"/>
                      </a:lnTo>
                      <a:lnTo>
                        <a:pt x="78427" y="17300"/>
                      </a:lnTo>
                      <a:lnTo>
                        <a:pt x="78427" y="17110"/>
                      </a:lnTo>
                      <a:lnTo>
                        <a:pt x="78427" y="16919"/>
                      </a:lnTo>
                      <a:lnTo>
                        <a:pt x="78427" y="16717"/>
                      </a:lnTo>
                      <a:lnTo>
                        <a:pt x="78427" y="16527"/>
                      </a:lnTo>
                      <a:lnTo>
                        <a:pt x="78427" y="16336"/>
                      </a:lnTo>
                      <a:lnTo>
                        <a:pt x="78427" y="16146"/>
                      </a:lnTo>
                      <a:lnTo>
                        <a:pt x="78427" y="15943"/>
                      </a:lnTo>
                      <a:lnTo>
                        <a:pt x="78427" y="15753"/>
                      </a:lnTo>
                      <a:lnTo>
                        <a:pt x="78427" y="15562"/>
                      </a:lnTo>
                      <a:lnTo>
                        <a:pt x="78427" y="15360"/>
                      </a:lnTo>
                      <a:lnTo>
                        <a:pt x="78427" y="15169"/>
                      </a:lnTo>
                      <a:lnTo>
                        <a:pt x="78427" y="14979"/>
                      </a:lnTo>
                      <a:lnTo>
                        <a:pt x="78427" y="14776"/>
                      </a:lnTo>
                      <a:lnTo>
                        <a:pt x="78427" y="14586"/>
                      </a:lnTo>
                      <a:lnTo>
                        <a:pt x="78427" y="14395"/>
                      </a:lnTo>
                      <a:lnTo>
                        <a:pt x="78427" y="14193"/>
                      </a:lnTo>
                      <a:lnTo>
                        <a:pt x="78427" y="14002"/>
                      </a:lnTo>
                      <a:lnTo>
                        <a:pt x="78427" y="13812"/>
                      </a:lnTo>
                      <a:lnTo>
                        <a:pt x="78427" y="13609"/>
                      </a:lnTo>
                      <a:lnTo>
                        <a:pt x="78427" y="13419"/>
                      </a:lnTo>
                      <a:lnTo>
                        <a:pt x="78427" y="13228"/>
                      </a:lnTo>
                      <a:lnTo>
                        <a:pt x="78427" y="13026"/>
                      </a:lnTo>
                      <a:lnTo>
                        <a:pt x="78427" y="12836"/>
                      </a:lnTo>
                      <a:lnTo>
                        <a:pt x="78427" y="12645"/>
                      </a:lnTo>
                      <a:lnTo>
                        <a:pt x="78427" y="12443"/>
                      </a:lnTo>
                      <a:lnTo>
                        <a:pt x="78427" y="12252"/>
                      </a:lnTo>
                      <a:lnTo>
                        <a:pt x="78427" y="12062"/>
                      </a:lnTo>
                      <a:lnTo>
                        <a:pt x="78427" y="11859"/>
                      </a:lnTo>
                      <a:lnTo>
                        <a:pt x="78427" y="11669"/>
                      </a:lnTo>
                      <a:lnTo>
                        <a:pt x="78427" y="11478"/>
                      </a:lnTo>
                      <a:lnTo>
                        <a:pt x="78427" y="11276"/>
                      </a:lnTo>
                      <a:lnTo>
                        <a:pt x="78427" y="11085"/>
                      </a:lnTo>
                      <a:lnTo>
                        <a:pt x="78427" y="10895"/>
                      </a:lnTo>
                      <a:lnTo>
                        <a:pt x="78427" y="10692"/>
                      </a:lnTo>
                      <a:lnTo>
                        <a:pt x="78427" y="10502"/>
                      </a:lnTo>
                      <a:lnTo>
                        <a:pt x="78427" y="10311"/>
                      </a:lnTo>
                      <a:lnTo>
                        <a:pt x="78427" y="10109"/>
                      </a:lnTo>
                      <a:lnTo>
                        <a:pt x="78427" y="9919"/>
                      </a:lnTo>
                      <a:lnTo>
                        <a:pt x="78427" y="9728"/>
                      </a:lnTo>
                      <a:lnTo>
                        <a:pt x="78427" y="9526"/>
                      </a:lnTo>
                      <a:lnTo>
                        <a:pt x="78427" y="9335"/>
                      </a:lnTo>
                      <a:lnTo>
                        <a:pt x="78427" y="9145"/>
                      </a:lnTo>
                      <a:lnTo>
                        <a:pt x="78427" y="8942"/>
                      </a:lnTo>
                      <a:lnTo>
                        <a:pt x="78427" y="8752"/>
                      </a:lnTo>
                      <a:lnTo>
                        <a:pt x="78427" y="8561"/>
                      </a:lnTo>
                      <a:lnTo>
                        <a:pt x="78427" y="8359"/>
                      </a:lnTo>
                      <a:lnTo>
                        <a:pt x="78427" y="8168"/>
                      </a:lnTo>
                      <a:lnTo>
                        <a:pt x="78427" y="7978"/>
                      </a:lnTo>
                      <a:lnTo>
                        <a:pt x="78427" y="7775"/>
                      </a:lnTo>
                      <a:lnTo>
                        <a:pt x="78427" y="7585"/>
                      </a:lnTo>
                      <a:lnTo>
                        <a:pt x="78427" y="7394"/>
                      </a:lnTo>
                      <a:lnTo>
                        <a:pt x="78427" y="7192"/>
                      </a:lnTo>
                      <a:lnTo>
                        <a:pt x="78427" y="7002"/>
                      </a:lnTo>
                      <a:lnTo>
                        <a:pt x="78427" y="6811"/>
                      </a:lnTo>
                      <a:lnTo>
                        <a:pt x="78427" y="6609"/>
                      </a:lnTo>
                      <a:lnTo>
                        <a:pt x="78427" y="6418"/>
                      </a:lnTo>
                      <a:lnTo>
                        <a:pt x="78427" y="6228"/>
                      </a:lnTo>
                      <a:lnTo>
                        <a:pt x="78427" y="6025"/>
                      </a:lnTo>
                      <a:lnTo>
                        <a:pt x="78427" y="5835"/>
                      </a:lnTo>
                      <a:lnTo>
                        <a:pt x="78427" y="5644"/>
                      </a:lnTo>
                      <a:lnTo>
                        <a:pt x="78427" y="5442"/>
                      </a:lnTo>
                      <a:lnTo>
                        <a:pt x="78427" y="5251"/>
                      </a:lnTo>
                      <a:lnTo>
                        <a:pt x="78427" y="5061"/>
                      </a:lnTo>
                      <a:lnTo>
                        <a:pt x="78427" y="4858"/>
                      </a:lnTo>
                      <a:lnTo>
                        <a:pt x="78427" y="4668"/>
                      </a:lnTo>
                      <a:lnTo>
                        <a:pt x="78427" y="4477"/>
                      </a:lnTo>
                      <a:lnTo>
                        <a:pt x="78427" y="4275"/>
                      </a:lnTo>
                      <a:lnTo>
                        <a:pt x="78427" y="4085"/>
                      </a:lnTo>
                      <a:lnTo>
                        <a:pt x="78427" y="3894"/>
                      </a:lnTo>
                      <a:lnTo>
                        <a:pt x="78427" y="3692"/>
                      </a:lnTo>
                      <a:lnTo>
                        <a:pt x="78427" y="3501"/>
                      </a:lnTo>
                      <a:lnTo>
                        <a:pt x="78427" y="3311"/>
                      </a:lnTo>
                      <a:lnTo>
                        <a:pt x="78427" y="3108"/>
                      </a:lnTo>
                      <a:lnTo>
                        <a:pt x="78427" y="2918"/>
                      </a:lnTo>
                      <a:lnTo>
                        <a:pt x="78427" y="2727"/>
                      </a:lnTo>
                      <a:lnTo>
                        <a:pt x="78427" y="2525"/>
                      </a:lnTo>
                      <a:lnTo>
                        <a:pt x="78427" y="2334"/>
                      </a:lnTo>
                      <a:lnTo>
                        <a:pt x="78427" y="2144"/>
                      </a:lnTo>
                      <a:lnTo>
                        <a:pt x="78427" y="1941"/>
                      </a:lnTo>
                      <a:lnTo>
                        <a:pt x="78427" y="1751"/>
                      </a:lnTo>
                      <a:lnTo>
                        <a:pt x="78427" y="1560"/>
                      </a:lnTo>
                      <a:lnTo>
                        <a:pt x="78427" y="1358"/>
                      </a:lnTo>
                      <a:lnTo>
                        <a:pt x="78427" y="1167"/>
                      </a:lnTo>
                      <a:lnTo>
                        <a:pt x="78427" y="977"/>
                      </a:lnTo>
                      <a:lnTo>
                        <a:pt x="78427" y="775"/>
                      </a:lnTo>
                      <a:lnTo>
                        <a:pt x="78427" y="584"/>
                      </a:lnTo>
                      <a:lnTo>
                        <a:pt x="78427" y="394"/>
                      </a:lnTo>
                      <a:lnTo>
                        <a:pt x="78427" y="191"/>
                      </a:lnTo>
                      <a:lnTo>
                        <a:pt x="78427" y="1"/>
                      </a:lnTo>
                      <a:lnTo>
                        <a:pt x="78212" y="1"/>
                      </a:lnTo>
                      <a:cubicBezTo>
                        <a:pt x="78224" y="858"/>
                        <a:pt x="77760" y="1644"/>
                        <a:pt x="77022" y="2072"/>
                      </a:cubicBezTo>
                      <a:lnTo>
                        <a:pt x="41720" y="22444"/>
                      </a:lnTo>
                      <a:cubicBezTo>
                        <a:pt x="40946" y="22890"/>
                        <a:pt x="40083" y="23114"/>
                        <a:pt x="39218" y="23114"/>
                      </a:cubicBezTo>
                      <a:cubicBezTo>
                        <a:pt x="38353" y="23114"/>
                        <a:pt x="37487" y="22890"/>
                        <a:pt x="36707" y="22444"/>
                      </a:cubicBezTo>
                      <a:lnTo>
                        <a:pt x="1417" y="2072"/>
                      </a:lnTo>
                      <a:cubicBezTo>
                        <a:pt x="667" y="1644"/>
                        <a:pt x="215" y="858"/>
                        <a:pt x="226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A0FDF1">
                        <a:alpha val="41568"/>
                        <a:alpha val="41520"/>
                      </a:srgbClr>
                    </a:gs>
                    <a:gs pos="100000">
                      <a:srgbClr val="FFFFFF">
                        <a:alpha val="37254"/>
                        <a:alpha val="4152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61650" tIns="61650" rIns="61650" bIns="6165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1" name="Google Shape;431;p13"/>
                <p:cNvSpPr/>
                <p:nvPr/>
              </p:nvSpPr>
              <p:spPr>
                <a:xfrm>
                  <a:off x="5553063" y="1487604"/>
                  <a:ext cx="1981525" cy="116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261" h="46572" extrusionOk="0">
                      <a:moveTo>
                        <a:pt x="39635" y="1"/>
                      </a:moveTo>
                      <a:cubicBezTo>
                        <a:pt x="38749" y="1"/>
                        <a:pt x="37862" y="230"/>
                        <a:pt x="37065" y="688"/>
                      </a:cubicBezTo>
                      <a:lnTo>
                        <a:pt x="1679" y="21119"/>
                      </a:lnTo>
                      <a:cubicBezTo>
                        <a:pt x="1" y="22084"/>
                        <a:pt x="1" y="24489"/>
                        <a:pt x="1679" y="25453"/>
                      </a:cubicBezTo>
                      <a:lnTo>
                        <a:pt x="37065" y="45884"/>
                      </a:lnTo>
                      <a:cubicBezTo>
                        <a:pt x="37862" y="46343"/>
                        <a:pt x="38749" y="46572"/>
                        <a:pt x="39635" y="46572"/>
                      </a:cubicBezTo>
                      <a:cubicBezTo>
                        <a:pt x="40520" y="46572"/>
                        <a:pt x="41405" y="46343"/>
                        <a:pt x="42196" y="45884"/>
                      </a:cubicBezTo>
                      <a:lnTo>
                        <a:pt x="77594" y="25453"/>
                      </a:lnTo>
                      <a:cubicBezTo>
                        <a:pt x="79260" y="24489"/>
                        <a:pt x="79260" y="22084"/>
                        <a:pt x="77594" y="21119"/>
                      </a:cubicBezTo>
                      <a:lnTo>
                        <a:pt x="42196" y="688"/>
                      </a:lnTo>
                      <a:cubicBezTo>
                        <a:pt x="41405" y="230"/>
                        <a:pt x="40520" y="1"/>
                        <a:pt x="39635" y="1"/>
                      </a:cubicBezTo>
                      <a:close/>
                    </a:path>
                  </a:pathLst>
                </a:custGeom>
                <a:solidFill>
                  <a:srgbClr val="A0FDF1">
                    <a:alpha val="41520"/>
                  </a:srgbClr>
                </a:solidFill>
                <a:ln>
                  <a:noFill/>
                </a:ln>
              </p:spPr>
              <p:txBody>
                <a:bodyPr spcFirstLastPara="1" wrap="square" lIns="61650" tIns="61650" rIns="61650" bIns="6165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432" name="Google Shape;432;p13"/>
            <p:cNvGrpSpPr/>
            <p:nvPr/>
          </p:nvGrpSpPr>
          <p:grpSpPr>
            <a:xfrm>
              <a:off x="3018283" y="2357045"/>
              <a:ext cx="598632" cy="805372"/>
              <a:chOff x="3478424" y="1308364"/>
              <a:chExt cx="2187185" cy="2942536"/>
            </a:xfrm>
          </p:grpSpPr>
          <p:sp>
            <p:nvSpPr>
              <p:cNvPr id="433" name="Google Shape;433;p13"/>
              <p:cNvSpPr/>
              <p:nvPr/>
            </p:nvSpPr>
            <p:spPr>
              <a:xfrm>
                <a:off x="3485139" y="2969821"/>
                <a:ext cx="2180470" cy="1281079"/>
              </a:xfrm>
              <a:custGeom>
                <a:avLst/>
                <a:gdLst/>
                <a:ahLst/>
                <a:cxnLst/>
                <a:rect l="l" t="t" r="r" b="b"/>
                <a:pathLst>
                  <a:path w="79261" h="46572" extrusionOk="0">
                    <a:moveTo>
                      <a:pt x="39635" y="1"/>
                    </a:moveTo>
                    <a:cubicBezTo>
                      <a:pt x="38749" y="1"/>
                      <a:pt x="37862" y="230"/>
                      <a:pt x="37065" y="688"/>
                    </a:cubicBezTo>
                    <a:lnTo>
                      <a:pt x="1679" y="21119"/>
                    </a:lnTo>
                    <a:cubicBezTo>
                      <a:pt x="1" y="22084"/>
                      <a:pt x="1" y="24489"/>
                      <a:pt x="1679" y="25453"/>
                    </a:cubicBezTo>
                    <a:lnTo>
                      <a:pt x="37065" y="45884"/>
                    </a:lnTo>
                    <a:cubicBezTo>
                      <a:pt x="37862" y="46343"/>
                      <a:pt x="38749" y="46572"/>
                      <a:pt x="39635" y="46572"/>
                    </a:cubicBezTo>
                    <a:cubicBezTo>
                      <a:pt x="40520" y="46572"/>
                      <a:pt x="41405" y="46343"/>
                      <a:pt x="42196" y="45884"/>
                    </a:cubicBezTo>
                    <a:lnTo>
                      <a:pt x="77594" y="25453"/>
                    </a:lnTo>
                    <a:cubicBezTo>
                      <a:pt x="79260" y="24489"/>
                      <a:pt x="79260" y="22084"/>
                      <a:pt x="77594" y="21119"/>
                    </a:cubicBezTo>
                    <a:lnTo>
                      <a:pt x="42196" y="688"/>
                    </a:lnTo>
                    <a:cubicBezTo>
                      <a:pt x="41405" y="230"/>
                      <a:pt x="40520" y="1"/>
                      <a:pt x="3963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" name="Google Shape;434;p13"/>
              <p:cNvSpPr/>
              <p:nvPr/>
            </p:nvSpPr>
            <p:spPr>
              <a:xfrm>
                <a:off x="3793045" y="1947520"/>
                <a:ext cx="1550129" cy="2096604"/>
              </a:xfrm>
              <a:custGeom>
                <a:avLst/>
                <a:gdLst/>
                <a:ahLst/>
                <a:cxnLst/>
                <a:rect l="l" t="t" r="r" b="b"/>
                <a:pathLst>
                  <a:path w="52721" h="71307" extrusionOk="0">
                    <a:moveTo>
                      <a:pt x="52709" y="0"/>
                    </a:moveTo>
                    <a:lnTo>
                      <a:pt x="0" y="0"/>
                    </a:lnTo>
                    <a:lnTo>
                      <a:pt x="0" y="55495"/>
                    </a:lnTo>
                    <a:cubicBezTo>
                      <a:pt x="0" y="56090"/>
                      <a:pt x="321" y="56650"/>
                      <a:pt x="845" y="56948"/>
                    </a:cubicBezTo>
                    <a:lnTo>
                      <a:pt x="24646" y="70699"/>
                    </a:lnTo>
                    <a:cubicBezTo>
                      <a:pt x="25706" y="71306"/>
                      <a:pt x="27027" y="71306"/>
                      <a:pt x="28087" y="70699"/>
                    </a:cubicBezTo>
                    <a:lnTo>
                      <a:pt x="51876" y="56948"/>
                    </a:lnTo>
                    <a:cubicBezTo>
                      <a:pt x="52399" y="56650"/>
                      <a:pt x="52721" y="56090"/>
                      <a:pt x="52721" y="55495"/>
                    </a:cubicBezTo>
                    <a:lnTo>
                      <a:pt x="52721" y="5549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" name="Google Shape;435;p13"/>
              <p:cNvSpPr/>
              <p:nvPr/>
            </p:nvSpPr>
            <p:spPr>
              <a:xfrm>
                <a:off x="3784988" y="1482593"/>
                <a:ext cx="1566242" cy="929825"/>
              </a:xfrm>
              <a:custGeom>
                <a:avLst/>
                <a:gdLst/>
                <a:ahLst/>
                <a:cxnLst/>
                <a:rect l="l" t="t" r="r" b="b"/>
                <a:pathLst>
                  <a:path w="53269" h="31624" extrusionOk="0">
                    <a:moveTo>
                      <a:pt x="24920" y="31004"/>
                    </a:moveTo>
                    <a:lnTo>
                      <a:pt x="1119" y="17265"/>
                    </a:lnTo>
                    <a:cubicBezTo>
                      <a:pt x="0" y="16622"/>
                      <a:pt x="0" y="15002"/>
                      <a:pt x="1119" y="14359"/>
                    </a:cubicBezTo>
                    <a:lnTo>
                      <a:pt x="24920" y="620"/>
                    </a:lnTo>
                    <a:cubicBezTo>
                      <a:pt x="25980" y="1"/>
                      <a:pt x="27301" y="1"/>
                      <a:pt x="28361" y="620"/>
                    </a:cubicBezTo>
                    <a:lnTo>
                      <a:pt x="52150" y="14359"/>
                    </a:lnTo>
                    <a:cubicBezTo>
                      <a:pt x="53269" y="15002"/>
                      <a:pt x="53269" y="16622"/>
                      <a:pt x="52150" y="17265"/>
                    </a:cubicBezTo>
                    <a:lnTo>
                      <a:pt x="28361" y="31004"/>
                    </a:lnTo>
                    <a:cubicBezTo>
                      <a:pt x="27289" y="31624"/>
                      <a:pt x="25980" y="31624"/>
                      <a:pt x="24920" y="3100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" name="Google Shape;436;p13"/>
              <p:cNvSpPr/>
              <p:nvPr/>
            </p:nvSpPr>
            <p:spPr>
              <a:xfrm>
                <a:off x="3818244" y="2089627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7"/>
                    </a:moveTo>
                    <a:lnTo>
                      <a:pt x="0" y="1561"/>
                    </a:lnTo>
                    <a:lnTo>
                      <a:pt x="0" y="1"/>
                    </a:lnTo>
                    <a:lnTo>
                      <a:pt x="24194" y="1395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Google Shape;437;p13"/>
              <p:cNvSpPr/>
              <p:nvPr/>
            </p:nvSpPr>
            <p:spPr>
              <a:xfrm>
                <a:off x="3818244" y="2153697"/>
                <a:ext cx="711364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9" extrusionOk="0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" name="Google Shape;438;p13"/>
              <p:cNvSpPr/>
              <p:nvPr/>
            </p:nvSpPr>
            <p:spPr>
              <a:xfrm>
                <a:off x="3818244" y="2218120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" name="Google Shape;439;p13"/>
              <p:cNvSpPr/>
              <p:nvPr/>
            </p:nvSpPr>
            <p:spPr>
              <a:xfrm>
                <a:off x="3818244" y="2282543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" name="Google Shape;440;p13"/>
              <p:cNvSpPr/>
              <p:nvPr/>
            </p:nvSpPr>
            <p:spPr>
              <a:xfrm>
                <a:off x="3818244" y="2346966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" name="Google Shape;441;p13"/>
              <p:cNvSpPr/>
              <p:nvPr/>
            </p:nvSpPr>
            <p:spPr>
              <a:xfrm>
                <a:off x="3818244" y="246178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" name="Google Shape;442;p13"/>
              <p:cNvSpPr/>
              <p:nvPr/>
            </p:nvSpPr>
            <p:spPr>
              <a:xfrm>
                <a:off x="3818244" y="2526209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" name="Google Shape;443;p13"/>
              <p:cNvSpPr/>
              <p:nvPr/>
            </p:nvSpPr>
            <p:spPr>
              <a:xfrm>
                <a:off x="3818244" y="2590250"/>
                <a:ext cx="711364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9" extrusionOk="0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" name="Google Shape;444;p13"/>
              <p:cNvSpPr/>
              <p:nvPr/>
            </p:nvSpPr>
            <p:spPr>
              <a:xfrm>
                <a:off x="3818244" y="2654673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" name="Google Shape;445;p13"/>
              <p:cNvSpPr/>
              <p:nvPr/>
            </p:nvSpPr>
            <p:spPr>
              <a:xfrm>
                <a:off x="3818244" y="271909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" name="Google Shape;446;p13"/>
              <p:cNvSpPr/>
              <p:nvPr/>
            </p:nvSpPr>
            <p:spPr>
              <a:xfrm>
                <a:off x="3818244" y="283391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" name="Google Shape;447;p13"/>
              <p:cNvSpPr/>
              <p:nvPr/>
            </p:nvSpPr>
            <p:spPr>
              <a:xfrm>
                <a:off x="3818244" y="2898339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" name="Google Shape;448;p13"/>
              <p:cNvSpPr/>
              <p:nvPr/>
            </p:nvSpPr>
            <p:spPr>
              <a:xfrm>
                <a:off x="3818244" y="2962762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" name="Google Shape;449;p13"/>
              <p:cNvSpPr/>
              <p:nvPr/>
            </p:nvSpPr>
            <p:spPr>
              <a:xfrm>
                <a:off x="3818244" y="3026803"/>
                <a:ext cx="711364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9" extrusionOk="0">
                    <a:moveTo>
                      <a:pt x="24194" y="15539"/>
                    </a:moveTo>
                    <a:lnTo>
                      <a:pt x="0" y="1573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" name="Google Shape;450;p13"/>
              <p:cNvSpPr/>
              <p:nvPr/>
            </p:nvSpPr>
            <p:spPr>
              <a:xfrm>
                <a:off x="3818244" y="309122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" name="Google Shape;451;p13"/>
              <p:cNvSpPr/>
              <p:nvPr/>
            </p:nvSpPr>
            <p:spPr>
              <a:xfrm>
                <a:off x="3818244" y="320604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7"/>
                    </a:moveTo>
                    <a:lnTo>
                      <a:pt x="0" y="1573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2" name="Google Shape;452;p13"/>
              <p:cNvSpPr/>
              <p:nvPr/>
            </p:nvSpPr>
            <p:spPr>
              <a:xfrm>
                <a:off x="3818244" y="3270469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" name="Google Shape;453;p13"/>
              <p:cNvSpPr/>
              <p:nvPr/>
            </p:nvSpPr>
            <p:spPr>
              <a:xfrm>
                <a:off x="3818244" y="3334892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" name="Google Shape;454;p13"/>
              <p:cNvSpPr/>
              <p:nvPr/>
            </p:nvSpPr>
            <p:spPr>
              <a:xfrm>
                <a:off x="3818244" y="3399315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" name="Google Shape;455;p13"/>
              <p:cNvSpPr/>
              <p:nvPr/>
            </p:nvSpPr>
            <p:spPr>
              <a:xfrm>
                <a:off x="3818244" y="3463385"/>
                <a:ext cx="711364" cy="456856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8" extrusionOk="0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" name="Google Shape;456;p13"/>
              <p:cNvSpPr/>
              <p:nvPr/>
            </p:nvSpPr>
            <p:spPr>
              <a:xfrm>
                <a:off x="4606639" y="2089627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7"/>
                    </a:moveTo>
                    <a:lnTo>
                      <a:pt x="24182" y="1561"/>
                    </a:lnTo>
                    <a:lnTo>
                      <a:pt x="24182" y="1"/>
                    </a:lnTo>
                    <a:lnTo>
                      <a:pt x="0" y="1395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" name="Google Shape;457;p13"/>
              <p:cNvSpPr/>
              <p:nvPr/>
            </p:nvSpPr>
            <p:spPr>
              <a:xfrm>
                <a:off x="4606639" y="2153697"/>
                <a:ext cx="711011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9" extrusionOk="0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" name="Google Shape;458;p13"/>
              <p:cNvSpPr/>
              <p:nvPr/>
            </p:nvSpPr>
            <p:spPr>
              <a:xfrm>
                <a:off x="4606639" y="2218120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" name="Google Shape;459;p13"/>
              <p:cNvSpPr/>
              <p:nvPr/>
            </p:nvSpPr>
            <p:spPr>
              <a:xfrm>
                <a:off x="4606639" y="2282543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" name="Google Shape;460;p13"/>
              <p:cNvSpPr/>
              <p:nvPr/>
            </p:nvSpPr>
            <p:spPr>
              <a:xfrm>
                <a:off x="4606639" y="2346966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" name="Google Shape;461;p13"/>
              <p:cNvSpPr/>
              <p:nvPr/>
            </p:nvSpPr>
            <p:spPr>
              <a:xfrm>
                <a:off x="4606639" y="246178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" name="Google Shape;462;p13"/>
              <p:cNvSpPr/>
              <p:nvPr/>
            </p:nvSpPr>
            <p:spPr>
              <a:xfrm>
                <a:off x="4606639" y="2526209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" name="Google Shape;463;p13"/>
              <p:cNvSpPr/>
              <p:nvPr/>
            </p:nvSpPr>
            <p:spPr>
              <a:xfrm>
                <a:off x="4606639" y="2590250"/>
                <a:ext cx="711011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9" extrusionOk="0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" name="Google Shape;464;p13"/>
              <p:cNvSpPr/>
              <p:nvPr/>
            </p:nvSpPr>
            <p:spPr>
              <a:xfrm>
                <a:off x="4606639" y="2654673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" name="Google Shape;465;p13"/>
              <p:cNvSpPr/>
              <p:nvPr/>
            </p:nvSpPr>
            <p:spPr>
              <a:xfrm>
                <a:off x="4606639" y="271909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" name="Google Shape;466;p13"/>
              <p:cNvSpPr/>
              <p:nvPr/>
            </p:nvSpPr>
            <p:spPr>
              <a:xfrm>
                <a:off x="4606639" y="283391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" name="Google Shape;467;p13"/>
              <p:cNvSpPr/>
              <p:nvPr/>
            </p:nvSpPr>
            <p:spPr>
              <a:xfrm>
                <a:off x="4606639" y="2898339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" name="Google Shape;468;p13"/>
              <p:cNvSpPr/>
              <p:nvPr/>
            </p:nvSpPr>
            <p:spPr>
              <a:xfrm>
                <a:off x="4606639" y="2962762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" name="Google Shape;469;p13"/>
              <p:cNvSpPr/>
              <p:nvPr/>
            </p:nvSpPr>
            <p:spPr>
              <a:xfrm>
                <a:off x="4606639" y="3026803"/>
                <a:ext cx="711011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9" extrusionOk="0">
                    <a:moveTo>
                      <a:pt x="0" y="15539"/>
                    </a:moveTo>
                    <a:lnTo>
                      <a:pt x="24182" y="1573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" name="Google Shape;470;p13"/>
              <p:cNvSpPr/>
              <p:nvPr/>
            </p:nvSpPr>
            <p:spPr>
              <a:xfrm>
                <a:off x="4606639" y="309122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" name="Google Shape;471;p13"/>
              <p:cNvSpPr/>
              <p:nvPr/>
            </p:nvSpPr>
            <p:spPr>
              <a:xfrm>
                <a:off x="4606639" y="320604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7"/>
                    </a:moveTo>
                    <a:lnTo>
                      <a:pt x="24182" y="1573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" name="Google Shape;472;p13"/>
              <p:cNvSpPr/>
              <p:nvPr/>
            </p:nvSpPr>
            <p:spPr>
              <a:xfrm>
                <a:off x="4606639" y="3270469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" name="Google Shape;473;p13"/>
              <p:cNvSpPr/>
              <p:nvPr/>
            </p:nvSpPr>
            <p:spPr>
              <a:xfrm>
                <a:off x="4606639" y="3334892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" name="Google Shape;474;p13"/>
              <p:cNvSpPr/>
              <p:nvPr/>
            </p:nvSpPr>
            <p:spPr>
              <a:xfrm>
                <a:off x="4606639" y="3399315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" name="Google Shape;475;p13"/>
              <p:cNvSpPr/>
              <p:nvPr/>
            </p:nvSpPr>
            <p:spPr>
              <a:xfrm>
                <a:off x="4606639" y="3463385"/>
                <a:ext cx="711011" cy="456856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8" extrusionOk="0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76" name="Google Shape;476;p13"/>
              <p:cNvGrpSpPr/>
              <p:nvPr/>
            </p:nvGrpSpPr>
            <p:grpSpPr>
              <a:xfrm>
                <a:off x="3478424" y="1308364"/>
                <a:ext cx="2180470" cy="1878295"/>
                <a:chOff x="5553063" y="1487604"/>
                <a:chExt cx="1981525" cy="1707075"/>
              </a:xfrm>
            </p:grpSpPr>
            <p:sp>
              <p:nvSpPr>
                <p:cNvPr id="477" name="Google Shape;477;p13"/>
                <p:cNvSpPr/>
                <p:nvPr/>
              </p:nvSpPr>
              <p:spPr>
                <a:xfrm>
                  <a:off x="5563488" y="2071829"/>
                  <a:ext cx="1960975" cy="1122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439" h="44914" extrusionOk="0">
                      <a:moveTo>
                        <a:pt x="12" y="1"/>
                      </a:moveTo>
                      <a:cubicBezTo>
                        <a:pt x="12" y="72"/>
                        <a:pt x="12" y="132"/>
                        <a:pt x="12" y="191"/>
                      </a:cubicBezTo>
                      <a:cubicBezTo>
                        <a:pt x="12" y="263"/>
                        <a:pt x="12" y="322"/>
                        <a:pt x="12" y="394"/>
                      </a:cubicBezTo>
                      <a:cubicBezTo>
                        <a:pt x="12" y="453"/>
                        <a:pt x="12" y="525"/>
                        <a:pt x="12" y="584"/>
                      </a:cubicBezTo>
                      <a:cubicBezTo>
                        <a:pt x="12" y="656"/>
                        <a:pt x="12" y="715"/>
                        <a:pt x="12" y="775"/>
                      </a:cubicBezTo>
                      <a:cubicBezTo>
                        <a:pt x="12" y="846"/>
                        <a:pt x="12" y="906"/>
                        <a:pt x="12" y="977"/>
                      </a:cubicBezTo>
                      <a:cubicBezTo>
                        <a:pt x="12" y="1037"/>
                        <a:pt x="12" y="1108"/>
                        <a:pt x="12" y="1167"/>
                      </a:cubicBezTo>
                      <a:cubicBezTo>
                        <a:pt x="12" y="1239"/>
                        <a:pt x="12" y="1298"/>
                        <a:pt x="12" y="1358"/>
                      </a:cubicBezTo>
                      <a:cubicBezTo>
                        <a:pt x="12" y="1429"/>
                        <a:pt x="12" y="1489"/>
                        <a:pt x="12" y="1560"/>
                      </a:cubicBezTo>
                      <a:cubicBezTo>
                        <a:pt x="12" y="1620"/>
                        <a:pt x="12" y="1691"/>
                        <a:pt x="12" y="1751"/>
                      </a:cubicBezTo>
                      <a:cubicBezTo>
                        <a:pt x="12" y="1822"/>
                        <a:pt x="12" y="1882"/>
                        <a:pt x="12" y="1941"/>
                      </a:cubicBezTo>
                      <a:cubicBezTo>
                        <a:pt x="12" y="2013"/>
                        <a:pt x="12" y="2072"/>
                        <a:pt x="12" y="2144"/>
                      </a:cubicBezTo>
                      <a:cubicBezTo>
                        <a:pt x="12" y="2203"/>
                        <a:pt x="12" y="2275"/>
                        <a:pt x="12" y="2334"/>
                      </a:cubicBezTo>
                      <a:cubicBezTo>
                        <a:pt x="12" y="2406"/>
                        <a:pt x="12" y="2465"/>
                        <a:pt x="12" y="2525"/>
                      </a:cubicBezTo>
                      <a:cubicBezTo>
                        <a:pt x="12" y="2596"/>
                        <a:pt x="12" y="2656"/>
                        <a:pt x="12" y="2727"/>
                      </a:cubicBezTo>
                      <a:cubicBezTo>
                        <a:pt x="12" y="2787"/>
                        <a:pt x="12" y="2858"/>
                        <a:pt x="12" y="2918"/>
                      </a:cubicBezTo>
                      <a:cubicBezTo>
                        <a:pt x="12" y="2989"/>
                        <a:pt x="12" y="3049"/>
                        <a:pt x="12" y="3108"/>
                      </a:cubicBezTo>
                      <a:cubicBezTo>
                        <a:pt x="12" y="3180"/>
                        <a:pt x="12" y="3239"/>
                        <a:pt x="12" y="3311"/>
                      </a:cubicBezTo>
                      <a:cubicBezTo>
                        <a:pt x="12" y="3370"/>
                        <a:pt x="12" y="3442"/>
                        <a:pt x="12" y="3501"/>
                      </a:cubicBezTo>
                      <a:cubicBezTo>
                        <a:pt x="12" y="3573"/>
                        <a:pt x="12" y="3632"/>
                        <a:pt x="12" y="3692"/>
                      </a:cubicBezTo>
                      <a:cubicBezTo>
                        <a:pt x="12" y="3763"/>
                        <a:pt x="12" y="3823"/>
                        <a:pt x="12" y="3894"/>
                      </a:cubicBezTo>
                      <a:cubicBezTo>
                        <a:pt x="12" y="3954"/>
                        <a:pt x="12" y="4025"/>
                        <a:pt x="12" y="4085"/>
                      </a:cubicBezTo>
                      <a:cubicBezTo>
                        <a:pt x="12" y="4156"/>
                        <a:pt x="12" y="4215"/>
                        <a:pt x="12" y="4275"/>
                      </a:cubicBezTo>
                      <a:cubicBezTo>
                        <a:pt x="12" y="4346"/>
                        <a:pt x="12" y="4406"/>
                        <a:pt x="12" y="4477"/>
                      </a:cubicBezTo>
                      <a:cubicBezTo>
                        <a:pt x="12" y="4537"/>
                        <a:pt x="12" y="4608"/>
                        <a:pt x="12" y="4668"/>
                      </a:cubicBezTo>
                      <a:cubicBezTo>
                        <a:pt x="12" y="4739"/>
                        <a:pt x="12" y="4799"/>
                        <a:pt x="12" y="4858"/>
                      </a:cubicBezTo>
                      <a:cubicBezTo>
                        <a:pt x="12" y="4930"/>
                        <a:pt x="12" y="4989"/>
                        <a:pt x="12" y="5061"/>
                      </a:cubicBezTo>
                      <a:cubicBezTo>
                        <a:pt x="12" y="5120"/>
                        <a:pt x="12" y="5192"/>
                        <a:pt x="12" y="5251"/>
                      </a:cubicBezTo>
                      <a:cubicBezTo>
                        <a:pt x="12" y="5323"/>
                        <a:pt x="12" y="5382"/>
                        <a:pt x="12" y="5442"/>
                      </a:cubicBezTo>
                      <a:cubicBezTo>
                        <a:pt x="12" y="5513"/>
                        <a:pt x="12" y="5573"/>
                        <a:pt x="12" y="5644"/>
                      </a:cubicBezTo>
                      <a:cubicBezTo>
                        <a:pt x="12" y="5704"/>
                        <a:pt x="12" y="5775"/>
                        <a:pt x="12" y="5835"/>
                      </a:cubicBezTo>
                      <a:cubicBezTo>
                        <a:pt x="12" y="5906"/>
                        <a:pt x="12" y="5966"/>
                        <a:pt x="12" y="6025"/>
                      </a:cubicBezTo>
                      <a:cubicBezTo>
                        <a:pt x="12" y="6097"/>
                        <a:pt x="12" y="6156"/>
                        <a:pt x="12" y="6228"/>
                      </a:cubicBezTo>
                      <a:cubicBezTo>
                        <a:pt x="12" y="6287"/>
                        <a:pt x="12" y="6359"/>
                        <a:pt x="12" y="6418"/>
                      </a:cubicBezTo>
                      <a:cubicBezTo>
                        <a:pt x="12" y="6490"/>
                        <a:pt x="12" y="6549"/>
                        <a:pt x="12" y="6609"/>
                      </a:cubicBezTo>
                      <a:cubicBezTo>
                        <a:pt x="12" y="6680"/>
                        <a:pt x="12" y="6740"/>
                        <a:pt x="12" y="6811"/>
                      </a:cubicBezTo>
                      <a:cubicBezTo>
                        <a:pt x="12" y="6871"/>
                        <a:pt x="12" y="6942"/>
                        <a:pt x="12" y="7002"/>
                      </a:cubicBezTo>
                      <a:cubicBezTo>
                        <a:pt x="12" y="7073"/>
                        <a:pt x="12" y="7132"/>
                        <a:pt x="12" y="7192"/>
                      </a:cubicBezTo>
                      <a:cubicBezTo>
                        <a:pt x="12" y="7263"/>
                        <a:pt x="12" y="7323"/>
                        <a:pt x="12" y="7394"/>
                      </a:cubicBezTo>
                      <a:cubicBezTo>
                        <a:pt x="12" y="7454"/>
                        <a:pt x="12" y="7525"/>
                        <a:pt x="12" y="7585"/>
                      </a:cubicBezTo>
                      <a:cubicBezTo>
                        <a:pt x="12" y="7656"/>
                        <a:pt x="12" y="7716"/>
                        <a:pt x="12" y="7775"/>
                      </a:cubicBezTo>
                      <a:cubicBezTo>
                        <a:pt x="12" y="7847"/>
                        <a:pt x="12" y="7906"/>
                        <a:pt x="12" y="7978"/>
                      </a:cubicBezTo>
                      <a:cubicBezTo>
                        <a:pt x="12" y="8037"/>
                        <a:pt x="12" y="8109"/>
                        <a:pt x="12" y="8168"/>
                      </a:cubicBezTo>
                      <a:cubicBezTo>
                        <a:pt x="12" y="8228"/>
                        <a:pt x="12" y="8299"/>
                        <a:pt x="12" y="8359"/>
                      </a:cubicBezTo>
                      <a:cubicBezTo>
                        <a:pt x="12" y="8430"/>
                        <a:pt x="12" y="8490"/>
                        <a:pt x="12" y="8561"/>
                      </a:cubicBezTo>
                      <a:cubicBezTo>
                        <a:pt x="12" y="8621"/>
                        <a:pt x="12" y="8692"/>
                        <a:pt x="12" y="8752"/>
                      </a:cubicBezTo>
                      <a:cubicBezTo>
                        <a:pt x="12" y="8811"/>
                        <a:pt x="12" y="8883"/>
                        <a:pt x="12" y="8942"/>
                      </a:cubicBezTo>
                      <a:cubicBezTo>
                        <a:pt x="12" y="9014"/>
                        <a:pt x="12" y="9073"/>
                        <a:pt x="12" y="9145"/>
                      </a:cubicBezTo>
                      <a:cubicBezTo>
                        <a:pt x="12" y="9204"/>
                        <a:pt x="12" y="9276"/>
                        <a:pt x="12" y="9335"/>
                      </a:cubicBezTo>
                      <a:cubicBezTo>
                        <a:pt x="12" y="9395"/>
                        <a:pt x="12" y="9466"/>
                        <a:pt x="12" y="9526"/>
                      </a:cubicBezTo>
                      <a:cubicBezTo>
                        <a:pt x="12" y="9597"/>
                        <a:pt x="12" y="9657"/>
                        <a:pt x="12" y="9728"/>
                      </a:cubicBezTo>
                      <a:cubicBezTo>
                        <a:pt x="12" y="9788"/>
                        <a:pt x="12" y="9859"/>
                        <a:pt x="12" y="9919"/>
                      </a:cubicBezTo>
                      <a:cubicBezTo>
                        <a:pt x="12" y="9978"/>
                        <a:pt x="12" y="10050"/>
                        <a:pt x="12" y="10109"/>
                      </a:cubicBezTo>
                      <a:cubicBezTo>
                        <a:pt x="12" y="10180"/>
                        <a:pt x="12" y="10240"/>
                        <a:pt x="12" y="10311"/>
                      </a:cubicBezTo>
                      <a:cubicBezTo>
                        <a:pt x="12" y="10371"/>
                        <a:pt x="12" y="10442"/>
                        <a:pt x="12" y="10502"/>
                      </a:cubicBezTo>
                      <a:cubicBezTo>
                        <a:pt x="12" y="10561"/>
                        <a:pt x="12" y="10633"/>
                        <a:pt x="12" y="10692"/>
                      </a:cubicBezTo>
                      <a:cubicBezTo>
                        <a:pt x="12" y="10764"/>
                        <a:pt x="12" y="10823"/>
                        <a:pt x="12" y="10895"/>
                      </a:cubicBezTo>
                      <a:cubicBezTo>
                        <a:pt x="12" y="10954"/>
                        <a:pt x="12" y="11026"/>
                        <a:pt x="12" y="11085"/>
                      </a:cubicBezTo>
                      <a:cubicBezTo>
                        <a:pt x="12" y="11145"/>
                        <a:pt x="12" y="11216"/>
                        <a:pt x="12" y="11276"/>
                      </a:cubicBezTo>
                      <a:cubicBezTo>
                        <a:pt x="12" y="11347"/>
                        <a:pt x="12" y="11407"/>
                        <a:pt x="12" y="11478"/>
                      </a:cubicBezTo>
                      <a:cubicBezTo>
                        <a:pt x="12" y="11538"/>
                        <a:pt x="12" y="11609"/>
                        <a:pt x="12" y="11669"/>
                      </a:cubicBezTo>
                      <a:cubicBezTo>
                        <a:pt x="12" y="11728"/>
                        <a:pt x="12" y="11800"/>
                        <a:pt x="12" y="11859"/>
                      </a:cubicBezTo>
                      <a:cubicBezTo>
                        <a:pt x="12" y="11931"/>
                        <a:pt x="12" y="11990"/>
                        <a:pt x="12" y="12062"/>
                      </a:cubicBezTo>
                      <a:cubicBezTo>
                        <a:pt x="12" y="12121"/>
                        <a:pt x="12" y="12193"/>
                        <a:pt x="12" y="12252"/>
                      </a:cubicBezTo>
                      <a:cubicBezTo>
                        <a:pt x="12" y="12312"/>
                        <a:pt x="12" y="12383"/>
                        <a:pt x="12" y="12443"/>
                      </a:cubicBezTo>
                      <a:cubicBezTo>
                        <a:pt x="12" y="12514"/>
                        <a:pt x="12" y="12574"/>
                        <a:pt x="12" y="12645"/>
                      </a:cubicBezTo>
                      <a:cubicBezTo>
                        <a:pt x="12" y="12705"/>
                        <a:pt x="12" y="12776"/>
                        <a:pt x="12" y="12836"/>
                      </a:cubicBezTo>
                      <a:cubicBezTo>
                        <a:pt x="12" y="12895"/>
                        <a:pt x="12" y="12967"/>
                        <a:pt x="12" y="13026"/>
                      </a:cubicBezTo>
                      <a:cubicBezTo>
                        <a:pt x="12" y="13098"/>
                        <a:pt x="12" y="13157"/>
                        <a:pt x="12" y="13228"/>
                      </a:cubicBezTo>
                      <a:cubicBezTo>
                        <a:pt x="12" y="13288"/>
                        <a:pt x="12" y="13359"/>
                        <a:pt x="12" y="13419"/>
                      </a:cubicBezTo>
                      <a:cubicBezTo>
                        <a:pt x="12" y="13479"/>
                        <a:pt x="12" y="13550"/>
                        <a:pt x="12" y="13609"/>
                      </a:cubicBezTo>
                      <a:cubicBezTo>
                        <a:pt x="12" y="13681"/>
                        <a:pt x="12" y="13740"/>
                        <a:pt x="12" y="13812"/>
                      </a:cubicBezTo>
                      <a:cubicBezTo>
                        <a:pt x="12" y="13871"/>
                        <a:pt x="12" y="13943"/>
                        <a:pt x="12" y="14002"/>
                      </a:cubicBezTo>
                      <a:cubicBezTo>
                        <a:pt x="12" y="14062"/>
                        <a:pt x="12" y="14133"/>
                        <a:pt x="12" y="14193"/>
                      </a:cubicBezTo>
                      <a:cubicBezTo>
                        <a:pt x="12" y="14264"/>
                        <a:pt x="12" y="14324"/>
                        <a:pt x="12" y="14395"/>
                      </a:cubicBezTo>
                      <a:cubicBezTo>
                        <a:pt x="12" y="14455"/>
                        <a:pt x="12" y="14526"/>
                        <a:pt x="12" y="14586"/>
                      </a:cubicBezTo>
                      <a:cubicBezTo>
                        <a:pt x="12" y="14645"/>
                        <a:pt x="12" y="14717"/>
                        <a:pt x="12" y="14776"/>
                      </a:cubicBezTo>
                      <a:cubicBezTo>
                        <a:pt x="12" y="14848"/>
                        <a:pt x="12" y="14907"/>
                        <a:pt x="12" y="14979"/>
                      </a:cubicBezTo>
                      <a:cubicBezTo>
                        <a:pt x="12" y="15038"/>
                        <a:pt x="12" y="15110"/>
                        <a:pt x="12" y="15169"/>
                      </a:cubicBezTo>
                      <a:cubicBezTo>
                        <a:pt x="12" y="15229"/>
                        <a:pt x="12" y="15300"/>
                        <a:pt x="12" y="15360"/>
                      </a:cubicBezTo>
                      <a:cubicBezTo>
                        <a:pt x="12" y="15431"/>
                        <a:pt x="12" y="15491"/>
                        <a:pt x="12" y="15562"/>
                      </a:cubicBezTo>
                      <a:cubicBezTo>
                        <a:pt x="12" y="15622"/>
                        <a:pt x="12" y="15693"/>
                        <a:pt x="12" y="15753"/>
                      </a:cubicBezTo>
                      <a:cubicBezTo>
                        <a:pt x="12" y="15812"/>
                        <a:pt x="12" y="15884"/>
                        <a:pt x="12" y="15943"/>
                      </a:cubicBezTo>
                      <a:cubicBezTo>
                        <a:pt x="12" y="16015"/>
                        <a:pt x="12" y="16074"/>
                        <a:pt x="12" y="16146"/>
                      </a:cubicBezTo>
                      <a:cubicBezTo>
                        <a:pt x="12" y="16205"/>
                        <a:pt x="12" y="16276"/>
                        <a:pt x="12" y="16336"/>
                      </a:cubicBezTo>
                      <a:cubicBezTo>
                        <a:pt x="12" y="16396"/>
                        <a:pt x="12" y="16467"/>
                        <a:pt x="12" y="16527"/>
                      </a:cubicBezTo>
                      <a:cubicBezTo>
                        <a:pt x="12" y="16598"/>
                        <a:pt x="12" y="16657"/>
                        <a:pt x="12" y="16729"/>
                      </a:cubicBezTo>
                      <a:cubicBezTo>
                        <a:pt x="12" y="16788"/>
                        <a:pt x="12" y="16860"/>
                        <a:pt x="12" y="16919"/>
                      </a:cubicBezTo>
                      <a:cubicBezTo>
                        <a:pt x="12" y="16979"/>
                        <a:pt x="12" y="17050"/>
                        <a:pt x="12" y="17110"/>
                      </a:cubicBezTo>
                      <a:cubicBezTo>
                        <a:pt x="12" y="17181"/>
                        <a:pt x="12" y="17241"/>
                        <a:pt x="12" y="17312"/>
                      </a:cubicBezTo>
                      <a:cubicBezTo>
                        <a:pt x="12" y="17372"/>
                        <a:pt x="12" y="17443"/>
                        <a:pt x="12" y="17503"/>
                      </a:cubicBezTo>
                      <a:cubicBezTo>
                        <a:pt x="12" y="17562"/>
                        <a:pt x="12" y="17634"/>
                        <a:pt x="12" y="17693"/>
                      </a:cubicBezTo>
                      <a:cubicBezTo>
                        <a:pt x="12" y="17765"/>
                        <a:pt x="12" y="17824"/>
                        <a:pt x="12" y="17896"/>
                      </a:cubicBezTo>
                      <a:cubicBezTo>
                        <a:pt x="12" y="17955"/>
                        <a:pt x="12" y="18015"/>
                        <a:pt x="12" y="18086"/>
                      </a:cubicBezTo>
                      <a:cubicBezTo>
                        <a:pt x="12" y="18146"/>
                        <a:pt x="12" y="18217"/>
                        <a:pt x="12" y="18277"/>
                      </a:cubicBezTo>
                      <a:cubicBezTo>
                        <a:pt x="12" y="18348"/>
                        <a:pt x="12" y="18408"/>
                        <a:pt x="12" y="18479"/>
                      </a:cubicBezTo>
                      <a:cubicBezTo>
                        <a:pt x="12" y="18539"/>
                        <a:pt x="12" y="18598"/>
                        <a:pt x="12" y="18670"/>
                      </a:cubicBezTo>
                      <a:cubicBezTo>
                        <a:pt x="12" y="18729"/>
                        <a:pt x="12" y="18801"/>
                        <a:pt x="12" y="18860"/>
                      </a:cubicBezTo>
                      <a:cubicBezTo>
                        <a:pt x="12" y="18932"/>
                        <a:pt x="12" y="18991"/>
                        <a:pt x="12" y="19063"/>
                      </a:cubicBezTo>
                      <a:cubicBezTo>
                        <a:pt x="12" y="19122"/>
                        <a:pt x="12" y="19182"/>
                        <a:pt x="12" y="19253"/>
                      </a:cubicBezTo>
                      <a:cubicBezTo>
                        <a:pt x="12" y="19313"/>
                        <a:pt x="12" y="19384"/>
                        <a:pt x="12" y="19444"/>
                      </a:cubicBezTo>
                      <a:cubicBezTo>
                        <a:pt x="12" y="19515"/>
                        <a:pt x="12" y="19575"/>
                        <a:pt x="12" y="19646"/>
                      </a:cubicBezTo>
                      <a:cubicBezTo>
                        <a:pt x="12" y="19705"/>
                        <a:pt x="12" y="19765"/>
                        <a:pt x="12" y="19836"/>
                      </a:cubicBezTo>
                      <a:cubicBezTo>
                        <a:pt x="12" y="19896"/>
                        <a:pt x="12" y="19967"/>
                        <a:pt x="12" y="20027"/>
                      </a:cubicBezTo>
                      <a:cubicBezTo>
                        <a:pt x="12" y="20098"/>
                        <a:pt x="12" y="20158"/>
                        <a:pt x="12" y="20229"/>
                      </a:cubicBezTo>
                      <a:cubicBezTo>
                        <a:pt x="12" y="20289"/>
                        <a:pt x="12" y="20348"/>
                        <a:pt x="12" y="20420"/>
                      </a:cubicBezTo>
                      <a:cubicBezTo>
                        <a:pt x="12" y="20479"/>
                        <a:pt x="12" y="20551"/>
                        <a:pt x="12" y="20610"/>
                      </a:cubicBezTo>
                      <a:cubicBezTo>
                        <a:pt x="12" y="20682"/>
                        <a:pt x="12" y="20741"/>
                        <a:pt x="12" y="20813"/>
                      </a:cubicBezTo>
                      <a:cubicBezTo>
                        <a:pt x="12" y="20872"/>
                        <a:pt x="12" y="20932"/>
                        <a:pt x="12" y="21003"/>
                      </a:cubicBezTo>
                      <a:cubicBezTo>
                        <a:pt x="12" y="21063"/>
                        <a:pt x="12" y="21134"/>
                        <a:pt x="12" y="21194"/>
                      </a:cubicBezTo>
                      <a:cubicBezTo>
                        <a:pt x="12" y="21265"/>
                        <a:pt x="12" y="21325"/>
                        <a:pt x="12" y="21396"/>
                      </a:cubicBezTo>
                      <a:cubicBezTo>
                        <a:pt x="12" y="21456"/>
                        <a:pt x="12" y="21515"/>
                        <a:pt x="12" y="21587"/>
                      </a:cubicBezTo>
                      <a:cubicBezTo>
                        <a:pt x="0" y="22515"/>
                        <a:pt x="500" y="23373"/>
                        <a:pt x="1310" y="23837"/>
                      </a:cubicBezTo>
                      <a:lnTo>
                        <a:pt x="36612" y="44208"/>
                      </a:lnTo>
                      <a:cubicBezTo>
                        <a:pt x="37416" y="44679"/>
                        <a:pt x="38315" y="44914"/>
                        <a:pt x="39215" y="44914"/>
                      </a:cubicBezTo>
                      <a:cubicBezTo>
                        <a:pt x="40115" y="44914"/>
                        <a:pt x="41017" y="44679"/>
                        <a:pt x="41827" y="44208"/>
                      </a:cubicBezTo>
                      <a:lnTo>
                        <a:pt x="77129" y="23837"/>
                      </a:lnTo>
                      <a:cubicBezTo>
                        <a:pt x="77939" y="23373"/>
                        <a:pt x="78439" y="22515"/>
                        <a:pt x="78427" y="21587"/>
                      </a:cubicBezTo>
                      <a:lnTo>
                        <a:pt x="78427" y="21384"/>
                      </a:lnTo>
                      <a:lnTo>
                        <a:pt x="78427" y="21194"/>
                      </a:lnTo>
                      <a:lnTo>
                        <a:pt x="78427" y="21003"/>
                      </a:lnTo>
                      <a:lnTo>
                        <a:pt x="78427" y="20801"/>
                      </a:lnTo>
                      <a:lnTo>
                        <a:pt x="78427" y="20610"/>
                      </a:lnTo>
                      <a:lnTo>
                        <a:pt x="78427" y="20420"/>
                      </a:lnTo>
                      <a:lnTo>
                        <a:pt x="78427" y="20217"/>
                      </a:lnTo>
                      <a:lnTo>
                        <a:pt x="78427" y="20027"/>
                      </a:lnTo>
                      <a:lnTo>
                        <a:pt x="78427" y="19836"/>
                      </a:lnTo>
                      <a:lnTo>
                        <a:pt x="78427" y="19634"/>
                      </a:lnTo>
                      <a:lnTo>
                        <a:pt x="78427" y="19444"/>
                      </a:lnTo>
                      <a:lnTo>
                        <a:pt x="78427" y="19253"/>
                      </a:lnTo>
                      <a:lnTo>
                        <a:pt x="78427" y="19051"/>
                      </a:lnTo>
                      <a:lnTo>
                        <a:pt x="78427" y="18860"/>
                      </a:lnTo>
                      <a:lnTo>
                        <a:pt x="78427" y="18670"/>
                      </a:lnTo>
                      <a:lnTo>
                        <a:pt x="78427" y="18467"/>
                      </a:lnTo>
                      <a:lnTo>
                        <a:pt x="78427" y="18277"/>
                      </a:lnTo>
                      <a:lnTo>
                        <a:pt x="78427" y="18086"/>
                      </a:lnTo>
                      <a:lnTo>
                        <a:pt x="78427" y="17884"/>
                      </a:lnTo>
                      <a:lnTo>
                        <a:pt x="78427" y="17693"/>
                      </a:lnTo>
                      <a:lnTo>
                        <a:pt x="78427" y="17503"/>
                      </a:lnTo>
                      <a:lnTo>
                        <a:pt x="78427" y="17300"/>
                      </a:lnTo>
                      <a:lnTo>
                        <a:pt x="78427" y="17110"/>
                      </a:lnTo>
                      <a:lnTo>
                        <a:pt x="78427" y="16919"/>
                      </a:lnTo>
                      <a:lnTo>
                        <a:pt x="78427" y="16717"/>
                      </a:lnTo>
                      <a:lnTo>
                        <a:pt x="78427" y="16527"/>
                      </a:lnTo>
                      <a:lnTo>
                        <a:pt x="78427" y="16336"/>
                      </a:lnTo>
                      <a:lnTo>
                        <a:pt x="78427" y="16146"/>
                      </a:lnTo>
                      <a:lnTo>
                        <a:pt x="78427" y="15943"/>
                      </a:lnTo>
                      <a:lnTo>
                        <a:pt x="78427" y="15753"/>
                      </a:lnTo>
                      <a:lnTo>
                        <a:pt x="78427" y="15562"/>
                      </a:lnTo>
                      <a:lnTo>
                        <a:pt x="78427" y="15360"/>
                      </a:lnTo>
                      <a:lnTo>
                        <a:pt x="78427" y="15169"/>
                      </a:lnTo>
                      <a:lnTo>
                        <a:pt x="78427" y="14979"/>
                      </a:lnTo>
                      <a:lnTo>
                        <a:pt x="78427" y="14776"/>
                      </a:lnTo>
                      <a:lnTo>
                        <a:pt x="78427" y="14586"/>
                      </a:lnTo>
                      <a:lnTo>
                        <a:pt x="78427" y="14395"/>
                      </a:lnTo>
                      <a:lnTo>
                        <a:pt x="78427" y="14193"/>
                      </a:lnTo>
                      <a:lnTo>
                        <a:pt x="78427" y="14002"/>
                      </a:lnTo>
                      <a:lnTo>
                        <a:pt x="78427" y="13812"/>
                      </a:lnTo>
                      <a:lnTo>
                        <a:pt x="78427" y="13609"/>
                      </a:lnTo>
                      <a:lnTo>
                        <a:pt x="78427" y="13419"/>
                      </a:lnTo>
                      <a:lnTo>
                        <a:pt x="78427" y="13228"/>
                      </a:lnTo>
                      <a:lnTo>
                        <a:pt x="78427" y="13026"/>
                      </a:lnTo>
                      <a:lnTo>
                        <a:pt x="78427" y="12836"/>
                      </a:lnTo>
                      <a:lnTo>
                        <a:pt x="78427" y="12645"/>
                      </a:lnTo>
                      <a:lnTo>
                        <a:pt x="78427" y="12443"/>
                      </a:lnTo>
                      <a:lnTo>
                        <a:pt x="78427" y="12252"/>
                      </a:lnTo>
                      <a:lnTo>
                        <a:pt x="78427" y="12062"/>
                      </a:lnTo>
                      <a:lnTo>
                        <a:pt x="78427" y="11859"/>
                      </a:lnTo>
                      <a:lnTo>
                        <a:pt x="78427" y="11669"/>
                      </a:lnTo>
                      <a:lnTo>
                        <a:pt x="78427" y="11478"/>
                      </a:lnTo>
                      <a:lnTo>
                        <a:pt x="78427" y="11276"/>
                      </a:lnTo>
                      <a:lnTo>
                        <a:pt x="78427" y="11085"/>
                      </a:lnTo>
                      <a:lnTo>
                        <a:pt x="78427" y="10895"/>
                      </a:lnTo>
                      <a:lnTo>
                        <a:pt x="78427" y="10692"/>
                      </a:lnTo>
                      <a:lnTo>
                        <a:pt x="78427" y="10502"/>
                      </a:lnTo>
                      <a:lnTo>
                        <a:pt x="78427" y="10311"/>
                      </a:lnTo>
                      <a:lnTo>
                        <a:pt x="78427" y="10109"/>
                      </a:lnTo>
                      <a:lnTo>
                        <a:pt x="78427" y="9919"/>
                      </a:lnTo>
                      <a:lnTo>
                        <a:pt x="78427" y="9728"/>
                      </a:lnTo>
                      <a:lnTo>
                        <a:pt x="78427" y="9526"/>
                      </a:lnTo>
                      <a:lnTo>
                        <a:pt x="78427" y="9335"/>
                      </a:lnTo>
                      <a:lnTo>
                        <a:pt x="78427" y="9145"/>
                      </a:lnTo>
                      <a:lnTo>
                        <a:pt x="78427" y="8942"/>
                      </a:lnTo>
                      <a:lnTo>
                        <a:pt x="78427" y="8752"/>
                      </a:lnTo>
                      <a:lnTo>
                        <a:pt x="78427" y="8561"/>
                      </a:lnTo>
                      <a:lnTo>
                        <a:pt x="78427" y="8359"/>
                      </a:lnTo>
                      <a:lnTo>
                        <a:pt x="78427" y="8168"/>
                      </a:lnTo>
                      <a:lnTo>
                        <a:pt x="78427" y="7978"/>
                      </a:lnTo>
                      <a:lnTo>
                        <a:pt x="78427" y="7775"/>
                      </a:lnTo>
                      <a:lnTo>
                        <a:pt x="78427" y="7585"/>
                      </a:lnTo>
                      <a:lnTo>
                        <a:pt x="78427" y="7394"/>
                      </a:lnTo>
                      <a:lnTo>
                        <a:pt x="78427" y="7192"/>
                      </a:lnTo>
                      <a:lnTo>
                        <a:pt x="78427" y="7002"/>
                      </a:lnTo>
                      <a:lnTo>
                        <a:pt x="78427" y="6811"/>
                      </a:lnTo>
                      <a:lnTo>
                        <a:pt x="78427" y="6609"/>
                      </a:lnTo>
                      <a:lnTo>
                        <a:pt x="78427" y="6418"/>
                      </a:lnTo>
                      <a:lnTo>
                        <a:pt x="78427" y="6228"/>
                      </a:lnTo>
                      <a:lnTo>
                        <a:pt x="78427" y="6025"/>
                      </a:lnTo>
                      <a:lnTo>
                        <a:pt x="78427" y="5835"/>
                      </a:lnTo>
                      <a:lnTo>
                        <a:pt x="78427" y="5644"/>
                      </a:lnTo>
                      <a:lnTo>
                        <a:pt x="78427" y="5442"/>
                      </a:lnTo>
                      <a:lnTo>
                        <a:pt x="78427" y="5251"/>
                      </a:lnTo>
                      <a:lnTo>
                        <a:pt x="78427" y="5061"/>
                      </a:lnTo>
                      <a:lnTo>
                        <a:pt x="78427" y="4858"/>
                      </a:lnTo>
                      <a:lnTo>
                        <a:pt x="78427" y="4668"/>
                      </a:lnTo>
                      <a:lnTo>
                        <a:pt x="78427" y="4477"/>
                      </a:lnTo>
                      <a:lnTo>
                        <a:pt x="78427" y="4275"/>
                      </a:lnTo>
                      <a:lnTo>
                        <a:pt x="78427" y="4085"/>
                      </a:lnTo>
                      <a:lnTo>
                        <a:pt x="78427" y="3894"/>
                      </a:lnTo>
                      <a:lnTo>
                        <a:pt x="78427" y="3692"/>
                      </a:lnTo>
                      <a:lnTo>
                        <a:pt x="78427" y="3501"/>
                      </a:lnTo>
                      <a:lnTo>
                        <a:pt x="78427" y="3311"/>
                      </a:lnTo>
                      <a:lnTo>
                        <a:pt x="78427" y="3108"/>
                      </a:lnTo>
                      <a:lnTo>
                        <a:pt x="78427" y="2918"/>
                      </a:lnTo>
                      <a:lnTo>
                        <a:pt x="78427" y="2727"/>
                      </a:lnTo>
                      <a:lnTo>
                        <a:pt x="78427" y="2525"/>
                      </a:lnTo>
                      <a:lnTo>
                        <a:pt x="78427" y="2334"/>
                      </a:lnTo>
                      <a:lnTo>
                        <a:pt x="78427" y="2144"/>
                      </a:lnTo>
                      <a:lnTo>
                        <a:pt x="78427" y="1941"/>
                      </a:lnTo>
                      <a:lnTo>
                        <a:pt x="78427" y="1751"/>
                      </a:lnTo>
                      <a:lnTo>
                        <a:pt x="78427" y="1560"/>
                      </a:lnTo>
                      <a:lnTo>
                        <a:pt x="78427" y="1358"/>
                      </a:lnTo>
                      <a:lnTo>
                        <a:pt x="78427" y="1167"/>
                      </a:lnTo>
                      <a:lnTo>
                        <a:pt x="78427" y="977"/>
                      </a:lnTo>
                      <a:lnTo>
                        <a:pt x="78427" y="775"/>
                      </a:lnTo>
                      <a:lnTo>
                        <a:pt x="78427" y="584"/>
                      </a:lnTo>
                      <a:lnTo>
                        <a:pt x="78427" y="394"/>
                      </a:lnTo>
                      <a:lnTo>
                        <a:pt x="78427" y="191"/>
                      </a:lnTo>
                      <a:lnTo>
                        <a:pt x="78427" y="1"/>
                      </a:lnTo>
                      <a:lnTo>
                        <a:pt x="78212" y="1"/>
                      </a:lnTo>
                      <a:cubicBezTo>
                        <a:pt x="78224" y="858"/>
                        <a:pt x="77760" y="1644"/>
                        <a:pt x="77022" y="2072"/>
                      </a:cubicBezTo>
                      <a:lnTo>
                        <a:pt x="41720" y="22444"/>
                      </a:lnTo>
                      <a:cubicBezTo>
                        <a:pt x="40946" y="22890"/>
                        <a:pt x="40083" y="23114"/>
                        <a:pt x="39218" y="23114"/>
                      </a:cubicBezTo>
                      <a:cubicBezTo>
                        <a:pt x="38353" y="23114"/>
                        <a:pt x="37487" y="22890"/>
                        <a:pt x="36707" y="22444"/>
                      </a:cubicBezTo>
                      <a:lnTo>
                        <a:pt x="1417" y="2072"/>
                      </a:lnTo>
                      <a:cubicBezTo>
                        <a:pt x="667" y="1644"/>
                        <a:pt x="215" y="858"/>
                        <a:pt x="226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A0FDF1">
                        <a:alpha val="41568"/>
                        <a:alpha val="41520"/>
                      </a:srgbClr>
                    </a:gs>
                    <a:gs pos="100000">
                      <a:srgbClr val="FFFFFF">
                        <a:alpha val="37254"/>
                        <a:alpha val="4152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61650" tIns="61650" rIns="61650" bIns="6165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8" name="Google Shape;478;p13"/>
                <p:cNvSpPr/>
                <p:nvPr/>
              </p:nvSpPr>
              <p:spPr>
                <a:xfrm>
                  <a:off x="5553063" y="1487604"/>
                  <a:ext cx="1981525" cy="116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261" h="46572" extrusionOk="0">
                      <a:moveTo>
                        <a:pt x="39635" y="1"/>
                      </a:moveTo>
                      <a:cubicBezTo>
                        <a:pt x="38749" y="1"/>
                        <a:pt x="37862" y="230"/>
                        <a:pt x="37065" y="688"/>
                      </a:cubicBezTo>
                      <a:lnTo>
                        <a:pt x="1679" y="21119"/>
                      </a:lnTo>
                      <a:cubicBezTo>
                        <a:pt x="1" y="22084"/>
                        <a:pt x="1" y="24489"/>
                        <a:pt x="1679" y="25453"/>
                      </a:cubicBezTo>
                      <a:lnTo>
                        <a:pt x="37065" y="45884"/>
                      </a:lnTo>
                      <a:cubicBezTo>
                        <a:pt x="37862" y="46343"/>
                        <a:pt x="38749" y="46572"/>
                        <a:pt x="39635" y="46572"/>
                      </a:cubicBezTo>
                      <a:cubicBezTo>
                        <a:pt x="40520" y="46572"/>
                        <a:pt x="41405" y="46343"/>
                        <a:pt x="42196" y="45884"/>
                      </a:cubicBezTo>
                      <a:lnTo>
                        <a:pt x="77594" y="25453"/>
                      </a:lnTo>
                      <a:cubicBezTo>
                        <a:pt x="79260" y="24489"/>
                        <a:pt x="79260" y="22084"/>
                        <a:pt x="77594" y="21119"/>
                      </a:cubicBezTo>
                      <a:lnTo>
                        <a:pt x="42196" y="688"/>
                      </a:lnTo>
                      <a:cubicBezTo>
                        <a:pt x="41405" y="230"/>
                        <a:pt x="40520" y="1"/>
                        <a:pt x="39635" y="1"/>
                      </a:cubicBezTo>
                      <a:close/>
                    </a:path>
                  </a:pathLst>
                </a:custGeom>
                <a:solidFill>
                  <a:srgbClr val="A0FDF1">
                    <a:alpha val="41520"/>
                  </a:srgbClr>
                </a:solidFill>
                <a:ln>
                  <a:noFill/>
                </a:ln>
              </p:spPr>
              <p:txBody>
                <a:bodyPr spcFirstLastPara="1" wrap="square" lIns="61650" tIns="61650" rIns="61650" bIns="6165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479" name="Google Shape;479;p13"/>
            <p:cNvGrpSpPr/>
            <p:nvPr/>
          </p:nvGrpSpPr>
          <p:grpSpPr>
            <a:xfrm>
              <a:off x="3611125" y="2701588"/>
              <a:ext cx="598632" cy="805372"/>
              <a:chOff x="3478424" y="1308364"/>
              <a:chExt cx="2187185" cy="2942536"/>
            </a:xfrm>
          </p:grpSpPr>
          <p:sp>
            <p:nvSpPr>
              <p:cNvPr id="480" name="Google Shape;480;p13"/>
              <p:cNvSpPr/>
              <p:nvPr/>
            </p:nvSpPr>
            <p:spPr>
              <a:xfrm>
                <a:off x="3485139" y="2969821"/>
                <a:ext cx="2180470" cy="1281079"/>
              </a:xfrm>
              <a:custGeom>
                <a:avLst/>
                <a:gdLst/>
                <a:ahLst/>
                <a:cxnLst/>
                <a:rect l="l" t="t" r="r" b="b"/>
                <a:pathLst>
                  <a:path w="79261" h="46572" extrusionOk="0">
                    <a:moveTo>
                      <a:pt x="39635" y="1"/>
                    </a:moveTo>
                    <a:cubicBezTo>
                      <a:pt x="38749" y="1"/>
                      <a:pt x="37862" y="230"/>
                      <a:pt x="37065" y="688"/>
                    </a:cubicBezTo>
                    <a:lnTo>
                      <a:pt x="1679" y="21119"/>
                    </a:lnTo>
                    <a:cubicBezTo>
                      <a:pt x="1" y="22084"/>
                      <a:pt x="1" y="24489"/>
                      <a:pt x="1679" y="25453"/>
                    </a:cubicBezTo>
                    <a:lnTo>
                      <a:pt x="37065" y="45884"/>
                    </a:lnTo>
                    <a:cubicBezTo>
                      <a:pt x="37862" y="46343"/>
                      <a:pt x="38749" y="46572"/>
                      <a:pt x="39635" y="46572"/>
                    </a:cubicBezTo>
                    <a:cubicBezTo>
                      <a:pt x="40520" y="46572"/>
                      <a:pt x="41405" y="46343"/>
                      <a:pt x="42196" y="45884"/>
                    </a:cubicBezTo>
                    <a:lnTo>
                      <a:pt x="77594" y="25453"/>
                    </a:lnTo>
                    <a:cubicBezTo>
                      <a:pt x="79260" y="24489"/>
                      <a:pt x="79260" y="22084"/>
                      <a:pt x="77594" y="21119"/>
                    </a:cubicBezTo>
                    <a:lnTo>
                      <a:pt x="42196" y="688"/>
                    </a:lnTo>
                    <a:cubicBezTo>
                      <a:pt x="41405" y="230"/>
                      <a:pt x="40520" y="1"/>
                      <a:pt x="3963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" name="Google Shape;481;p13"/>
              <p:cNvSpPr/>
              <p:nvPr/>
            </p:nvSpPr>
            <p:spPr>
              <a:xfrm>
                <a:off x="3793045" y="1947520"/>
                <a:ext cx="1550129" cy="2096604"/>
              </a:xfrm>
              <a:custGeom>
                <a:avLst/>
                <a:gdLst/>
                <a:ahLst/>
                <a:cxnLst/>
                <a:rect l="l" t="t" r="r" b="b"/>
                <a:pathLst>
                  <a:path w="52721" h="71307" extrusionOk="0">
                    <a:moveTo>
                      <a:pt x="52709" y="0"/>
                    </a:moveTo>
                    <a:lnTo>
                      <a:pt x="0" y="0"/>
                    </a:lnTo>
                    <a:lnTo>
                      <a:pt x="0" y="55495"/>
                    </a:lnTo>
                    <a:cubicBezTo>
                      <a:pt x="0" y="56090"/>
                      <a:pt x="321" y="56650"/>
                      <a:pt x="845" y="56948"/>
                    </a:cubicBezTo>
                    <a:lnTo>
                      <a:pt x="24646" y="70699"/>
                    </a:lnTo>
                    <a:cubicBezTo>
                      <a:pt x="25706" y="71306"/>
                      <a:pt x="27027" y="71306"/>
                      <a:pt x="28087" y="70699"/>
                    </a:cubicBezTo>
                    <a:lnTo>
                      <a:pt x="51876" y="56948"/>
                    </a:lnTo>
                    <a:cubicBezTo>
                      <a:pt x="52399" y="56650"/>
                      <a:pt x="52721" y="56090"/>
                      <a:pt x="52721" y="55495"/>
                    </a:cubicBezTo>
                    <a:lnTo>
                      <a:pt x="52721" y="5549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" name="Google Shape;482;p13"/>
              <p:cNvSpPr/>
              <p:nvPr/>
            </p:nvSpPr>
            <p:spPr>
              <a:xfrm>
                <a:off x="3784988" y="1482593"/>
                <a:ext cx="1566242" cy="929825"/>
              </a:xfrm>
              <a:custGeom>
                <a:avLst/>
                <a:gdLst/>
                <a:ahLst/>
                <a:cxnLst/>
                <a:rect l="l" t="t" r="r" b="b"/>
                <a:pathLst>
                  <a:path w="53269" h="31624" extrusionOk="0">
                    <a:moveTo>
                      <a:pt x="24920" y="31004"/>
                    </a:moveTo>
                    <a:lnTo>
                      <a:pt x="1119" y="17265"/>
                    </a:lnTo>
                    <a:cubicBezTo>
                      <a:pt x="0" y="16622"/>
                      <a:pt x="0" y="15002"/>
                      <a:pt x="1119" y="14359"/>
                    </a:cubicBezTo>
                    <a:lnTo>
                      <a:pt x="24920" y="620"/>
                    </a:lnTo>
                    <a:cubicBezTo>
                      <a:pt x="25980" y="1"/>
                      <a:pt x="27301" y="1"/>
                      <a:pt x="28361" y="620"/>
                    </a:cubicBezTo>
                    <a:lnTo>
                      <a:pt x="52150" y="14359"/>
                    </a:lnTo>
                    <a:cubicBezTo>
                      <a:pt x="53269" y="15002"/>
                      <a:pt x="53269" y="16622"/>
                      <a:pt x="52150" y="17265"/>
                    </a:cubicBezTo>
                    <a:lnTo>
                      <a:pt x="28361" y="31004"/>
                    </a:lnTo>
                    <a:cubicBezTo>
                      <a:pt x="27289" y="31624"/>
                      <a:pt x="25980" y="31624"/>
                      <a:pt x="24920" y="3100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" name="Google Shape;483;p13"/>
              <p:cNvSpPr/>
              <p:nvPr/>
            </p:nvSpPr>
            <p:spPr>
              <a:xfrm>
                <a:off x="3818244" y="2089627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7"/>
                    </a:moveTo>
                    <a:lnTo>
                      <a:pt x="0" y="1561"/>
                    </a:lnTo>
                    <a:lnTo>
                      <a:pt x="0" y="1"/>
                    </a:lnTo>
                    <a:lnTo>
                      <a:pt x="24194" y="1395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" name="Google Shape;484;p13"/>
              <p:cNvSpPr/>
              <p:nvPr/>
            </p:nvSpPr>
            <p:spPr>
              <a:xfrm>
                <a:off x="3818244" y="2153697"/>
                <a:ext cx="711364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9" extrusionOk="0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" name="Google Shape;485;p13"/>
              <p:cNvSpPr/>
              <p:nvPr/>
            </p:nvSpPr>
            <p:spPr>
              <a:xfrm>
                <a:off x="3818244" y="2218120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" name="Google Shape;486;p13"/>
              <p:cNvSpPr/>
              <p:nvPr/>
            </p:nvSpPr>
            <p:spPr>
              <a:xfrm>
                <a:off x="3818244" y="2282543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" name="Google Shape;487;p13"/>
              <p:cNvSpPr/>
              <p:nvPr/>
            </p:nvSpPr>
            <p:spPr>
              <a:xfrm>
                <a:off x="3818244" y="2346966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" name="Google Shape;488;p13"/>
              <p:cNvSpPr/>
              <p:nvPr/>
            </p:nvSpPr>
            <p:spPr>
              <a:xfrm>
                <a:off x="3818244" y="246178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" name="Google Shape;489;p13"/>
              <p:cNvSpPr/>
              <p:nvPr/>
            </p:nvSpPr>
            <p:spPr>
              <a:xfrm>
                <a:off x="3818244" y="2526209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" name="Google Shape;490;p13"/>
              <p:cNvSpPr/>
              <p:nvPr/>
            </p:nvSpPr>
            <p:spPr>
              <a:xfrm>
                <a:off x="3818244" y="2590250"/>
                <a:ext cx="711364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9" extrusionOk="0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" name="Google Shape;491;p13"/>
              <p:cNvSpPr/>
              <p:nvPr/>
            </p:nvSpPr>
            <p:spPr>
              <a:xfrm>
                <a:off x="3818244" y="2654673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" name="Google Shape;492;p13"/>
              <p:cNvSpPr/>
              <p:nvPr/>
            </p:nvSpPr>
            <p:spPr>
              <a:xfrm>
                <a:off x="3818244" y="271909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" name="Google Shape;493;p13"/>
              <p:cNvSpPr/>
              <p:nvPr/>
            </p:nvSpPr>
            <p:spPr>
              <a:xfrm>
                <a:off x="3818244" y="283391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" name="Google Shape;494;p13"/>
              <p:cNvSpPr/>
              <p:nvPr/>
            </p:nvSpPr>
            <p:spPr>
              <a:xfrm>
                <a:off x="3818244" y="2898339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" name="Google Shape;495;p13"/>
              <p:cNvSpPr/>
              <p:nvPr/>
            </p:nvSpPr>
            <p:spPr>
              <a:xfrm>
                <a:off x="3818244" y="2962762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" name="Google Shape;496;p13"/>
              <p:cNvSpPr/>
              <p:nvPr/>
            </p:nvSpPr>
            <p:spPr>
              <a:xfrm>
                <a:off x="3818244" y="3026803"/>
                <a:ext cx="711364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9" extrusionOk="0">
                    <a:moveTo>
                      <a:pt x="24194" y="15539"/>
                    </a:moveTo>
                    <a:lnTo>
                      <a:pt x="0" y="1573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" name="Google Shape;497;p13"/>
              <p:cNvSpPr/>
              <p:nvPr/>
            </p:nvSpPr>
            <p:spPr>
              <a:xfrm>
                <a:off x="3818244" y="309122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" name="Google Shape;498;p13"/>
              <p:cNvSpPr/>
              <p:nvPr/>
            </p:nvSpPr>
            <p:spPr>
              <a:xfrm>
                <a:off x="3818244" y="320604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7"/>
                    </a:moveTo>
                    <a:lnTo>
                      <a:pt x="0" y="1573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" name="Google Shape;499;p13"/>
              <p:cNvSpPr/>
              <p:nvPr/>
            </p:nvSpPr>
            <p:spPr>
              <a:xfrm>
                <a:off x="3818244" y="3270469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" name="Google Shape;500;p13"/>
              <p:cNvSpPr/>
              <p:nvPr/>
            </p:nvSpPr>
            <p:spPr>
              <a:xfrm>
                <a:off x="3818244" y="3334892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" name="Google Shape;501;p13"/>
              <p:cNvSpPr/>
              <p:nvPr/>
            </p:nvSpPr>
            <p:spPr>
              <a:xfrm>
                <a:off x="3818244" y="3399315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" name="Google Shape;502;p13"/>
              <p:cNvSpPr/>
              <p:nvPr/>
            </p:nvSpPr>
            <p:spPr>
              <a:xfrm>
                <a:off x="3818244" y="3463385"/>
                <a:ext cx="711364" cy="456856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8" extrusionOk="0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" name="Google Shape;503;p13"/>
              <p:cNvSpPr/>
              <p:nvPr/>
            </p:nvSpPr>
            <p:spPr>
              <a:xfrm>
                <a:off x="4606639" y="2089627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7"/>
                    </a:moveTo>
                    <a:lnTo>
                      <a:pt x="24182" y="1561"/>
                    </a:lnTo>
                    <a:lnTo>
                      <a:pt x="24182" y="1"/>
                    </a:lnTo>
                    <a:lnTo>
                      <a:pt x="0" y="1395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" name="Google Shape;504;p13"/>
              <p:cNvSpPr/>
              <p:nvPr/>
            </p:nvSpPr>
            <p:spPr>
              <a:xfrm>
                <a:off x="4606639" y="2153697"/>
                <a:ext cx="711011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9" extrusionOk="0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" name="Google Shape;505;p13"/>
              <p:cNvSpPr/>
              <p:nvPr/>
            </p:nvSpPr>
            <p:spPr>
              <a:xfrm>
                <a:off x="4606639" y="2218120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Google Shape;506;p13"/>
              <p:cNvSpPr/>
              <p:nvPr/>
            </p:nvSpPr>
            <p:spPr>
              <a:xfrm>
                <a:off x="4606639" y="2282543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" name="Google Shape;507;p13"/>
              <p:cNvSpPr/>
              <p:nvPr/>
            </p:nvSpPr>
            <p:spPr>
              <a:xfrm>
                <a:off x="4606639" y="2346966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Google Shape;508;p13"/>
              <p:cNvSpPr/>
              <p:nvPr/>
            </p:nvSpPr>
            <p:spPr>
              <a:xfrm>
                <a:off x="4606639" y="246178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Google Shape;509;p13"/>
              <p:cNvSpPr/>
              <p:nvPr/>
            </p:nvSpPr>
            <p:spPr>
              <a:xfrm>
                <a:off x="4606639" y="2526209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Google Shape;510;p13"/>
              <p:cNvSpPr/>
              <p:nvPr/>
            </p:nvSpPr>
            <p:spPr>
              <a:xfrm>
                <a:off x="4606639" y="2590250"/>
                <a:ext cx="711011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9" extrusionOk="0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Google Shape;511;p13"/>
              <p:cNvSpPr/>
              <p:nvPr/>
            </p:nvSpPr>
            <p:spPr>
              <a:xfrm>
                <a:off x="4606639" y="2654673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Google Shape;512;p13"/>
              <p:cNvSpPr/>
              <p:nvPr/>
            </p:nvSpPr>
            <p:spPr>
              <a:xfrm>
                <a:off x="4606639" y="271909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Google Shape;513;p13"/>
              <p:cNvSpPr/>
              <p:nvPr/>
            </p:nvSpPr>
            <p:spPr>
              <a:xfrm>
                <a:off x="4606639" y="283391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Google Shape;514;p13"/>
              <p:cNvSpPr/>
              <p:nvPr/>
            </p:nvSpPr>
            <p:spPr>
              <a:xfrm>
                <a:off x="4606639" y="2898339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" name="Google Shape;515;p13"/>
              <p:cNvSpPr/>
              <p:nvPr/>
            </p:nvSpPr>
            <p:spPr>
              <a:xfrm>
                <a:off x="4606639" y="2962762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Google Shape;516;p13"/>
              <p:cNvSpPr/>
              <p:nvPr/>
            </p:nvSpPr>
            <p:spPr>
              <a:xfrm>
                <a:off x="4606639" y="3026803"/>
                <a:ext cx="711011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9" extrusionOk="0">
                    <a:moveTo>
                      <a:pt x="0" y="15539"/>
                    </a:moveTo>
                    <a:lnTo>
                      <a:pt x="24182" y="1573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Google Shape;517;p13"/>
              <p:cNvSpPr/>
              <p:nvPr/>
            </p:nvSpPr>
            <p:spPr>
              <a:xfrm>
                <a:off x="4606639" y="309122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" name="Google Shape;518;p13"/>
              <p:cNvSpPr/>
              <p:nvPr/>
            </p:nvSpPr>
            <p:spPr>
              <a:xfrm>
                <a:off x="4606639" y="320604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7"/>
                    </a:moveTo>
                    <a:lnTo>
                      <a:pt x="24182" y="1573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" name="Google Shape;519;p13"/>
              <p:cNvSpPr/>
              <p:nvPr/>
            </p:nvSpPr>
            <p:spPr>
              <a:xfrm>
                <a:off x="4606639" y="3270469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" name="Google Shape;520;p13"/>
              <p:cNvSpPr/>
              <p:nvPr/>
            </p:nvSpPr>
            <p:spPr>
              <a:xfrm>
                <a:off x="4606639" y="3334892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" name="Google Shape;521;p13"/>
              <p:cNvSpPr/>
              <p:nvPr/>
            </p:nvSpPr>
            <p:spPr>
              <a:xfrm>
                <a:off x="4606639" y="3399315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" name="Google Shape;522;p13"/>
              <p:cNvSpPr/>
              <p:nvPr/>
            </p:nvSpPr>
            <p:spPr>
              <a:xfrm>
                <a:off x="4606639" y="3463385"/>
                <a:ext cx="711011" cy="456856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8" extrusionOk="0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23" name="Google Shape;523;p13"/>
              <p:cNvGrpSpPr/>
              <p:nvPr/>
            </p:nvGrpSpPr>
            <p:grpSpPr>
              <a:xfrm>
                <a:off x="3478424" y="1308364"/>
                <a:ext cx="2180470" cy="1878295"/>
                <a:chOff x="5553063" y="1487604"/>
                <a:chExt cx="1981525" cy="1707075"/>
              </a:xfrm>
            </p:grpSpPr>
            <p:sp>
              <p:nvSpPr>
                <p:cNvPr id="524" name="Google Shape;524;p13"/>
                <p:cNvSpPr/>
                <p:nvPr/>
              </p:nvSpPr>
              <p:spPr>
                <a:xfrm>
                  <a:off x="5563488" y="2071829"/>
                  <a:ext cx="1960975" cy="1122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439" h="44914" extrusionOk="0">
                      <a:moveTo>
                        <a:pt x="12" y="1"/>
                      </a:moveTo>
                      <a:cubicBezTo>
                        <a:pt x="12" y="72"/>
                        <a:pt x="12" y="132"/>
                        <a:pt x="12" y="191"/>
                      </a:cubicBezTo>
                      <a:cubicBezTo>
                        <a:pt x="12" y="263"/>
                        <a:pt x="12" y="322"/>
                        <a:pt x="12" y="394"/>
                      </a:cubicBezTo>
                      <a:cubicBezTo>
                        <a:pt x="12" y="453"/>
                        <a:pt x="12" y="525"/>
                        <a:pt x="12" y="584"/>
                      </a:cubicBezTo>
                      <a:cubicBezTo>
                        <a:pt x="12" y="656"/>
                        <a:pt x="12" y="715"/>
                        <a:pt x="12" y="775"/>
                      </a:cubicBezTo>
                      <a:cubicBezTo>
                        <a:pt x="12" y="846"/>
                        <a:pt x="12" y="906"/>
                        <a:pt x="12" y="977"/>
                      </a:cubicBezTo>
                      <a:cubicBezTo>
                        <a:pt x="12" y="1037"/>
                        <a:pt x="12" y="1108"/>
                        <a:pt x="12" y="1167"/>
                      </a:cubicBezTo>
                      <a:cubicBezTo>
                        <a:pt x="12" y="1239"/>
                        <a:pt x="12" y="1298"/>
                        <a:pt x="12" y="1358"/>
                      </a:cubicBezTo>
                      <a:cubicBezTo>
                        <a:pt x="12" y="1429"/>
                        <a:pt x="12" y="1489"/>
                        <a:pt x="12" y="1560"/>
                      </a:cubicBezTo>
                      <a:cubicBezTo>
                        <a:pt x="12" y="1620"/>
                        <a:pt x="12" y="1691"/>
                        <a:pt x="12" y="1751"/>
                      </a:cubicBezTo>
                      <a:cubicBezTo>
                        <a:pt x="12" y="1822"/>
                        <a:pt x="12" y="1882"/>
                        <a:pt x="12" y="1941"/>
                      </a:cubicBezTo>
                      <a:cubicBezTo>
                        <a:pt x="12" y="2013"/>
                        <a:pt x="12" y="2072"/>
                        <a:pt x="12" y="2144"/>
                      </a:cubicBezTo>
                      <a:cubicBezTo>
                        <a:pt x="12" y="2203"/>
                        <a:pt x="12" y="2275"/>
                        <a:pt x="12" y="2334"/>
                      </a:cubicBezTo>
                      <a:cubicBezTo>
                        <a:pt x="12" y="2406"/>
                        <a:pt x="12" y="2465"/>
                        <a:pt x="12" y="2525"/>
                      </a:cubicBezTo>
                      <a:cubicBezTo>
                        <a:pt x="12" y="2596"/>
                        <a:pt x="12" y="2656"/>
                        <a:pt x="12" y="2727"/>
                      </a:cubicBezTo>
                      <a:cubicBezTo>
                        <a:pt x="12" y="2787"/>
                        <a:pt x="12" y="2858"/>
                        <a:pt x="12" y="2918"/>
                      </a:cubicBezTo>
                      <a:cubicBezTo>
                        <a:pt x="12" y="2989"/>
                        <a:pt x="12" y="3049"/>
                        <a:pt x="12" y="3108"/>
                      </a:cubicBezTo>
                      <a:cubicBezTo>
                        <a:pt x="12" y="3180"/>
                        <a:pt x="12" y="3239"/>
                        <a:pt x="12" y="3311"/>
                      </a:cubicBezTo>
                      <a:cubicBezTo>
                        <a:pt x="12" y="3370"/>
                        <a:pt x="12" y="3442"/>
                        <a:pt x="12" y="3501"/>
                      </a:cubicBezTo>
                      <a:cubicBezTo>
                        <a:pt x="12" y="3573"/>
                        <a:pt x="12" y="3632"/>
                        <a:pt x="12" y="3692"/>
                      </a:cubicBezTo>
                      <a:cubicBezTo>
                        <a:pt x="12" y="3763"/>
                        <a:pt x="12" y="3823"/>
                        <a:pt x="12" y="3894"/>
                      </a:cubicBezTo>
                      <a:cubicBezTo>
                        <a:pt x="12" y="3954"/>
                        <a:pt x="12" y="4025"/>
                        <a:pt x="12" y="4085"/>
                      </a:cubicBezTo>
                      <a:cubicBezTo>
                        <a:pt x="12" y="4156"/>
                        <a:pt x="12" y="4215"/>
                        <a:pt x="12" y="4275"/>
                      </a:cubicBezTo>
                      <a:cubicBezTo>
                        <a:pt x="12" y="4346"/>
                        <a:pt x="12" y="4406"/>
                        <a:pt x="12" y="4477"/>
                      </a:cubicBezTo>
                      <a:cubicBezTo>
                        <a:pt x="12" y="4537"/>
                        <a:pt x="12" y="4608"/>
                        <a:pt x="12" y="4668"/>
                      </a:cubicBezTo>
                      <a:cubicBezTo>
                        <a:pt x="12" y="4739"/>
                        <a:pt x="12" y="4799"/>
                        <a:pt x="12" y="4858"/>
                      </a:cubicBezTo>
                      <a:cubicBezTo>
                        <a:pt x="12" y="4930"/>
                        <a:pt x="12" y="4989"/>
                        <a:pt x="12" y="5061"/>
                      </a:cubicBezTo>
                      <a:cubicBezTo>
                        <a:pt x="12" y="5120"/>
                        <a:pt x="12" y="5192"/>
                        <a:pt x="12" y="5251"/>
                      </a:cubicBezTo>
                      <a:cubicBezTo>
                        <a:pt x="12" y="5323"/>
                        <a:pt x="12" y="5382"/>
                        <a:pt x="12" y="5442"/>
                      </a:cubicBezTo>
                      <a:cubicBezTo>
                        <a:pt x="12" y="5513"/>
                        <a:pt x="12" y="5573"/>
                        <a:pt x="12" y="5644"/>
                      </a:cubicBezTo>
                      <a:cubicBezTo>
                        <a:pt x="12" y="5704"/>
                        <a:pt x="12" y="5775"/>
                        <a:pt x="12" y="5835"/>
                      </a:cubicBezTo>
                      <a:cubicBezTo>
                        <a:pt x="12" y="5906"/>
                        <a:pt x="12" y="5966"/>
                        <a:pt x="12" y="6025"/>
                      </a:cubicBezTo>
                      <a:cubicBezTo>
                        <a:pt x="12" y="6097"/>
                        <a:pt x="12" y="6156"/>
                        <a:pt x="12" y="6228"/>
                      </a:cubicBezTo>
                      <a:cubicBezTo>
                        <a:pt x="12" y="6287"/>
                        <a:pt x="12" y="6359"/>
                        <a:pt x="12" y="6418"/>
                      </a:cubicBezTo>
                      <a:cubicBezTo>
                        <a:pt x="12" y="6490"/>
                        <a:pt x="12" y="6549"/>
                        <a:pt x="12" y="6609"/>
                      </a:cubicBezTo>
                      <a:cubicBezTo>
                        <a:pt x="12" y="6680"/>
                        <a:pt x="12" y="6740"/>
                        <a:pt x="12" y="6811"/>
                      </a:cubicBezTo>
                      <a:cubicBezTo>
                        <a:pt x="12" y="6871"/>
                        <a:pt x="12" y="6942"/>
                        <a:pt x="12" y="7002"/>
                      </a:cubicBezTo>
                      <a:cubicBezTo>
                        <a:pt x="12" y="7073"/>
                        <a:pt x="12" y="7132"/>
                        <a:pt x="12" y="7192"/>
                      </a:cubicBezTo>
                      <a:cubicBezTo>
                        <a:pt x="12" y="7263"/>
                        <a:pt x="12" y="7323"/>
                        <a:pt x="12" y="7394"/>
                      </a:cubicBezTo>
                      <a:cubicBezTo>
                        <a:pt x="12" y="7454"/>
                        <a:pt x="12" y="7525"/>
                        <a:pt x="12" y="7585"/>
                      </a:cubicBezTo>
                      <a:cubicBezTo>
                        <a:pt x="12" y="7656"/>
                        <a:pt x="12" y="7716"/>
                        <a:pt x="12" y="7775"/>
                      </a:cubicBezTo>
                      <a:cubicBezTo>
                        <a:pt x="12" y="7847"/>
                        <a:pt x="12" y="7906"/>
                        <a:pt x="12" y="7978"/>
                      </a:cubicBezTo>
                      <a:cubicBezTo>
                        <a:pt x="12" y="8037"/>
                        <a:pt x="12" y="8109"/>
                        <a:pt x="12" y="8168"/>
                      </a:cubicBezTo>
                      <a:cubicBezTo>
                        <a:pt x="12" y="8228"/>
                        <a:pt x="12" y="8299"/>
                        <a:pt x="12" y="8359"/>
                      </a:cubicBezTo>
                      <a:cubicBezTo>
                        <a:pt x="12" y="8430"/>
                        <a:pt x="12" y="8490"/>
                        <a:pt x="12" y="8561"/>
                      </a:cubicBezTo>
                      <a:cubicBezTo>
                        <a:pt x="12" y="8621"/>
                        <a:pt x="12" y="8692"/>
                        <a:pt x="12" y="8752"/>
                      </a:cubicBezTo>
                      <a:cubicBezTo>
                        <a:pt x="12" y="8811"/>
                        <a:pt x="12" y="8883"/>
                        <a:pt x="12" y="8942"/>
                      </a:cubicBezTo>
                      <a:cubicBezTo>
                        <a:pt x="12" y="9014"/>
                        <a:pt x="12" y="9073"/>
                        <a:pt x="12" y="9145"/>
                      </a:cubicBezTo>
                      <a:cubicBezTo>
                        <a:pt x="12" y="9204"/>
                        <a:pt x="12" y="9276"/>
                        <a:pt x="12" y="9335"/>
                      </a:cubicBezTo>
                      <a:cubicBezTo>
                        <a:pt x="12" y="9395"/>
                        <a:pt x="12" y="9466"/>
                        <a:pt x="12" y="9526"/>
                      </a:cubicBezTo>
                      <a:cubicBezTo>
                        <a:pt x="12" y="9597"/>
                        <a:pt x="12" y="9657"/>
                        <a:pt x="12" y="9728"/>
                      </a:cubicBezTo>
                      <a:cubicBezTo>
                        <a:pt x="12" y="9788"/>
                        <a:pt x="12" y="9859"/>
                        <a:pt x="12" y="9919"/>
                      </a:cubicBezTo>
                      <a:cubicBezTo>
                        <a:pt x="12" y="9978"/>
                        <a:pt x="12" y="10050"/>
                        <a:pt x="12" y="10109"/>
                      </a:cubicBezTo>
                      <a:cubicBezTo>
                        <a:pt x="12" y="10180"/>
                        <a:pt x="12" y="10240"/>
                        <a:pt x="12" y="10311"/>
                      </a:cubicBezTo>
                      <a:cubicBezTo>
                        <a:pt x="12" y="10371"/>
                        <a:pt x="12" y="10442"/>
                        <a:pt x="12" y="10502"/>
                      </a:cubicBezTo>
                      <a:cubicBezTo>
                        <a:pt x="12" y="10561"/>
                        <a:pt x="12" y="10633"/>
                        <a:pt x="12" y="10692"/>
                      </a:cubicBezTo>
                      <a:cubicBezTo>
                        <a:pt x="12" y="10764"/>
                        <a:pt x="12" y="10823"/>
                        <a:pt x="12" y="10895"/>
                      </a:cubicBezTo>
                      <a:cubicBezTo>
                        <a:pt x="12" y="10954"/>
                        <a:pt x="12" y="11026"/>
                        <a:pt x="12" y="11085"/>
                      </a:cubicBezTo>
                      <a:cubicBezTo>
                        <a:pt x="12" y="11145"/>
                        <a:pt x="12" y="11216"/>
                        <a:pt x="12" y="11276"/>
                      </a:cubicBezTo>
                      <a:cubicBezTo>
                        <a:pt x="12" y="11347"/>
                        <a:pt x="12" y="11407"/>
                        <a:pt x="12" y="11478"/>
                      </a:cubicBezTo>
                      <a:cubicBezTo>
                        <a:pt x="12" y="11538"/>
                        <a:pt x="12" y="11609"/>
                        <a:pt x="12" y="11669"/>
                      </a:cubicBezTo>
                      <a:cubicBezTo>
                        <a:pt x="12" y="11728"/>
                        <a:pt x="12" y="11800"/>
                        <a:pt x="12" y="11859"/>
                      </a:cubicBezTo>
                      <a:cubicBezTo>
                        <a:pt x="12" y="11931"/>
                        <a:pt x="12" y="11990"/>
                        <a:pt x="12" y="12062"/>
                      </a:cubicBezTo>
                      <a:cubicBezTo>
                        <a:pt x="12" y="12121"/>
                        <a:pt x="12" y="12193"/>
                        <a:pt x="12" y="12252"/>
                      </a:cubicBezTo>
                      <a:cubicBezTo>
                        <a:pt x="12" y="12312"/>
                        <a:pt x="12" y="12383"/>
                        <a:pt x="12" y="12443"/>
                      </a:cubicBezTo>
                      <a:cubicBezTo>
                        <a:pt x="12" y="12514"/>
                        <a:pt x="12" y="12574"/>
                        <a:pt x="12" y="12645"/>
                      </a:cubicBezTo>
                      <a:cubicBezTo>
                        <a:pt x="12" y="12705"/>
                        <a:pt x="12" y="12776"/>
                        <a:pt x="12" y="12836"/>
                      </a:cubicBezTo>
                      <a:cubicBezTo>
                        <a:pt x="12" y="12895"/>
                        <a:pt x="12" y="12967"/>
                        <a:pt x="12" y="13026"/>
                      </a:cubicBezTo>
                      <a:cubicBezTo>
                        <a:pt x="12" y="13098"/>
                        <a:pt x="12" y="13157"/>
                        <a:pt x="12" y="13228"/>
                      </a:cubicBezTo>
                      <a:cubicBezTo>
                        <a:pt x="12" y="13288"/>
                        <a:pt x="12" y="13359"/>
                        <a:pt x="12" y="13419"/>
                      </a:cubicBezTo>
                      <a:cubicBezTo>
                        <a:pt x="12" y="13479"/>
                        <a:pt x="12" y="13550"/>
                        <a:pt x="12" y="13609"/>
                      </a:cubicBezTo>
                      <a:cubicBezTo>
                        <a:pt x="12" y="13681"/>
                        <a:pt x="12" y="13740"/>
                        <a:pt x="12" y="13812"/>
                      </a:cubicBezTo>
                      <a:cubicBezTo>
                        <a:pt x="12" y="13871"/>
                        <a:pt x="12" y="13943"/>
                        <a:pt x="12" y="14002"/>
                      </a:cubicBezTo>
                      <a:cubicBezTo>
                        <a:pt x="12" y="14062"/>
                        <a:pt x="12" y="14133"/>
                        <a:pt x="12" y="14193"/>
                      </a:cubicBezTo>
                      <a:cubicBezTo>
                        <a:pt x="12" y="14264"/>
                        <a:pt x="12" y="14324"/>
                        <a:pt x="12" y="14395"/>
                      </a:cubicBezTo>
                      <a:cubicBezTo>
                        <a:pt x="12" y="14455"/>
                        <a:pt x="12" y="14526"/>
                        <a:pt x="12" y="14586"/>
                      </a:cubicBezTo>
                      <a:cubicBezTo>
                        <a:pt x="12" y="14645"/>
                        <a:pt x="12" y="14717"/>
                        <a:pt x="12" y="14776"/>
                      </a:cubicBezTo>
                      <a:cubicBezTo>
                        <a:pt x="12" y="14848"/>
                        <a:pt x="12" y="14907"/>
                        <a:pt x="12" y="14979"/>
                      </a:cubicBezTo>
                      <a:cubicBezTo>
                        <a:pt x="12" y="15038"/>
                        <a:pt x="12" y="15110"/>
                        <a:pt x="12" y="15169"/>
                      </a:cubicBezTo>
                      <a:cubicBezTo>
                        <a:pt x="12" y="15229"/>
                        <a:pt x="12" y="15300"/>
                        <a:pt x="12" y="15360"/>
                      </a:cubicBezTo>
                      <a:cubicBezTo>
                        <a:pt x="12" y="15431"/>
                        <a:pt x="12" y="15491"/>
                        <a:pt x="12" y="15562"/>
                      </a:cubicBezTo>
                      <a:cubicBezTo>
                        <a:pt x="12" y="15622"/>
                        <a:pt x="12" y="15693"/>
                        <a:pt x="12" y="15753"/>
                      </a:cubicBezTo>
                      <a:cubicBezTo>
                        <a:pt x="12" y="15812"/>
                        <a:pt x="12" y="15884"/>
                        <a:pt x="12" y="15943"/>
                      </a:cubicBezTo>
                      <a:cubicBezTo>
                        <a:pt x="12" y="16015"/>
                        <a:pt x="12" y="16074"/>
                        <a:pt x="12" y="16146"/>
                      </a:cubicBezTo>
                      <a:cubicBezTo>
                        <a:pt x="12" y="16205"/>
                        <a:pt x="12" y="16276"/>
                        <a:pt x="12" y="16336"/>
                      </a:cubicBezTo>
                      <a:cubicBezTo>
                        <a:pt x="12" y="16396"/>
                        <a:pt x="12" y="16467"/>
                        <a:pt x="12" y="16527"/>
                      </a:cubicBezTo>
                      <a:cubicBezTo>
                        <a:pt x="12" y="16598"/>
                        <a:pt x="12" y="16657"/>
                        <a:pt x="12" y="16729"/>
                      </a:cubicBezTo>
                      <a:cubicBezTo>
                        <a:pt x="12" y="16788"/>
                        <a:pt x="12" y="16860"/>
                        <a:pt x="12" y="16919"/>
                      </a:cubicBezTo>
                      <a:cubicBezTo>
                        <a:pt x="12" y="16979"/>
                        <a:pt x="12" y="17050"/>
                        <a:pt x="12" y="17110"/>
                      </a:cubicBezTo>
                      <a:cubicBezTo>
                        <a:pt x="12" y="17181"/>
                        <a:pt x="12" y="17241"/>
                        <a:pt x="12" y="17312"/>
                      </a:cubicBezTo>
                      <a:cubicBezTo>
                        <a:pt x="12" y="17372"/>
                        <a:pt x="12" y="17443"/>
                        <a:pt x="12" y="17503"/>
                      </a:cubicBezTo>
                      <a:cubicBezTo>
                        <a:pt x="12" y="17562"/>
                        <a:pt x="12" y="17634"/>
                        <a:pt x="12" y="17693"/>
                      </a:cubicBezTo>
                      <a:cubicBezTo>
                        <a:pt x="12" y="17765"/>
                        <a:pt x="12" y="17824"/>
                        <a:pt x="12" y="17896"/>
                      </a:cubicBezTo>
                      <a:cubicBezTo>
                        <a:pt x="12" y="17955"/>
                        <a:pt x="12" y="18015"/>
                        <a:pt x="12" y="18086"/>
                      </a:cubicBezTo>
                      <a:cubicBezTo>
                        <a:pt x="12" y="18146"/>
                        <a:pt x="12" y="18217"/>
                        <a:pt x="12" y="18277"/>
                      </a:cubicBezTo>
                      <a:cubicBezTo>
                        <a:pt x="12" y="18348"/>
                        <a:pt x="12" y="18408"/>
                        <a:pt x="12" y="18479"/>
                      </a:cubicBezTo>
                      <a:cubicBezTo>
                        <a:pt x="12" y="18539"/>
                        <a:pt x="12" y="18598"/>
                        <a:pt x="12" y="18670"/>
                      </a:cubicBezTo>
                      <a:cubicBezTo>
                        <a:pt x="12" y="18729"/>
                        <a:pt x="12" y="18801"/>
                        <a:pt x="12" y="18860"/>
                      </a:cubicBezTo>
                      <a:cubicBezTo>
                        <a:pt x="12" y="18932"/>
                        <a:pt x="12" y="18991"/>
                        <a:pt x="12" y="19063"/>
                      </a:cubicBezTo>
                      <a:cubicBezTo>
                        <a:pt x="12" y="19122"/>
                        <a:pt x="12" y="19182"/>
                        <a:pt x="12" y="19253"/>
                      </a:cubicBezTo>
                      <a:cubicBezTo>
                        <a:pt x="12" y="19313"/>
                        <a:pt x="12" y="19384"/>
                        <a:pt x="12" y="19444"/>
                      </a:cubicBezTo>
                      <a:cubicBezTo>
                        <a:pt x="12" y="19515"/>
                        <a:pt x="12" y="19575"/>
                        <a:pt x="12" y="19646"/>
                      </a:cubicBezTo>
                      <a:cubicBezTo>
                        <a:pt x="12" y="19705"/>
                        <a:pt x="12" y="19765"/>
                        <a:pt x="12" y="19836"/>
                      </a:cubicBezTo>
                      <a:cubicBezTo>
                        <a:pt x="12" y="19896"/>
                        <a:pt x="12" y="19967"/>
                        <a:pt x="12" y="20027"/>
                      </a:cubicBezTo>
                      <a:cubicBezTo>
                        <a:pt x="12" y="20098"/>
                        <a:pt x="12" y="20158"/>
                        <a:pt x="12" y="20229"/>
                      </a:cubicBezTo>
                      <a:cubicBezTo>
                        <a:pt x="12" y="20289"/>
                        <a:pt x="12" y="20348"/>
                        <a:pt x="12" y="20420"/>
                      </a:cubicBezTo>
                      <a:cubicBezTo>
                        <a:pt x="12" y="20479"/>
                        <a:pt x="12" y="20551"/>
                        <a:pt x="12" y="20610"/>
                      </a:cubicBezTo>
                      <a:cubicBezTo>
                        <a:pt x="12" y="20682"/>
                        <a:pt x="12" y="20741"/>
                        <a:pt x="12" y="20813"/>
                      </a:cubicBezTo>
                      <a:cubicBezTo>
                        <a:pt x="12" y="20872"/>
                        <a:pt x="12" y="20932"/>
                        <a:pt x="12" y="21003"/>
                      </a:cubicBezTo>
                      <a:cubicBezTo>
                        <a:pt x="12" y="21063"/>
                        <a:pt x="12" y="21134"/>
                        <a:pt x="12" y="21194"/>
                      </a:cubicBezTo>
                      <a:cubicBezTo>
                        <a:pt x="12" y="21265"/>
                        <a:pt x="12" y="21325"/>
                        <a:pt x="12" y="21396"/>
                      </a:cubicBezTo>
                      <a:cubicBezTo>
                        <a:pt x="12" y="21456"/>
                        <a:pt x="12" y="21515"/>
                        <a:pt x="12" y="21587"/>
                      </a:cubicBezTo>
                      <a:cubicBezTo>
                        <a:pt x="0" y="22515"/>
                        <a:pt x="500" y="23373"/>
                        <a:pt x="1310" y="23837"/>
                      </a:cubicBezTo>
                      <a:lnTo>
                        <a:pt x="36612" y="44208"/>
                      </a:lnTo>
                      <a:cubicBezTo>
                        <a:pt x="37416" y="44679"/>
                        <a:pt x="38315" y="44914"/>
                        <a:pt x="39215" y="44914"/>
                      </a:cubicBezTo>
                      <a:cubicBezTo>
                        <a:pt x="40115" y="44914"/>
                        <a:pt x="41017" y="44679"/>
                        <a:pt x="41827" y="44208"/>
                      </a:cubicBezTo>
                      <a:lnTo>
                        <a:pt x="77129" y="23837"/>
                      </a:lnTo>
                      <a:cubicBezTo>
                        <a:pt x="77939" y="23373"/>
                        <a:pt x="78439" y="22515"/>
                        <a:pt x="78427" y="21587"/>
                      </a:cubicBezTo>
                      <a:lnTo>
                        <a:pt x="78427" y="21384"/>
                      </a:lnTo>
                      <a:lnTo>
                        <a:pt x="78427" y="21194"/>
                      </a:lnTo>
                      <a:lnTo>
                        <a:pt x="78427" y="21003"/>
                      </a:lnTo>
                      <a:lnTo>
                        <a:pt x="78427" y="20801"/>
                      </a:lnTo>
                      <a:lnTo>
                        <a:pt x="78427" y="20610"/>
                      </a:lnTo>
                      <a:lnTo>
                        <a:pt x="78427" y="20420"/>
                      </a:lnTo>
                      <a:lnTo>
                        <a:pt x="78427" y="20217"/>
                      </a:lnTo>
                      <a:lnTo>
                        <a:pt x="78427" y="20027"/>
                      </a:lnTo>
                      <a:lnTo>
                        <a:pt x="78427" y="19836"/>
                      </a:lnTo>
                      <a:lnTo>
                        <a:pt x="78427" y="19634"/>
                      </a:lnTo>
                      <a:lnTo>
                        <a:pt x="78427" y="19444"/>
                      </a:lnTo>
                      <a:lnTo>
                        <a:pt x="78427" y="19253"/>
                      </a:lnTo>
                      <a:lnTo>
                        <a:pt x="78427" y="19051"/>
                      </a:lnTo>
                      <a:lnTo>
                        <a:pt x="78427" y="18860"/>
                      </a:lnTo>
                      <a:lnTo>
                        <a:pt x="78427" y="18670"/>
                      </a:lnTo>
                      <a:lnTo>
                        <a:pt x="78427" y="18467"/>
                      </a:lnTo>
                      <a:lnTo>
                        <a:pt x="78427" y="18277"/>
                      </a:lnTo>
                      <a:lnTo>
                        <a:pt x="78427" y="18086"/>
                      </a:lnTo>
                      <a:lnTo>
                        <a:pt x="78427" y="17884"/>
                      </a:lnTo>
                      <a:lnTo>
                        <a:pt x="78427" y="17693"/>
                      </a:lnTo>
                      <a:lnTo>
                        <a:pt x="78427" y="17503"/>
                      </a:lnTo>
                      <a:lnTo>
                        <a:pt x="78427" y="17300"/>
                      </a:lnTo>
                      <a:lnTo>
                        <a:pt x="78427" y="17110"/>
                      </a:lnTo>
                      <a:lnTo>
                        <a:pt x="78427" y="16919"/>
                      </a:lnTo>
                      <a:lnTo>
                        <a:pt x="78427" y="16717"/>
                      </a:lnTo>
                      <a:lnTo>
                        <a:pt x="78427" y="16527"/>
                      </a:lnTo>
                      <a:lnTo>
                        <a:pt x="78427" y="16336"/>
                      </a:lnTo>
                      <a:lnTo>
                        <a:pt x="78427" y="16146"/>
                      </a:lnTo>
                      <a:lnTo>
                        <a:pt x="78427" y="15943"/>
                      </a:lnTo>
                      <a:lnTo>
                        <a:pt x="78427" y="15753"/>
                      </a:lnTo>
                      <a:lnTo>
                        <a:pt x="78427" y="15562"/>
                      </a:lnTo>
                      <a:lnTo>
                        <a:pt x="78427" y="15360"/>
                      </a:lnTo>
                      <a:lnTo>
                        <a:pt x="78427" y="15169"/>
                      </a:lnTo>
                      <a:lnTo>
                        <a:pt x="78427" y="14979"/>
                      </a:lnTo>
                      <a:lnTo>
                        <a:pt x="78427" y="14776"/>
                      </a:lnTo>
                      <a:lnTo>
                        <a:pt x="78427" y="14586"/>
                      </a:lnTo>
                      <a:lnTo>
                        <a:pt x="78427" y="14395"/>
                      </a:lnTo>
                      <a:lnTo>
                        <a:pt x="78427" y="14193"/>
                      </a:lnTo>
                      <a:lnTo>
                        <a:pt x="78427" y="14002"/>
                      </a:lnTo>
                      <a:lnTo>
                        <a:pt x="78427" y="13812"/>
                      </a:lnTo>
                      <a:lnTo>
                        <a:pt x="78427" y="13609"/>
                      </a:lnTo>
                      <a:lnTo>
                        <a:pt x="78427" y="13419"/>
                      </a:lnTo>
                      <a:lnTo>
                        <a:pt x="78427" y="13228"/>
                      </a:lnTo>
                      <a:lnTo>
                        <a:pt x="78427" y="13026"/>
                      </a:lnTo>
                      <a:lnTo>
                        <a:pt x="78427" y="12836"/>
                      </a:lnTo>
                      <a:lnTo>
                        <a:pt x="78427" y="12645"/>
                      </a:lnTo>
                      <a:lnTo>
                        <a:pt x="78427" y="12443"/>
                      </a:lnTo>
                      <a:lnTo>
                        <a:pt x="78427" y="12252"/>
                      </a:lnTo>
                      <a:lnTo>
                        <a:pt x="78427" y="12062"/>
                      </a:lnTo>
                      <a:lnTo>
                        <a:pt x="78427" y="11859"/>
                      </a:lnTo>
                      <a:lnTo>
                        <a:pt x="78427" y="11669"/>
                      </a:lnTo>
                      <a:lnTo>
                        <a:pt x="78427" y="11478"/>
                      </a:lnTo>
                      <a:lnTo>
                        <a:pt x="78427" y="11276"/>
                      </a:lnTo>
                      <a:lnTo>
                        <a:pt x="78427" y="11085"/>
                      </a:lnTo>
                      <a:lnTo>
                        <a:pt x="78427" y="10895"/>
                      </a:lnTo>
                      <a:lnTo>
                        <a:pt x="78427" y="10692"/>
                      </a:lnTo>
                      <a:lnTo>
                        <a:pt x="78427" y="10502"/>
                      </a:lnTo>
                      <a:lnTo>
                        <a:pt x="78427" y="10311"/>
                      </a:lnTo>
                      <a:lnTo>
                        <a:pt x="78427" y="10109"/>
                      </a:lnTo>
                      <a:lnTo>
                        <a:pt x="78427" y="9919"/>
                      </a:lnTo>
                      <a:lnTo>
                        <a:pt x="78427" y="9728"/>
                      </a:lnTo>
                      <a:lnTo>
                        <a:pt x="78427" y="9526"/>
                      </a:lnTo>
                      <a:lnTo>
                        <a:pt x="78427" y="9335"/>
                      </a:lnTo>
                      <a:lnTo>
                        <a:pt x="78427" y="9145"/>
                      </a:lnTo>
                      <a:lnTo>
                        <a:pt x="78427" y="8942"/>
                      </a:lnTo>
                      <a:lnTo>
                        <a:pt x="78427" y="8752"/>
                      </a:lnTo>
                      <a:lnTo>
                        <a:pt x="78427" y="8561"/>
                      </a:lnTo>
                      <a:lnTo>
                        <a:pt x="78427" y="8359"/>
                      </a:lnTo>
                      <a:lnTo>
                        <a:pt x="78427" y="8168"/>
                      </a:lnTo>
                      <a:lnTo>
                        <a:pt x="78427" y="7978"/>
                      </a:lnTo>
                      <a:lnTo>
                        <a:pt x="78427" y="7775"/>
                      </a:lnTo>
                      <a:lnTo>
                        <a:pt x="78427" y="7585"/>
                      </a:lnTo>
                      <a:lnTo>
                        <a:pt x="78427" y="7394"/>
                      </a:lnTo>
                      <a:lnTo>
                        <a:pt x="78427" y="7192"/>
                      </a:lnTo>
                      <a:lnTo>
                        <a:pt x="78427" y="7002"/>
                      </a:lnTo>
                      <a:lnTo>
                        <a:pt x="78427" y="6811"/>
                      </a:lnTo>
                      <a:lnTo>
                        <a:pt x="78427" y="6609"/>
                      </a:lnTo>
                      <a:lnTo>
                        <a:pt x="78427" y="6418"/>
                      </a:lnTo>
                      <a:lnTo>
                        <a:pt x="78427" y="6228"/>
                      </a:lnTo>
                      <a:lnTo>
                        <a:pt x="78427" y="6025"/>
                      </a:lnTo>
                      <a:lnTo>
                        <a:pt x="78427" y="5835"/>
                      </a:lnTo>
                      <a:lnTo>
                        <a:pt x="78427" y="5644"/>
                      </a:lnTo>
                      <a:lnTo>
                        <a:pt x="78427" y="5442"/>
                      </a:lnTo>
                      <a:lnTo>
                        <a:pt x="78427" y="5251"/>
                      </a:lnTo>
                      <a:lnTo>
                        <a:pt x="78427" y="5061"/>
                      </a:lnTo>
                      <a:lnTo>
                        <a:pt x="78427" y="4858"/>
                      </a:lnTo>
                      <a:lnTo>
                        <a:pt x="78427" y="4668"/>
                      </a:lnTo>
                      <a:lnTo>
                        <a:pt x="78427" y="4477"/>
                      </a:lnTo>
                      <a:lnTo>
                        <a:pt x="78427" y="4275"/>
                      </a:lnTo>
                      <a:lnTo>
                        <a:pt x="78427" y="4085"/>
                      </a:lnTo>
                      <a:lnTo>
                        <a:pt x="78427" y="3894"/>
                      </a:lnTo>
                      <a:lnTo>
                        <a:pt x="78427" y="3692"/>
                      </a:lnTo>
                      <a:lnTo>
                        <a:pt x="78427" y="3501"/>
                      </a:lnTo>
                      <a:lnTo>
                        <a:pt x="78427" y="3311"/>
                      </a:lnTo>
                      <a:lnTo>
                        <a:pt x="78427" y="3108"/>
                      </a:lnTo>
                      <a:lnTo>
                        <a:pt x="78427" y="2918"/>
                      </a:lnTo>
                      <a:lnTo>
                        <a:pt x="78427" y="2727"/>
                      </a:lnTo>
                      <a:lnTo>
                        <a:pt x="78427" y="2525"/>
                      </a:lnTo>
                      <a:lnTo>
                        <a:pt x="78427" y="2334"/>
                      </a:lnTo>
                      <a:lnTo>
                        <a:pt x="78427" y="2144"/>
                      </a:lnTo>
                      <a:lnTo>
                        <a:pt x="78427" y="1941"/>
                      </a:lnTo>
                      <a:lnTo>
                        <a:pt x="78427" y="1751"/>
                      </a:lnTo>
                      <a:lnTo>
                        <a:pt x="78427" y="1560"/>
                      </a:lnTo>
                      <a:lnTo>
                        <a:pt x="78427" y="1358"/>
                      </a:lnTo>
                      <a:lnTo>
                        <a:pt x="78427" y="1167"/>
                      </a:lnTo>
                      <a:lnTo>
                        <a:pt x="78427" y="977"/>
                      </a:lnTo>
                      <a:lnTo>
                        <a:pt x="78427" y="775"/>
                      </a:lnTo>
                      <a:lnTo>
                        <a:pt x="78427" y="584"/>
                      </a:lnTo>
                      <a:lnTo>
                        <a:pt x="78427" y="394"/>
                      </a:lnTo>
                      <a:lnTo>
                        <a:pt x="78427" y="191"/>
                      </a:lnTo>
                      <a:lnTo>
                        <a:pt x="78427" y="1"/>
                      </a:lnTo>
                      <a:lnTo>
                        <a:pt x="78212" y="1"/>
                      </a:lnTo>
                      <a:cubicBezTo>
                        <a:pt x="78224" y="858"/>
                        <a:pt x="77760" y="1644"/>
                        <a:pt x="77022" y="2072"/>
                      </a:cubicBezTo>
                      <a:lnTo>
                        <a:pt x="41720" y="22444"/>
                      </a:lnTo>
                      <a:cubicBezTo>
                        <a:pt x="40946" y="22890"/>
                        <a:pt x="40083" y="23114"/>
                        <a:pt x="39218" y="23114"/>
                      </a:cubicBezTo>
                      <a:cubicBezTo>
                        <a:pt x="38353" y="23114"/>
                        <a:pt x="37487" y="22890"/>
                        <a:pt x="36707" y="22444"/>
                      </a:cubicBezTo>
                      <a:lnTo>
                        <a:pt x="1417" y="2072"/>
                      </a:lnTo>
                      <a:cubicBezTo>
                        <a:pt x="667" y="1644"/>
                        <a:pt x="215" y="858"/>
                        <a:pt x="226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A0FDF1">
                        <a:alpha val="41568"/>
                        <a:alpha val="41520"/>
                      </a:srgbClr>
                    </a:gs>
                    <a:gs pos="100000">
                      <a:srgbClr val="FFFFFF">
                        <a:alpha val="37254"/>
                        <a:alpha val="4152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61650" tIns="61650" rIns="61650" bIns="6165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5" name="Google Shape;525;p13"/>
                <p:cNvSpPr/>
                <p:nvPr/>
              </p:nvSpPr>
              <p:spPr>
                <a:xfrm>
                  <a:off x="5553063" y="1487604"/>
                  <a:ext cx="1981525" cy="116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261" h="46572" extrusionOk="0">
                      <a:moveTo>
                        <a:pt x="39635" y="1"/>
                      </a:moveTo>
                      <a:cubicBezTo>
                        <a:pt x="38749" y="1"/>
                        <a:pt x="37862" y="230"/>
                        <a:pt x="37065" y="688"/>
                      </a:cubicBezTo>
                      <a:lnTo>
                        <a:pt x="1679" y="21119"/>
                      </a:lnTo>
                      <a:cubicBezTo>
                        <a:pt x="1" y="22084"/>
                        <a:pt x="1" y="24489"/>
                        <a:pt x="1679" y="25453"/>
                      </a:cubicBezTo>
                      <a:lnTo>
                        <a:pt x="37065" y="45884"/>
                      </a:lnTo>
                      <a:cubicBezTo>
                        <a:pt x="37862" y="46343"/>
                        <a:pt x="38749" y="46572"/>
                        <a:pt x="39635" y="46572"/>
                      </a:cubicBezTo>
                      <a:cubicBezTo>
                        <a:pt x="40520" y="46572"/>
                        <a:pt x="41405" y="46343"/>
                        <a:pt x="42196" y="45884"/>
                      </a:cubicBezTo>
                      <a:lnTo>
                        <a:pt x="77594" y="25453"/>
                      </a:lnTo>
                      <a:cubicBezTo>
                        <a:pt x="79260" y="24489"/>
                        <a:pt x="79260" y="22084"/>
                        <a:pt x="77594" y="21119"/>
                      </a:cubicBezTo>
                      <a:lnTo>
                        <a:pt x="42196" y="688"/>
                      </a:lnTo>
                      <a:cubicBezTo>
                        <a:pt x="41405" y="230"/>
                        <a:pt x="40520" y="1"/>
                        <a:pt x="39635" y="1"/>
                      </a:cubicBezTo>
                      <a:close/>
                    </a:path>
                  </a:pathLst>
                </a:custGeom>
                <a:solidFill>
                  <a:srgbClr val="A0FDF1">
                    <a:alpha val="41520"/>
                  </a:srgbClr>
                </a:solidFill>
                <a:ln>
                  <a:noFill/>
                </a:ln>
              </p:spPr>
              <p:txBody>
                <a:bodyPr spcFirstLastPara="1" wrap="square" lIns="61650" tIns="61650" rIns="61650" bIns="6165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526" name="Google Shape;526;p13"/>
            <p:cNvGrpSpPr/>
            <p:nvPr/>
          </p:nvGrpSpPr>
          <p:grpSpPr>
            <a:xfrm>
              <a:off x="4261254" y="3082226"/>
              <a:ext cx="598632" cy="805372"/>
              <a:chOff x="3478424" y="1308364"/>
              <a:chExt cx="2187185" cy="2942536"/>
            </a:xfrm>
          </p:grpSpPr>
          <p:sp>
            <p:nvSpPr>
              <p:cNvPr id="527" name="Google Shape;527;p13"/>
              <p:cNvSpPr/>
              <p:nvPr/>
            </p:nvSpPr>
            <p:spPr>
              <a:xfrm>
                <a:off x="3485139" y="2969821"/>
                <a:ext cx="2180470" cy="1281079"/>
              </a:xfrm>
              <a:custGeom>
                <a:avLst/>
                <a:gdLst/>
                <a:ahLst/>
                <a:cxnLst/>
                <a:rect l="l" t="t" r="r" b="b"/>
                <a:pathLst>
                  <a:path w="79261" h="46572" extrusionOk="0">
                    <a:moveTo>
                      <a:pt x="39635" y="1"/>
                    </a:moveTo>
                    <a:cubicBezTo>
                      <a:pt x="38749" y="1"/>
                      <a:pt x="37862" y="230"/>
                      <a:pt x="37065" y="688"/>
                    </a:cubicBezTo>
                    <a:lnTo>
                      <a:pt x="1679" y="21119"/>
                    </a:lnTo>
                    <a:cubicBezTo>
                      <a:pt x="1" y="22084"/>
                      <a:pt x="1" y="24489"/>
                      <a:pt x="1679" y="25453"/>
                    </a:cubicBezTo>
                    <a:lnTo>
                      <a:pt x="37065" y="45884"/>
                    </a:lnTo>
                    <a:cubicBezTo>
                      <a:pt x="37862" y="46343"/>
                      <a:pt x="38749" y="46572"/>
                      <a:pt x="39635" y="46572"/>
                    </a:cubicBezTo>
                    <a:cubicBezTo>
                      <a:pt x="40520" y="46572"/>
                      <a:pt x="41405" y="46343"/>
                      <a:pt x="42196" y="45884"/>
                    </a:cubicBezTo>
                    <a:lnTo>
                      <a:pt x="77594" y="25453"/>
                    </a:lnTo>
                    <a:cubicBezTo>
                      <a:pt x="79260" y="24489"/>
                      <a:pt x="79260" y="22084"/>
                      <a:pt x="77594" y="21119"/>
                    </a:cubicBezTo>
                    <a:lnTo>
                      <a:pt x="42196" y="688"/>
                    </a:lnTo>
                    <a:cubicBezTo>
                      <a:pt x="41405" y="230"/>
                      <a:pt x="40520" y="1"/>
                      <a:pt x="3963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" name="Google Shape;528;p13"/>
              <p:cNvSpPr/>
              <p:nvPr/>
            </p:nvSpPr>
            <p:spPr>
              <a:xfrm>
                <a:off x="3793045" y="1947520"/>
                <a:ext cx="1550129" cy="2096604"/>
              </a:xfrm>
              <a:custGeom>
                <a:avLst/>
                <a:gdLst/>
                <a:ahLst/>
                <a:cxnLst/>
                <a:rect l="l" t="t" r="r" b="b"/>
                <a:pathLst>
                  <a:path w="52721" h="71307" extrusionOk="0">
                    <a:moveTo>
                      <a:pt x="52709" y="0"/>
                    </a:moveTo>
                    <a:lnTo>
                      <a:pt x="0" y="0"/>
                    </a:lnTo>
                    <a:lnTo>
                      <a:pt x="0" y="55495"/>
                    </a:lnTo>
                    <a:cubicBezTo>
                      <a:pt x="0" y="56090"/>
                      <a:pt x="321" y="56650"/>
                      <a:pt x="845" y="56948"/>
                    </a:cubicBezTo>
                    <a:lnTo>
                      <a:pt x="24646" y="70699"/>
                    </a:lnTo>
                    <a:cubicBezTo>
                      <a:pt x="25706" y="71306"/>
                      <a:pt x="27027" y="71306"/>
                      <a:pt x="28087" y="70699"/>
                    </a:cubicBezTo>
                    <a:lnTo>
                      <a:pt x="51876" y="56948"/>
                    </a:lnTo>
                    <a:cubicBezTo>
                      <a:pt x="52399" y="56650"/>
                      <a:pt x="52721" y="56090"/>
                      <a:pt x="52721" y="55495"/>
                    </a:cubicBezTo>
                    <a:lnTo>
                      <a:pt x="52721" y="5549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" name="Google Shape;529;p13"/>
              <p:cNvSpPr/>
              <p:nvPr/>
            </p:nvSpPr>
            <p:spPr>
              <a:xfrm>
                <a:off x="3784988" y="1482593"/>
                <a:ext cx="1566242" cy="929825"/>
              </a:xfrm>
              <a:custGeom>
                <a:avLst/>
                <a:gdLst/>
                <a:ahLst/>
                <a:cxnLst/>
                <a:rect l="l" t="t" r="r" b="b"/>
                <a:pathLst>
                  <a:path w="53269" h="31624" extrusionOk="0">
                    <a:moveTo>
                      <a:pt x="24920" y="31004"/>
                    </a:moveTo>
                    <a:lnTo>
                      <a:pt x="1119" y="17265"/>
                    </a:lnTo>
                    <a:cubicBezTo>
                      <a:pt x="0" y="16622"/>
                      <a:pt x="0" y="15002"/>
                      <a:pt x="1119" y="14359"/>
                    </a:cubicBezTo>
                    <a:lnTo>
                      <a:pt x="24920" y="620"/>
                    </a:lnTo>
                    <a:cubicBezTo>
                      <a:pt x="25980" y="1"/>
                      <a:pt x="27301" y="1"/>
                      <a:pt x="28361" y="620"/>
                    </a:cubicBezTo>
                    <a:lnTo>
                      <a:pt x="52150" y="14359"/>
                    </a:lnTo>
                    <a:cubicBezTo>
                      <a:pt x="53269" y="15002"/>
                      <a:pt x="53269" y="16622"/>
                      <a:pt x="52150" y="17265"/>
                    </a:cubicBezTo>
                    <a:lnTo>
                      <a:pt x="28361" y="31004"/>
                    </a:lnTo>
                    <a:cubicBezTo>
                      <a:pt x="27289" y="31624"/>
                      <a:pt x="25980" y="31624"/>
                      <a:pt x="24920" y="3100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" name="Google Shape;530;p13"/>
              <p:cNvSpPr/>
              <p:nvPr/>
            </p:nvSpPr>
            <p:spPr>
              <a:xfrm>
                <a:off x="3818244" y="2089627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7"/>
                    </a:moveTo>
                    <a:lnTo>
                      <a:pt x="0" y="1561"/>
                    </a:lnTo>
                    <a:lnTo>
                      <a:pt x="0" y="1"/>
                    </a:lnTo>
                    <a:lnTo>
                      <a:pt x="24194" y="1395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" name="Google Shape;531;p13"/>
              <p:cNvSpPr/>
              <p:nvPr/>
            </p:nvSpPr>
            <p:spPr>
              <a:xfrm>
                <a:off x="3818244" y="2153697"/>
                <a:ext cx="711364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9" extrusionOk="0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" name="Google Shape;532;p13"/>
              <p:cNvSpPr/>
              <p:nvPr/>
            </p:nvSpPr>
            <p:spPr>
              <a:xfrm>
                <a:off x="3818244" y="2218120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" name="Google Shape;533;p13"/>
              <p:cNvSpPr/>
              <p:nvPr/>
            </p:nvSpPr>
            <p:spPr>
              <a:xfrm>
                <a:off x="3818244" y="2282543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" name="Google Shape;534;p13"/>
              <p:cNvSpPr/>
              <p:nvPr/>
            </p:nvSpPr>
            <p:spPr>
              <a:xfrm>
                <a:off x="3818244" y="2346966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" name="Google Shape;535;p13"/>
              <p:cNvSpPr/>
              <p:nvPr/>
            </p:nvSpPr>
            <p:spPr>
              <a:xfrm>
                <a:off x="3818244" y="246178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" name="Google Shape;536;p13"/>
              <p:cNvSpPr/>
              <p:nvPr/>
            </p:nvSpPr>
            <p:spPr>
              <a:xfrm>
                <a:off x="3818244" y="2526209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Google Shape;537;p13"/>
              <p:cNvSpPr/>
              <p:nvPr/>
            </p:nvSpPr>
            <p:spPr>
              <a:xfrm>
                <a:off x="3818244" y="2590250"/>
                <a:ext cx="711364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9" extrusionOk="0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" name="Google Shape;538;p13"/>
              <p:cNvSpPr/>
              <p:nvPr/>
            </p:nvSpPr>
            <p:spPr>
              <a:xfrm>
                <a:off x="3818244" y="2654673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" name="Google Shape;539;p13"/>
              <p:cNvSpPr/>
              <p:nvPr/>
            </p:nvSpPr>
            <p:spPr>
              <a:xfrm>
                <a:off x="3818244" y="271909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" name="Google Shape;540;p13"/>
              <p:cNvSpPr/>
              <p:nvPr/>
            </p:nvSpPr>
            <p:spPr>
              <a:xfrm>
                <a:off x="3818244" y="283391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" name="Google Shape;541;p13"/>
              <p:cNvSpPr/>
              <p:nvPr/>
            </p:nvSpPr>
            <p:spPr>
              <a:xfrm>
                <a:off x="3818244" y="2898339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" name="Google Shape;542;p13"/>
              <p:cNvSpPr/>
              <p:nvPr/>
            </p:nvSpPr>
            <p:spPr>
              <a:xfrm>
                <a:off x="3818244" y="2962762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" name="Google Shape;543;p13"/>
              <p:cNvSpPr/>
              <p:nvPr/>
            </p:nvSpPr>
            <p:spPr>
              <a:xfrm>
                <a:off x="3818244" y="3026803"/>
                <a:ext cx="711364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9" extrusionOk="0">
                    <a:moveTo>
                      <a:pt x="24194" y="15539"/>
                    </a:moveTo>
                    <a:lnTo>
                      <a:pt x="0" y="1573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" name="Google Shape;544;p13"/>
              <p:cNvSpPr/>
              <p:nvPr/>
            </p:nvSpPr>
            <p:spPr>
              <a:xfrm>
                <a:off x="3818244" y="309122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" name="Google Shape;545;p13"/>
              <p:cNvSpPr/>
              <p:nvPr/>
            </p:nvSpPr>
            <p:spPr>
              <a:xfrm>
                <a:off x="3818244" y="320604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7"/>
                    </a:moveTo>
                    <a:lnTo>
                      <a:pt x="0" y="1573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" name="Google Shape;546;p13"/>
              <p:cNvSpPr/>
              <p:nvPr/>
            </p:nvSpPr>
            <p:spPr>
              <a:xfrm>
                <a:off x="3818244" y="3270469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" name="Google Shape;547;p13"/>
              <p:cNvSpPr/>
              <p:nvPr/>
            </p:nvSpPr>
            <p:spPr>
              <a:xfrm>
                <a:off x="3818244" y="3334892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" name="Google Shape;548;p13"/>
              <p:cNvSpPr/>
              <p:nvPr/>
            </p:nvSpPr>
            <p:spPr>
              <a:xfrm>
                <a:off x="3818244" y="3399315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" name="Google Shape;549;p13"/>
              <p:cNvSpPr/>
              <p:nvPr/>
            </p:nvSpPr>
            <p:spPr>
              <a:xfrm>
                <a:off x="3818244" y="3463385"/>
                <a:ext cx="711364" cy="456856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8" extrusionOk="0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" name="Google Shape;550;p13"/>
              <p:cNvSpPr/>
              <p:nvPr/>
            </p:nvSpPr>
            <p:spPr>
              <a:xfrm>
                <a:off x="4606639" y="2089627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7"/>
                    </a:moveTo>
                    <a:lnTo>
                      <a:pt x="24182" y="1561"/>
                    </a:lnTo>
                    <a:lnTo>
                      <a:pt x="24182" y="1"/>
                    </a:lnTo>
                    <a:lnTo>
                      <a:pt x="0" y="1395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" name="Google Shape;551;p13"/>
              <p:cNvSpPr/>
              <p:nvPr/>
            </p:nvSpPr>
            <p:spPr>
              <a:xfrm>
                <a:off x="4606639" y="2153697"/>
                <a:ext cx="711011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9" extrusionOk="0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" name="Google Shape;552;p13"/>
              <p:cNvSpPr/>
              <p:nvPr/>
            </p:nvSpPr>
            <p:spPr>
              <a:xfrm>
                <a:off x="4606639" y="2218120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" name="Google Shape;553;p13"/>
              <p:cNvSpPr/>
              <p:nvPr/>
            </p:nvSpPr>
            <p:spPr>
              <a:xfrm>
                <a:off x="4606639" y="2282543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" name="Google Shape;554;p13"/>
              <p:cNvSpPr/>
              <p:nvPr/>
            </p:nvSpPr>
            <p:spPr>
              <a:xfrm>
                <a:off x="4606639" y="2346966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" name="Google Shape;555;p13"/>
              <p:cNvSpPr/>
              <p:nvPr/>
            </p:nvSpPr>
            <p:spPr>
              <a:xfrm>
                <a:off x="4606639" y="246178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" name="Google Shape;556;p13"/>
              <p:cNvSpPr/>
              <p:nvPr/>
            </p:nvSpPr>
            <p:spPr>
              <a:xfrm>
                <a:off x="4606639" y="2526209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" name="Google Shape;557;p13"/>
              <p:cNvSpPr/>
              <p:nvPr/>
            </p:nvSpPr>
            <p:spPr>
              <a:xfrm>
                <a:off x="4606639" y="2590250"/>
                <a:ext cx="711011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9" extrusionOk="0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" name="Google Shape;558;p13"/>
              <p:cNvSpPr/>
              <p:nvPr/>
            </p:nvSpPr>
            <p:spPr>
              <a:xfrm>
                <a:off x="4606639" y="2654673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" name="Google Shape;559;p13"/>
              <p:cNvSpPr/>
              <p:nvPr/>
            </p:nvSpPr>
            <p:spPr>
              <a:xfrm>
                <a:off x="4606639" y="271909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" name="Google Shape;560;p13"/>
              <p:cNvSpPr/>
              <p:nvPr/>
            </p:nvSpPr>
            <p:spPr>
              <a:xfrm>
                <a:off x="4606639" y="283391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" name="Google Shape;561;p13"/>
              <p:cNvSpPr/>
              <p:nvPr/>
            </p:nvSpPr>
            <p:spPr>
              <a:xfrm>
                <a:off x="4606639" y="2898339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" name="Google Shape;562;p13"/>
              <p:cNvSpPr/>
              <p:nvPr/>
            </p:nvSpPr>
            <p:spPr>
              <a:xfrm>
                <a:off x="4606639" y="2962762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" name="Google Shape;563;p13"/>
              <p:cNvSpPr/>
              <p:nvPr/>
            </p:nvSpPr>
            <p:spPr>
              <a:xfrm>
                <a:off x="4606639" y="3026803"/>
                <a:ext cx="711011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9" extrusionOk="0">
                    <a:moveTo>
                      <a:pt x="0" y="15539"/>
                    </a:moveTo>
                    <a:lnTo>
                      <a:pt x="24182" y="1573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" name="Google Shape;564;p13"/>
              <p:cNvSpPr/>
              <p:nvPr/>
            </p:nvSpPr>
            <p:spPr>
              <a:xfrm>
                <a:off x="4606639" y="309122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" name="Google Shape;565;p13"/>
              <p:cNvSpPr/>
              <p:nvPr/>
            </p:nvSpPr>
            <p:spPr>
              <a:xfrm>
                <a:off x="4606639" y="320604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7"/>
                    </a:moveTo>
                    <a:lnTo>
                      <a:pt x="24182" y="1573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" name="Google Shape;566;p13"/>
              <p:cNvSpPr/>
              <p:nvPr/>
            </p:nvSpPr>
            <p:spPr>
              <a:xfrm>
                <a:off x="4606639" y="3270469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" name="Google Shape;567;p13"/>
              <p:cNvSpPr/>
              <p:nvPr/>
            </p:nvSpPr>
            <p:spPr>
              <a:xfrm>
                <a:off x="4606639" y="3334892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" name="Google Shape;568;p13"/>
              <p:cNvSpPr/>
              <p:nvPr/>
            </p:nvSpPr>
            <p:spPr>
              <a:xfrm>
                <a:off x="4606639" y="3399315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9" name="Google Shape;569;p13"/>
              <p:cNvSpPr/>
              <p:nvPr/>
            </p:nvSpPr>
            <p:spPr>
              <a:xfrm>
                <a:off x="4606639" y="3463385"/>
                <a:ext cx="711011" cy="456856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8" extrusionOk="0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1650" tIns="61650" rIns="61650" bIns="616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70" name="Google Shape;570;p13"/>
              <p:cNvGrpSpPr/>
              <p:nvPr/>
            </p:nvGrpSpPr>
            <p:grpSpPr>
              <a:xfrm>
                <a:off x="3478424" y="1308364"/>
                <a:ext cx="2180470" cy="1878295"/>
                <a:chOff x="5553063" y="1487604"/>
                <a:chExt cx="1981525" cy="1707075"/>
              </a:xfrm>
            </p:grpSpPr>
            <p:sp>
              <p:nvSpPr>
                <p:cNvPr id="571" name="Google Shape;571;p13"/>
                <p:cNvSpPr/>
                <p:nvPr/>
              </p:nvSpPr>
              <p:spPr>
                <a:xfrm>
                  <a:off x="5563488" y="2071829"/>
                  <a:ext cx="1960975" cy="1122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439" h="44914" extrusionOk="0">
                      <a:moveTo>
                        <a:pt x="12" y="1"/>
                      </a:moveTo>
                      <a:cubicBezTo>
                        <a:pt x="12" y="72"/>
                        <a:pt x="12" y="132"/>
                        <a:pt x="12" y="191"/>
                      </a:cubicBezTo>
                      <a:cubicBezTo>
                        <a:pt x="12" y="263"/>
                        <a:pt x="12" y="322"/>
                        <a:pt x="12" y="394"/>
                      </a:cubicBezTo>
                      <a:cubicBezTo>
                        <a:pt x="12" y="453"/>
                        <a:pt x="12" y="525"/>
                        <a:pt x="12" y="584"/>
                      </a:cubicBezTo>
                      <a:cubicBezTo>
                        <a:pt x="12" y="656"/>
                        <a:pt x="12" y="715"/>
                        <a:pt x="12" y="775"/>
                      </a:cubicBezTo>
                      <a:cubicBezTo>
                        <a:pt x="12" y="846"/>
                        <a:pt x="12" y="906"/>
                        <a:pt x="12" y="977"/>
                      </a:cubicBezTo>
                      <a:cubicBezTo>
                        <a:pt x="12" y="1037"/>
                        <a:pt x="12" y="1108"/>
                        <a:pt x="12" y="1167"/>
                      </a:cubicBezTo>
                      <a:cubicBezTo>
                        <a:pt x="12" y="1239"/>
                        <a:pt x="12" y="1298"/>
                        <a:pt x="12" y="1358"/>
                      </a:cubicBezTo>
                      <a:cubicBezTo>
                        <a:pt x="12" y="1429"/>
                        <a:pt x="12" y="1489"/>
                        <a:pt x="12" y="1560"/>
                      </a:cubicBezTo>
                      <a:cubicBezTo>
                        <a:pt x="12" y="1620"/>
                        <a:pt x="12" y="1691"/>
                        <a:pt x="12" y="1751"/>
                      </a:cubicBezTo>
                      <a:cubicBezTo>
                        <a:pt x="12" y="1822"/>
                        <a:pt x="12" y="1882"/>
                        <a:pt x="12" y="1941"/>
                      </a:cubicBezTo>
                      <a:cubicBezTo>
                        <a:pt x="12" y="2013"/>
                        <a:pt x="12" y="2072"/>
                        <a:pt x="12" y="2144"/>
                      </a:cubicBezTo>
                      <a:cubicBezTo>
                        <a:pt x="12" y="2203"/>
                        <a:pt x="12" y="2275"/>
                        <a:pt x="12" y="2334"/>
                      </a:cubicBezTo>
                      <a:cubicBezTo>
                        <a:pt x="12" y="2406"/>
                        <a:pt x="12" y="2465"/>
                        <a:pt x="12" y="2525"/>
                      </a:cubicBezTo>
                      <a:cubicBezTo>
                        <a:pt x="12" y="2596"/>
                        <a:pt x="12" y="2656"/>
                        <a:pt x="12" y="2727"/>
                      </a:cubicBezTo>
                      <a:cubicBezTo>
                        <a:pt x="12" y="2787"/>
                        <a:pt x="12" y="2858"/>
                        <a:pt x="12" y="2918"/>
                      </a:cubicBezTo>
                      <a:cubicBezTo>
                        <a:pt x="12" y="2989"/>
                        <a:pt x="12" y="3049"/>
                        <a:pt x="12" y="3108"/>
                      </a:cubicBezTo>
                      <a:cubicBezTo>
                        <a:pt x="12" y="3180"/>
                        <a:pt x="12" y="3239"/>
                        <a:pt x="12" y="3311"/>
                      </a:cubicBezTo>
                      <a:cubicBezTo>
                        <a:pt x="12" y="3370"/>
                        <a:pt x="12" y="3442"/>
                        <a:pt x="12" y="3501"/>
                      </a:cubicBezTo>
                      <a:cubicBezTo>
                        <a:pt x="12" y="3573"/>
                        <a:pt x="12" y="3632"/>
                        <a:pt x="12" y="3692"/>
                      </a:cubicBezTo>
                      <a:cubicBezTo>
                        <a:pt x="12" y="3763"/>
                        <a:pt x="12" y="3823"/>
                        <a:pt x="12" y="3894"/>
                      </a:cubicBezTo>
                      <a:cubicBezTo>
                        <a:pt x="12" y="3954"/>
                        <a:pt x="12" y="4025"/>
                        <a:pt x="12" y="4085"/>
                      </a:cubicBezTo>
                      <a:cubicBezTo>
                        <a:pt x="12" y="4156"/>
                        <a:pt x="12" y="4215"/>
                        <a:pt x="12" y="4275"/>
                      </a:cubicBezTo>
                      <a:cubicBezTo>
                        <a:pt x="12" y="4346"/>
                        <a:pt x="12" y="4406"/>
                        <a:pt x="12" y="4477"/>
                      </a:cubicBezTo>
                      <a:cubicBezTo>
                        <a:pt x="12" y="4537"/>
                        <a:pt x="12" y="4608"/>
                        <a:pt x="12" y="4668"/>
                      </a:cubicBezTo>
                      <a:cubicBezTo>
                        <a:pt x="12" y="4739"/>
                        <a:pt x="12" y="4799"/>
                        <a:pt x="12" y="4858"/>
                      </a:cubicBezTo>
                      <a:cubicBezTo>
                        <a:pt x="12" y="4930"/>
                        <a:pt x="12" y="4989"/>
                        <a:pt x="12" y="5061"/>
                      </a:cubicBezTo>
                      <a:cubicBezTo>
                        <a:pt x="12" y="5120"/>
                        <a:pt x="12" y="5192"/>
                        <a:pt x="12" y="5251"/>
                      </a:cubicBezTo>
                      <a:cubicBezTo>
                        <a:pt x="12" y="5323"/>
                        <a:pt x="12" y="5382"/>
                        <a:pt x="12" y="5442"/>
                      </a:cubicBezTo>
                      <a:cubicBezTo>
                        <a:pt x="12" y="5513"/>
                        <a:pt x="12" y="5573"/>
                        <a:pt x="12" y="5644"/>
                      </a:cubicBezTo>
                      <a:cubicBezTo>
                        <a:pt x="12" y="5704"/>
                        <a:pt x="12" y="5775"/>
                        <a:pt x="12" y="5835"/>
                      </a:cubicBezTo>
                      <a:cubicBezTo>
                        <a:pt x="12" y="5906"/>
                        <a:pt x="12" y="5966"/>
                        <a:pt x="12" y="6025"/>
                      </a:cubicBezTo>
                      <a:cubicBezTo>
                        <a:pt x="12" y="6097"/>
                        <a:pt x="12" y="6156"/>
                        <a:pt x="12" y="6228"/>
                      </a:cubicBezTo>
                      <a:cubicBezTo>
                        <a:pt x="12" y="6287"/>
                        <a:pt x="12" y="6359"/>
                        <a:pt x="12" y="6418"/>
                      </a:cubicBezTo>
                      <a:cubicBezTo>
                        <a:pt x="12" y="6490"/>
                        <a:pt x="12" y="6549"/>
                        <a:pt x="12" y="6609"/>
                      </a:cubicBezTo>
                      <a:cubicBezTo>
                        <a:pt x="12" y="6680"/>
                        <a:pt x="12" y="6740"/>
                        <a:pt x="12" y="6811"/>
                      </a:cubicBezTo>
                      <a:cubicBezTo>
                        <a:pt x="12" y="6871"/>
                        <a:pt x="12" y="6942"/>
                        <a:pt x="12" y="7002"/>
                      </a:cubicBezTo>
                      <a:cubicBezTo>
                        <a:pt x="12" y="7073"/>
                        <a:pt x="12" y="7132"/>
                        <a:pt x="12" y="7192"/>
                      </a:cubicBezTo>
                      <a:cubicBezTo>
                        <a:pt x="12" y="7263"/>
                        <a:pt x="12" y="7323"/>
                        <a:pt x="12" y="7394"/>
                      </a:cubicBezTo>
                      <a:cubicBezTo>
                        <a:pt x="12" y="7454"/>
                        <a:pt x="12" y="7525"/>
                        <a:pt x="12" y="7585"/>
                      </a:cubicBezTo>
                      <a:cubicBezTo>
                        <a:pt x="12" y="7656"/>
                        <a:pt x="12" y="7716"/>
                        <a:pt x="12" y="7775"/>
                      </a:cubicBezTo>
                      <a:cubicBezTo>
                        <a:pt x="12" y="7847"/>
                        <a:pt x="12" y="7906"/>
                        <a:pt x="12" y="7978"/>
                      </a:cubicBezTo>
                      <a:cubicBezTo>
                        <a:pt x="12" y="8037"/>
                        <a:pt x="12" y="8109"/>
                        <a:pt x="12" y="8168"/>
                      </a:cubicBezTo>
                      <a:cubicBezTo>
                        <a:pt x="12" y="8228"/>
                        <a:pt x="12" y="8299"/>
                        <a:pt x="12" y="8359"/>
                      </a:cubicBezTo>
                      <a:cubicBezTo>
                        <a:pt x="12" y="8430"/>
                        <a:pt x="12" y="8490"/>
                        <a:pt x="12" y="8561"/>
                      </a:cubicBezTo>
                      <a:cubicBezTo>
                        <a:pt x="12" y="8621"/>
                        <a:pt x="12" y="8692"/>
                        <a:pt x="12" y="8752"/>
                      </a:cubicBezTo>
                      <a:cubicBezTo>
                        <a:pt x="12" y="8811"/>
                        <a:pt x="12" y="8883"/>
                        <a:pt x="12" y="8942"/>
                      </a:cubicBezTo>
                      <a:cubicBezTo>
                        <a:pt x="12" y="9014"/>
                        <a:pt x="12" y="9073"/>
                        <a:pt x="12" y="9145"/>
                      </a:cubicBezTo>
                      <a:cubicBezTo>
                        <a:pt x="12" y="9204"/>
                        <a:pt x="12" y="9276"/>
                        <a:pt x="12" y="9335"/>
                      </a:cubicBezTo>
                      <a:cubicBezTo>
                        <a:pt x="12" y="9395"/>
                        <a:pt x="12" y="9466"/>
                        <a:pt x="12" y="9526"/>
                      </a:cubicBezTo>
                      <a:cubicBezTo>
                        <a:pt x="12" y="9597"/>
                        <a:pt x="12" y="9657"/>
                        <a:pt x="12" y="9728"/>
                      </a:cubicBezTo>
                      <a:cubicBezTo>
                        <a:pt x="12" y="9788"/>
                        <a:pt x="12" y="9859"/>
                        <a:pt x="12" y="9919"/>
                      </a:cubicBezTo>
                      <a:cubicBezTo>
                        <a:pt x="12" y="9978"/>
                        <a:pt x="12" y="10050"/>
                        <a:pt x="12" y="10109"/>
                      </a:cubicBezTo>
                      <a:cubicBezTo>
                        <a:pt x="12" y="10180"/>
                        <a:pt x="12" y="10240"/>
                        <a:pt x="12" y="10311"/>
                      </a:cubicBezTo>
                      <a:cubicBezTo>
                        <a:pt x="12" y="10371"/>
                        <a:pt x="12" y="10442"/>
                        <a:pt x="12" y="10502"/>
                      </a:cubicBezTo>
                      <a:cubicBezTo>
                        <a:pt x="12" y="10561"/>
                        <a:pt x="12" y="10633"/>
                        <a:pt x="12" y="10692"/>
                      </a:cubicBezTo>
                      <a:cubicBezTo>
                        <a:pt x="12" y="10764"/>
                        <a:pt x="12" y="10823"/>
                        <a:pt x="12" y="10895"/>
                      </a:cubicBezTo>
                      <a:cubicBezTo>
                        <a:pt x="12" y="10954"/>
                        <a:pt x="12" y="11026"/>
                        <a:pt x="12" y="11085"/>
                      </a:cubicBezTo>
                      <a:cubicBezTo>
                        <a:pt x="12" y="11145"/>
                        <a:pt x="12" y="11216"/>
                        <a:pt x="12" y="11276"/>
                      </a:cubicBezTo>
                      <a:cubicBezTo>
                        <a:pt x="12" y="11347"/>
                        <a:pt x="12" y="11407"/>
                        <a:pt x="12" y="11478"/>
                      </a:cubicBezTo>
                      <a:cubicBezTo>
                        <a:pt x="12" y="11538"/>
                        <a:pt x="12" y="11609"/>
                        <a:pt x="12" y="11669"/>
                      </a:cubicBezTo>
                      <a:cubicBezTo>
                        <a:pt x="12" y="11728"/>
                        <a:pt x="12" y="11800"/>
                        <a:pt x="12" y="11859"/>
                      </a:cubicBezTo>
                      <a:cubicBezTo>
                        <a:pt x="12" y="11931"/>
                        <a:pt x="12" y="11990"/>
                        <a:pt x="12" y="12062"/>
                      </a:cubicBezTo>
                      <a:cubicBezTo>
                        <a:pt x="12" y="12121"/>
                        <a:pt x="12" y="12193"/>
                        <a:pt x="12" y="12252"/>
                      </a:cubicBezTo>
                      <a:cubicBezTo>
                        <a:pt x="12" y="12312"/>
                        <a:pt x="12" y="12383"/>
                        <a:pt x="12" y="12443"/>
                      </a:cubicBezTo>
                      <a:cubicBezTo>
                        <a:pt x="12" y="12514"/>
                        <a:pt x="12" y="12574"/>
                        <a:pt x="12" y="12645"/>
                      </a:cubicBezTo>
                      <a:cubicBezTo>
                        <a:pt x="12" y="12705"/>
                        <a:pt x="12" y="12776"/>
                        <a:pt x="12" y="12836"/>
                      </a:cubicBezTo>
                      <a:cubicBezTo>
                        <a:pt x="12" y="12895"/>
                        <a:pt x="12" y="12967"/>
                        <a:pt x="12" y="13026"/>
                      </a:cubicBezTo>
                      <a:cubicBezTo>
                        <a:pt x="12" y="13098"/>
                        <a:pt x="12" y="13157"/>
                        <a:pt x="12" y="13228"/>
                      </a:cubicBezTo>
                      <a:cubicBezTo>
                        <a:pt x="12" y="13288"/>
                        <a:pt x="12" y="13359"/>
                        <a:pt x="12" y="13419"/>
                      </a:cubicBezTo>
                      <a:cubicBezTo>
                        <a:pt x="12" y="13479"/>
                        <a:pt x="12" y="13550"/>
                        <a:pt x="12" y="13609"/>
                      </a:cubicBezTo>
                      <a:cubicBezTo>
                        <a:pt x="12" y="13681"/>
                        <a:pt x="12" y="13740"/>
                        <a:pt x="12" y="13812"/>
                      </a:cubicBezTo>
                      <a:cubicBezTo>
                        <a:pt x="12" y="13871"/>
                        <a:pt x="12" y="13943"/>
                        <a:pt x="12" y="14002"/>
                      </a:cubicBezTo>
                      <a:cubicBezTo>
                        <a:pt x="12" y="14062"/>
                        <a:pt x="12" y="14133"/>
                        <a:pt x="12" y="14193"/>
                      </a:cubicBezTo>
                      <a:cubicBezTo>
                        <a:pt x="12" y="14264"/>
                        <a:pt x="12" y="14324"/>
                        <a:pt x="12" y="14395"/>
                      </a:cubicBezTo>
                      <a:cubicBezTo>
                        <a:pt x="12" y="14455"/>
                        <a:pt x="12" y="14526"/>
                        <a:pt x="12" y="14586"/>
                      </a:cubicBezTo>
                      <a:cubicBezTo>
                        <a:pt x="12" y="14645"/>
                        <a:pt x="12" y="14717"/>
                        <a:pt x="12" y="14776"/>
                      </a:cubicBezTo>
                      <a:cubicBezTo>
                        <a:pt x="12" y="14848"/>
                        <a:pt x="12" y="14907"/>
                        <a:pt x="12" y="14979"/>
                      </a:cubicBezTo>
                      <a:cubicBezTo>
                        <a:pt x="12" y="15038"/>
                        <a:pt x="12" y="15110"/>
                        <a:pt x="12" y="15169"/>
                      </a:cubicBezTo>
                      <a:cubicBezTo>
                        <a:pt x="12" y="15229"/>
                        <a:pt x="12" y="15300"/>
                        <a:pt x="12" y="15360"/>
                      </a:cubicBezTo>
                      <a:cubicBezTo>
                        <a:pt x="12" y="15431"/>
                        <a:pt x="12" y="15491"/>
                        <a:pt x="12" y="15562"/>
                      </a:cubicBezTo>
                      <a:cubicBezTo>
                        <a:pt x="12" y="15622"/>
                        <a:pt x="12" y="15693"/>
                        <a:pt x="12" y="15753"/>
                      </a:cubicBezTo>
                      <a:cubicBezTo>
                        <a:pt x="12" y="15812"/>
                        <a:pt x="12" y="15884"/>
                        <a:pt x="12" y="15943"/>
                      </a:cubicBezTo>
                      <a:cubicBezTo>
                        <a:pt x="12" y="16015"/>
                        <a:pt x="12" y="16074"/>
                        <a:pt x="12" y="16146"/>
                      </a:cubicBezTo>
                      <a:cubicBezTo>
                        <a:pt x="12" y="16205"/>
                        <a:pt x="12" y="16276"/>
                        <a:pt x="12" y="16336"/>
                      </a:cubicBezTo>
                      <a:cubicBezTo>
                        <a:pt x="12" y="16396"/>
                        <a:pt x="12" y="16467"/>
                        <a:pt x="12" y="16527"/>
                      </a:cubicBezTo>
                      <a:cubicBezTo>
                        <a:pt x="12" y="16598"/>
                        <a:pt x="12" y="16657"/>
                        <a:pt x="12" y="16729"/>
                      </a:cubicBezTo>
                      <a:cubicBezTo>
                        <a:pt x="12" y="16788"/>
                        <a:pt x="12" y="16860"/>
                        <a:pt x="12" y="16919"/>
                      </a:cubicBezTo>
                      <a:cubicBezTo>
                        <a:pt x="12" y="16979"/>
                        <a:pt x="12" y="17050"/>
                        <a:pt x="12" y="17110"/>
                      </a:cubicBezTo>
                      <a:cubicBezTo>
                        <a:pt x="12" y="17181"/>
                        <a:pt x="12" y="17241"/>
                        <a:pt x="12" y="17312"/>
                      </a:cubicBezTo>
                      <a:cubicBezTo>
                        <a:pt x="12" y="17372"/>
                        <a:pt x="12" y="17443"/>
                        <a:pt x="12" y="17503"/>
                      </a:cubicBezTo>
                      <a:cubicBezTo>
                        <a:pt x="12" y="17562"/>
                        <a:pt x="12" y="17634"/>
                        <a:pt x="12" y="17693"/>
                      </a:cubicBezTo>
                      <a:cubicBezTo>
                        <a:pt x="12" y="17765"/>
                        <a:pt x="12" y="17824"/>
                        <a:pt x="12" y="17896"/>
                      </a:cubicBezTo>
                      <a:cubicBezTo>
                        <a:pt x="12" y="17955"/>
                        <a:pt x="12" y="18015"/>
                        <a:pt x="12" y="18086"/>
                      </a:cubicBezTo>
                      <a:cubicBezTo>
                        <a:pt x="12" y="18146"/>
                        <a:pt x="12" y="18217"/>
                        <a:pt x="12" y="18277"/>
                      </a:cubicBezTo>
                      <a:cubicBezTo>
                        <a:pt x="12" y="18348"/>
                        <a:pt x="12" y="18408"/>
                        <a:pt x="12" y="18479"/>
                      </a:cubicBezTo>
                      <a:cubicBezTo>
                        <a:pt x="12" y="18539"/>
                        <a:pt x="12" y="18598"/>
                        <a:pt x="12" y="18670"/>
                      </a:cubicBezTo>
                      <a:cubicBezTo>
                        <a:pt x="12" y="18729"/>
                        <a:pt x="12" y="18801"/>
                        <a:pt x="12" y="18860"/>
                      </a:cubicBezTo>
                      <a:cubicBezTo>
                        <a:pt x="12" y="18932"/>
                        <a:pt x="12" y="18991"/>
                        <a:pt x="12" y="19063"/>
                      </a:cubicBezTo>
                      <a:cubicBezTo>
                        <a:pt x="12" y="19122"/>
                        <a:pt x="12" y="19182"/>
                        <a:pt x="12" y="19253"/>
                      </a:cubicBezTo>
                      <a:cubicBezTo>
                        <a:pt x="12" y="19313"/>
                        <a:pt x="12" y="19384"/>
                        <a:pt x="12" y="19444"/>
                      </a:cubicBezTo>
                      <a:cubicBezTo>
                        <a:pt x="12" y="19515"/>
                        <a:pt x="12" y="19575"/>
                        <a:pt x="12" y="19646"/>
                      </a:cubicBezTo>
                      <a:cubicBezTo>
                        <a:pt x="12" y="19705"/>
                        <a:pt x="12" y="19765"/>
                        <a:pt x="12" y="19836"/>
                      </a:cubicBezTo>
                      <a:cubicBezTo>
                        <a:pt x="12" y="19896"/>
                        <a:pt x="12" y="19967"/>
                        <a:pt x="12" y="20027"/>
                      </a:cubicBezTo>
                      <a:cubicBezTo>
                        <a:pt x="12" y="20098"/>
                        <a:pt x="12" y="20158"/>
                        <a:pt x="12" y="20229"/>
                      </a:cubicBezTo>
                      <a:cubicBezTo>
                        <a:pt x="12" y="20289"/>
                        <a:pt x="12" y="20348"/>
                        <a:pt x="12" y="20420"/>
                      </a:cubicBezTo>
                      <a:cubicBezTo>
                        <a:pt x="12" y="20479"/>
                        <a:pt x="12" y="20551"/>
                        <a:pt x="12" y="20610"/>
                      </a:cubicBezTo>
                      <a:cubicBezTo>
                        <a:pt x="12" y="20682"/>
                        <a:pt x="12" y="20741"/>
                        <a:pt x="12" y="20813"/>
                      </a:cubicBezTo>
                      <a:cubicBezTo>
                        <a:pt x="12" y="20872"/>
                        <a:pt x="12" y="20932"/>
                        <a:pt x="12" y="21003"/>
                      </a:cubicBezTo>
                      <a:cubicBezTo>
                        <a:pt x="12" y="21063"/>
                        <a:pt x="12" y="21134"/>
                        <a:pt x="12" y="21194"/>
                      </a:cubicBezTo>
                      <a:cubicBezTo>
                        <a:pt x="12" y="21265"/>
                        <a:pt x="12" y="21325"/>
                        <a:pt x="12" y="21396"/>
                      </a:cubicBezTo>
                      <a:cubicBezTo>
                        <a:pt x="12" y="21456"/>
                        <a:pt x="12" y="21515"/>
                        <a:pt x="12" y="21587"/>
                      </a:cubicBezTo>
                      <a:cubicBezTo>
                        <a:pt x="0" y="22515"/>
                        <a:pt x="500" y="23373"/>
                        <a:pt x="1310" y="23837"/>
                      </a:cubicBezTo>
                      <a:lnTo>
                        <a:pt x="36612" y="44208"/>
                      </a:lnTo>
                      <a:cubicBezTo>
                        <a:pt x="37416" y="44679"/>
                        <a:pt x="38315" y="44914"/>
                        <a:pt x="39215" y="44914"/>
                      </a:cubicBezTo>
                      <a:cubicBezTo>
                        <a:pt x="40115" y="44914"/>
                        <a:pt x="41017" y="44679"/>
                        <a:pt x="41827" y="44208"/>
                      </a:cubicBezTo>
                      <a:lnTo>
                        <a:pt x="77129" y="23837"/>
                      </a:lnTo>
                      <a:cubicBezTo>
                        <a:pt x="77939" y="23373"/>
                        <a:pt x="78439" y="22515"/>
                        <a:pt x="78427" y="21587"/>
                      </a:cubicBezTo>
                      <a:lnTo>
                        <a:pt x="78427" y="21384"/>
                      </a:lnTo>
                      <a:lnTo>
                        <a:pt x="78427" y="21194"/>
                      </a:lnTo>
                      <a:lnTo>
                        <a:pt x="78427" y="21003"/>
                      </a:lnTo>
                      <a:lnTo>
                        <a:pt x="78427" y="20801"/>
                      </a:lnTo>
                      <a:lnTo>
                        <a:pt x="78427" y="20610"/>
                      </a:lnTo>
                      <a:lnTo>
                        <a:pt x="78427" y="20420"/>
                      </a:lnTo>
                      <a:lnTo>
                        <a:pt x="78427" y="20217"/>
                      </a:lnTo>
                      <a:lnTo>
                        <a:pt x="78427" y="20027"/>
                      </a:lnTo>
                      <a:lnTo>
                        <a:pt x="78427" y="19836"/>
                      </a:lnTo>
                      <a:lnTo>
                        <a:pt x="78427" y="19634"/>
                      </a:lnTo>
                      <a:lnTo>
                        <a:pt x="78427" y="19444"/>
                      </a:lnTo>
                      <a:lnTo>
                        <a:pt x="78427" y="19253"/>
                      </a:lnTo>
                      <a:lnTo>
                        <a:pt x="78427" y="19051"/>
                      </a:lnTo>
                      <a:lnTo>
                        <a:pt x="78427" y="18860"/>
                      </a:lnTo>
                      <a:lnTo>
                        <a:pt x="78427" y="18670"/>
                      </a:lnTo>
                      <a:lnTo>
                        <a:pt x="78427" y="18467"/>
                      </a:lnTo>
                      <a:lnTo>
                        <a:pt x="78427" y="18277"/>
                      </a:lnTo>
                      <a:lnTo>
                        <a:pt x="78427" y="18086"/>
                      </a:lnTo>
                      <a:lnTo>
                        <a:pt x="78427" y="17884"/>
                      </a:lnTo>
                      <a:lnTo>
                        <a:pt x="78427" y="17693"/>
                      </a:lnTo>
                      <a:lnTo>
                        <a:pt x="78427" y="17503"/>
                      </a:lnTo>
                      <a:lnTo>
                        <a:pt x="78427" y="17300"/>
                      </a:lnTo>
                      <a:lnTo>
                        <a:pt x="78427" y="17110"/>
                      </a:lnTo>
                      <a:lnTo>
                        <a:pt x="78427" y="16919"/>
                      </a:lnTo>
                      <a:lnTo>
                        <a:pt x="78427" y="16717"/>
                      </a:lnTo>
                      <a:lnTo>
                        <a:pt x="78427" y="16527"/>
                      </a:lnTo>
                      <a:lnTo>
                        <a:pt x="78427" y="16336"/>
                      </a:lnTo>
                      <a:lnTo>
                        <a:pt x="78427" y="16146"/>
                      </a:lnTo>
                      <a:lnTo>
                        <a:pt x="78427" y="15943"/>
                      </a:lnTo>
                      <a:lnTo>
                        <a:pt x="78427" y="15753"/>
                      </a:lnTo>
                      <a:lnTo>
                        <a:pt x="78427" y="15562"/>
                      </a:lnTo>
                      <a:lnTo>
                        <a:pt x="78427" y="15360"/>
                      </a:lnTo>
                      <a:lnTo>
                        <a:pt x="78427" y="15169"/>
                      </a:lnTo>
                      <a:lnTo>
                        <a:pt x="78427" y="14979"/>
                      </a:lnTo>
                      <a:lnTo>
                        <a:pt x="78427" y="14776"/>
                      </a:lnTo>
                      <a:lnTo>
                        <a:pt x="78427" y="14586"/>
                      </a:lnTo>
                      <a:lnTo>
                        <a:pt x="78427" y="14395"/>
                      </a:lnTo>
                      <a:lnTo>
                        <a:pt x="78427" y="14193"/>
                      </a:lnTo>
                      <a:lnTo>
                        <a:pt x="78427" y="14002"/>
                      </a:lnTo>
                      <a:lnTo>
                        <a:pt x="78427" y="13812"/>
                      </a:lnTo>
                      <a:lnTo>
                        <a:pt x="78427" y="13609"/>
                      </a:lnTo>
                      <a:lnTo>
                        <a:pt x="78427" y="13419"/>
                      </a:lnTo>
                      <a:lnTo>
                        <a:pt x="78427" y="13228"/>
                      </a:lnTo>
                      <a:lnTo>
                        <a:pt x="78427" y="13026"/>
                      </a:lnTo>
                      <a:lnTo>
                        <a:pt x="78427" y="12836"/>
                      </a:lnTo>
                      <a:lnTo>
                        <a:pt x="78427" y="12645"/>
                      </a:lnTo>
                      <a:lnTo>
                        <a:pt x="78427" y="12443"/>
                      </a:lnTo>
                      <a:lnTo>
                        <a:pt x="78427" y="12252"/>
                      </a:lnTo>
                      <a:lnTo>
                        <a:pt x="78427" y="12062"/>
                      </a:lnTo>
                      <a:lnTo>
                        <a:pt x="78427" y="11859"/>
                      </a:lnTo>
                      <a:lnTo>
                        <a:pt x="78427" y="11669"/>
                      </a:lnTo>
                      <a:lnTo>
                        <a:pt x="78427" y="11478"/>
                      </a:lnTo>
                      <a:lnTo>
                        <a:pt x="78427" y="11276"/>
                      </a:lnTo>
                      <a:lnTo>
                        <a:pt x="78427" y="11085"/>
                      </a:lnTo>
                      <a:lnTo>
                        <a:pt x="78427" y="10895"/>
                      </a:lnTo>
                      <a:lnTo>
                        <a:pt x="78427" y="10692"/>
                      </a:lnTo>
                      <a:lnTo>
                        <a:pt x="78427" y="10502"/>
                      </a:lnTo>
                      <a:lnTo>
                        <a:pt x="78427" y="10311"/>
                      </a:lnTo>
                      <a:lnTo>
                        <a:pt x="78427" y="10109"/>
                      </a:lnTo>
                      <a:lnTo>
                        <a:pt x="78427" y="9919"/>
                      </a:lnTo>
                      <a:lnTo>
                        <a:pt x="78427" y="9728"/>
                      </a:lnTo>
                      <a:lnTo>
                        <a:pt x="78427" y="9526"/>
                      </a:lnTo>
                      <a:lnTo>
                        <a:pt x="78427" y="9335"/>
                      </a:lnTo>
                      <a:lnTo>
                        <a:pt x="78427" y="9145"/>
                      </a:lnTo>
                      <a:lnTo>
                        <a:pt x="78427" y="8942"/>
                      </a:lnTo>
                      <a:lnTo>
                        <a:pt x="78427" y="8752"/>
                      </a:lnTo>
                      <a:lnTo>
                        <a:pt x="78427" y="8561"/>
                      </a:lnTo>
                      <a:lnTo>
                        <a:pt x="78427" y="8359"/>
                      </a:lnTo>
                      <a:lnTo>
                        <a:pt x="78427" y="8168"/>
                      </a:lnTo>
                      <a:lnTo>
                        <a:pt x="78427" y="7978"/>
                      </a:lnTo>
                      <a:lnTo>
                        <a:pt x="78427" y="7775"/>
                      </a:lnTo>
                      <a:lnTo>
                        <a:pt x="78427" y="7585"/>
                      </a:lnTo>
                      <a:lnTo>
                        <a:pt x="78427" y="7394"/>
                      </a:lnTo>
                      <a:lnTo>
                        <a:pt x="78427" y="7192"/>
                      </a:lnTo>
                      <a:lnTo>
                        <a:pt x="78427" y="7002"/>
                      </a:lnTo>
                      <a:lnTo>
                        <a:pt x="78427" y="6811"/>
                      </a:lnTo>
                      <a:lnTo>
                        <a:pt x="78427" y="6609"/>
                      </a:lnTo>
                      <a:lnTo>
                        <a:pt x="78427" y="6418"/>
                      </a:lnTo>
                      <a:lnTo>
                        <a:pt x="78427" y="6228"/>
                      </a:lnTo>
                      <a:lnTo>
                        <a:pt x="78427" y="6025"/>
                      </a:lnTo>
                      <a:lnTo>
                        <a:pt x="78427" y="5835"/>
                      </a:lnTo>
                      <a:lnTo>
                        <a:pt x="78427" y="5644"/>
                      </a:lnTo>
                      <a:lnTo>
                        <a:pt x="78427" y="5442"/>
                      </a:lnTo>
                      <a:lnTo>
                        <a:pt x="78427" y="5251"/>
                      </a:lnTo>
                      <a:lnTo>
                        <a:pt x="78427" y="5061"/>
                      </a:lnTo>
                      <a:lnTo>
                        <a:pt x="78427" y="4858"/>
                      </a:lnTo>
                      <a:lnTo>
                        <a:pt x="78427" y="4668"/>
                      </a:lnTo>
                      <a:lnTo>
                        <a:pt x="78427" y="4477"/>
                      </a:lnTo>
                      <a:lnTo>
                        <a:pt x="78427" y="4275"/>
                      </a:lnTo>
                      <a:lnTo>
                        <a:pt x="78427" y="4085"/>
                      </a:lnTo>
                      <a:lnTo>
                        <a:pt x="78427" y="3894"/>
                      </a:lnTo>
                      <a:lnTo>
                        <a:pt x="78427" y="3692"/>
                      </a:lnTo>
                      <a:lnTo>
                        <a:pt x="78427" y="3501"/>
                      </a:lnTo>
                      <a:lnTo>
                        <a:pt x="78427" y="3311"/>
                      </a:lnTo>
                      <a:lnTo>
                        <a:pt x="78427" y="3108"/>
                      </a:lnTo>
                      <a:lnTo>
                        <a:pt x="78427" y="2918"/>
                      </a:lnTo>
                      <a:lnTo>
                        <a:pt x="78427" y="2727"/>
                      </a:lnTo>
                      <a:lnTo>
                        <a:pt x="78427" y="2525"/>
                      </a:lnTo>
                      <a:lnTo>
                        <a:pt x="78427" y="2334"/>
                      </a:lnTo>
                      <a:lnTo>
                        <a:pt x="78427" y="2144"/>
                      </a:lnTo>
                      <a:lnTo>
                        <a:pt x="78427" y="1941"/>
                      </a:lnTo>
                      <a:lnTo>
                        <a:pt x="78427" y="1751"/>
                      </a:lnTo>
                      <a:lnTo>
                        <a:pt x="78427" y="1560"/>
                      </a:lnTo>
                      <a:lnTo>
                        <a:pt x="78427" y="1358"/>
                      </a:lnTo>
                      <a:lnTo>
                        <a:pt x="78427" y="1167"/>
                      </a:lnTo>
                      <a:lnTo>
                        <a:pt x="78427" y="977"/>
                      </a:lnTo>
                      <a:lnTo>
                        <a:pt x="78427" y="775"/>
                      </a:lnTo>
                      <a:lnTo>
                        <a:pt x="78427" y="584"/>
                      </a:lnTo>
                      <a:lnTo>
                        <a:pt x="78427" y="394"/>
                      </a:lnTo>
                      <a:lnTo>
                        <a:pt x="78427" y="191"/>
                      </a:lnTo>
                      <a:lnTo>
                        <a:pt x="78427" y="1"/>
                      </a:lnTo>
                      <a:lnTo>
                        <a:pt x="78212" y="1"/>
                      </a:lnTo>
                      <a:cubicBezTo>
                        <a:pt x="78224" y="858"/>
                        <a:pt x="77760" y="1644"/>
                        <a:pt x="77022" y="2072"/>
                      </a:cubicBezTo>
                      <a:lnTo>
                        <a:pt x="41720" y="22444"/>
                      </a:lnTo>
                      <a:cubicBezTo>
                        <a:pt x="40946" y="22890"/>
                        <a:pt x="40083" y="23114"/>
                        <a:pt x="39218" y="23114"/>
                      </a:cubicBezTo>
                      <a:cubicBezTo>
                        <a:pt x="38353" y="23114"/>
                        <a:pt x="37487" y="22890"/>
                        <a:pt x="36707" y="22444"/>
                      </a:cubicBezTo>
                      <a:lnTo>
                        <a:pt x="1417" y="2072"/>
                      </a:lnTo>
                      <a:cubicBezTo>
                        <a:pt x="667" y="1644"/>
                        <a:pt x="215" y="858"/>
                        <a:pt x="226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A0FDF1">
                        <a:alpha val="41568"/>
                        <a:alpha val="41520"/>
                      </a:srgbClr>
                    </a:gs>
                    <a:gs pos="100000">
                      <a:srgbClr val="FFFFFF">
                        <a:alpha val="37254"/>
                        <a:alpha val="4152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61650" tIns="61650" rIns="61650" bIns="6165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72" name="Google Shape;572;p13"/>
                <p:cNvSpPr/>
                <p:nvPr/>
              </p:nvSpPr>
              <p:spPr>
                <a:xfrm>
                  <a:off x="5553063" y="1487604"/>
                  <a:ext cx="1981525" cy="116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261" h="46572" extrusionOk="0">
                      <a:moveTo>
                        <a:pt x="39635" y="1"/>
                      </a:moveTo>
                      <a:cubicBezTo>
                        <a:pt x="38749" y="1"/>
                        <a:pt x="37862" y="230"/>
                        <a:pt x="37065" y="688"/>
                      </a:cubicBezTo>
                      <a:lnTo>
                        <a:pt x="1679" y="21119"/>
                      </a:lnTo>
                      <a:cubicBezTo>
                        <a:pt x="1" y="22084"/>
                        <a:pt x="1" y="24489"/>
                        <a:pt x="1679" y="25453"/>
                      </a:cubicBezTo>
                      <a:lnTo>
                        <a:pt x="37065" y="45884"/>
                      </a:lnTo>
                      <a:cubicBezTo>
                        <a:pt x="37862" y="46343"/>
                        <a:pt x="38749" y="46572"/>
                        <a:pt x="39635" y="46572"/>
                      </a:cubicBezTo>
                      <a:cubicBezTo>
                        <a:pt x="40520" y="46572"/>
                        <a:pt x="41405" y="46343"/>
                        <a:pt x="42196" y="45884"/>
                      </a:cubicBezTo>
                      <a:lnTo>
                        <a:pt x="77594" y="25453"/>
                      </a:lnTo>
                      <a:cubicBezTo>
                        <a:pt x="79260" y="24489"/>
                        <a:pt x="79260" y="22084"/>
                        <a:pt x="77594" y="21119"/>
                      </a:cubicBezTo>
                      <a:lnTo>
                        <a:pt x="42196" y="688"/>
                      </a:lnTo>
                      <a:cubicBezTo>
                        <a:pt x="41405" y="230"/>
                        <a:pt x="40520" y="1"/>
                        <a:pt x="39635" y="1"/>
                      </a:cubicBezTo>
                      <a:close/>
                    </a:path>
                  </a:pathLst>
                </a:custGeom>
                <a:solidFill>
                  <a:srgbClr val="A0FDF1">
                    <a:alpha val="41520"/>
                  </a:srgbClr>
                </a:solidFill>
                <a:ln>
                  <a:noFill/>
                </a:ln>
              </p:spPr>
              <p:txBody>
                <a:bodyPr spcFirstLastPara="1" wrap="square" lIns="61650" tIns="61650" rIns="61650" bIns="6165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573" name="Google Shape;573;p13"/>
          <p:cNvSpPr txBox="1"/>
          <p:nvPr/>
        </p:nvSpPr>
        <p:spPr>
          <a:xfrm>
            <a:off x="6236075" y="4185700"/>
            <a:ext cx="27939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Group no. : 13 </a:t>
            </a:r>
            <a:endParaRPr sz="1800">
              <a:solidFill>
                <a:schemeClr val="dk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Guide : Prof. Dev Mukherjee</a:t>
            </a:r>
            <a:endParaRPr sz="1800">
              <a:solidFill>
                <a:schemeClr val="dk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14"/>
          <p:cNvSpPr txBox="1">
            <a:spLocks noGrp="1"/>
          </p:cNvSpPr>
          <p:nvPr>
            <p:ph type="title"/>
          </p:nvPr>
        </p:nvSpPr>
        <p:spPr>
          <a:xfrm>
            <a:off x="514800" y="290000"/>
            <a:ext cx="8114400" cy="51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Introduction</a:t>
            </a:r>
            <a:endParaRPr/>
          </a:p>
        </p:txBody>
      </p:sp>
      <p:grpSp>
        <p:nvGrpSpPr>
          <p:cNvPr id="579" name="Google Shape;579;p14"/>
          <p:cNvGrpSpPr/>
          <p:nvPr/>
        </p:nvGrpSpPr>
        <p:grpSpPr>
          <a:xfrm>
            <a:off x="469963" y="1830112"/>
            <a:ext cx="2180400" cy="1209249"/>
            <a:chOff x="831563" y="2244612"/>
            <a:chExt cx="2180400" cy="1209249"/>
          </a:xfrm>
        </p:grpSpPr>
        <p:sp>
          <p:nvSpPr>
            <p:cNvPr id="580" name="Google Shape;580;p14"/>
            <p:cNvSpPr txBox="1"/>
            <p:nvPr/>
          </p:nvSpPr>
          <p:spPr>
            <a:xfrm>
              <a:off x="831563" y="2244612"/>
              <a:ext cx="2180400" cy="27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accent1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Motivation</a:t>
              </a:r>
              <a:endParaRPr sz="2000">
                <a:solidFill>
                  <a:schemeClr val="accen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581" name="Google Shape;581;p14"/>
            <p:cNvSpPr txBox="1"/>
            <p:nvPr/>
          </p:nvSpPr>
          <p:spPr>
            <a:xfrm>
              <a:off x="831563" y="2524161"/>
              <a:ext cx="2180400" cy="92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Fail to capture relational and temporal patterns in growing digital transaction volumes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582" name="Google Shape;582;p14"/>
          <p:cNvGrpSpPr/>
          <p:nvPr/>
        </p:nvGrpSpPr>
        <p:grpSpPr>
          <a:xfrm>
            <a:off x="6572287" y="1830100"/>
            <a:ext cx="2262013" cy="1380836"/>
            <a:chOff x="6124187" y="2244612"/>
            <a:chExt cx="2262013" cy="1380836"/>
          </a:xfrm>
        </p:grpSpPr>
        <p:sp>
          <p:nvSpPr>
            <p:cNvPr id="583" name="Google Shape;583;p14"/>
            <p:cNvSpPr txBox="1"/>
            <p:nvPr/>
          </p:nvSpPr>
          <p:spPr>
            <a:xfrm>
              <a:off x="6124187" y="2244612"/>
              <a:ext cx="2180400" cy="27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accent1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Solution</a:t>
              </a:r>
              <a:endParaRPr sz="2000">
                <a:solidFill>
                  <a:schemeClr val="accen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584" name="Google Shape;584;p14"/>
            <p:cNvSpPr txBox="1"/>
            <p:nvPr/>
          </p:nvSpPr>
          <p:spPr>
            <a:xfrm>
              <a:off x="6124200" y="2524148"/>
              <a:ext cx="2262000" cy="1101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Graph Neural Networks (GNNs) can effectively model user-transaction relationships to identify fraudulent behavior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585" name="Google Shape;585;p14"/>
          <p:cNvSpPr/>
          <p:nvPr/>
        </p:nvSpPr>
        <p:spPr>
          <a:xfrm>
            <a:off x="1272418" y="1110337"/>
            <a:ext cx="581400" cy="581400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6" name="Google Shape;586;p14"/>
          <p:cNvSpPr/>
          <p:nvPr/>
        </p:nvSpPr>
        <p:spPr>
          <a:xfrm>
            <a:off x="7376693" y="1110324"/>
            <a:ext cx="581400" cy="581400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87" name="Google Shape;587;p14"/>
          <p:cNvGrpSpPr/>
          <p:nvPr/>
        </p:nvGrpSpPr>
        <p:grpSpPr>
          <a:xfrm>
            <a:off x="1387242" y="1218297"/>
            <a:ext cx="359972" cy="365467"/>
            <a:chOff x="-59400775" y="4084200"/>
            <a:chExt cx="311125" cy="315875"/>
          </a:xfrm>
        </p:grpSpPr>
        <p:sp>
          <p:nvSpPr>
            <p:cNvPr id="588" name="Google Shape;588;p14"/>
            <p:cNvSpPr/>
            <p:nvPr/>
          </p:nvSpPr>
          <p:spPr>
            <a:xfrm>
              <a:off x="-59400775" y="4317350"/>
              <a:ext cx="89800" cy="82725"/>
            </a:xfrm>
            <a:custGeom>
              <a:avLst/>
              <a:gdLst/>
              <a:ahLst/>
              <a:cxnLst/>
              <a:rect l="l" t="t" r="r" b="b"/>
              <a:pathLst>
                <a:path w="3592" h="3309" extrusionOk="0">
                  <a:moveTo>
                    <a:pt x="1796" y="851"/>
                  </a:moveTo>
                  <a:cubicBezTo>
                    <a:pt x="2048" y="851"/>
                    <a:pt x="2237" y="1071"/>
                    <a:pt x="2237" y="1260"/>
                  </a:cubicBezTo>
                  <a:cubicBezTo>
                    <a:pt x="2237" y="1449"/>
                    <a:pt x="2048" y="1701"/>
                    <a:pt x="1796" y="1701"/>
                  </a:cubicBezTo>
                  <a:cubicBezTo>
                    <a:pt x="1576" y="1701"/>
                    <a:pt x="1418" y="1481"/>
                    <a:pt x="1418" y="1260"/>
                  </a:cubicBezTo>
                  <a:cubicBezTo>
                    <a:pt x="1418" y="1008"/>
                    <a:pt x="1576" y="851"/>
                    <a:pt x="1796" y="851"/>
                  </a:cubicBezTo>
                  <a:close/>
                  <a:moveTo>
                    <a:pt x="0" y="0"/>
                  </a:moveTo>
                  <a:lnTo>
                    <a:pt x="0" y="2079"/>
                  </a:lnTo>
                  <a:cubicBezTo>
                    <a:pt x="0" y="2741"/>
                    <a:pt x="536" y="3308"/>
                    <a:pt x="1229" y="3308"/>
                  </a:cubicBezTo>
                  <a:lnTo>
                    <a:pt x="2332" y="3308"/>
                  </a:lnTo>
                  <a:cubicBezTo>
                    <a:pt x="2993" y="3308"/>
                    <a:pt x="3592" y="2741"/>
                    <a:pt x="3592" y="2079"/>
                  </a:cubicBezTo>
                  <a:lnTo>
                    <a:pt x="359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14"/>
            <p:cNvSpPr/>
            <p:nvPr/>
          </p:nvSpPr>
          <p:spPr>
            <a:xfrm>
              <a:off x="-59400000" y="4084200"/>
              <a:ext cx="89825" cy="212700"/>
            </a:xfrm>
            <a:custGeom>
              <a:avLst/>
              <a:gdLst/>
              <a:ahLst/>
              <a:cxnLst/>
              <a:rect l="l" t="t" r="r" b="b"/>
              <a:pathLst>
                <a:path w="3593" h="8508" extrusionOk="0">
                  <a:moveTo>
                    <a:pt x="1734" y="1607"/>
                  </a:moveTo>
                  <a:cubicBezTo>
                    <a:pt x="1923" y="1607"/>
                    <a:pt x="2175" y="1797"/>
                    <a:pt x="2175" y="2049"/>
                  </a:cubicBezTo>
                  <a:lnTo>
                    <a:pt x="2175" y="7278"/>
                  </a:lnTo>
                  <a:cubicBezTo>
                    <a:pt x="2175" y="7499"/>
                    <a:pt x="1986" y="7656"/>
                    <a:pt x="1734" y="7656"/>
                  </a:cubicBezTo>
                  <a:cubicBezTo>
                    <a:pt x="1513" y="7656"/>
                    <a:pt x="1356" y="7467"/>
                    <a:pt x="1356" y="7278"/>
                  </a:cubicBezTo>
                  <a:lnTo>
                    <a:pt x="1356" y="2049"/>
                  </a:lnTo>
                  <a:cubicBezTo>
                    <a:pt x="1356" y="1797"/>
                    <a:pt x="1545" y="1607"/>
                    <a:pt x="1734" y="1607"/>
                  </a:cubicBezTo>
                  <a:close/>
                  <a:moveTo>
                    <a:pt x="1230" y="1"/>
                  </a:moveTo>
                  <a:cubicBezTo>
                    <a:pt x="568" y="1"/>
                    <a:pt x="1" y="536"/>
                    <a:pt x="1" y="1198"/>
                  </a:cubicBezTo>
                  <a:lnTo>
                    <a:pt x="1" y="8507"/>
                  </a:lnTo>
                  <a:lnTo>
                    <a:pt x="3593" y="8507"/>
                  </a:lnTo>
                  <a:lnTo>
                    <a:pt x="3593" y="1198"/>
                  </a:lnTo>
                  <a:cubicBezTo>
                    <a:pt x="3561" y="536"/>
                    <a:pt x="2994" y="1"/>
                    <a:pt x="233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14"/>
            <p:cNvSpPr/>
            <p:nvPr/>
          </p:nvSpPr>
          <p:spPr>
            <a:xfrm>
              <a:off x="-59290500" y="4317350"/>
              <a:ext cx="89800" cy="82725"/>
            </a:xfrm>
            <a:custGeom>
              <a:avLst/>
              <a:gdLst/>
              <a:ahLst/>
              <a:cxnLst/>
              <a:rect l="l" t="t" r="r" b="b"/>
              <a:pathLst>
                <a:path w="3592" h="3309" extrusionOk="0">
                  <a:moveTo>
                    <a:pt x="1796" y="851"/>
                  </a:moveTo>
                  <a:cubicBezTo>
                    <a:pt x="2048" y="851"/>
                    <a:pt x="2205" y="1071"/>
                    <a:pt x="2205" y="1260"/>
                  </a:cubicBezTo>
                  <a:cubicBezTo>
                    <a:pt x="2205" y="1449"/>
                    <a:pt x="2016" y="1701"/>
                    <a:pt x="1796" y="1701"/>
                  </a:cubicBezTo>
                  <a:cubicBezTo>
                    <a:pt x="1575" y="1701"/>
                    <a:pt x="1386" y="1481"/>
                    <a:pt x="1386" y="1260"/>
                  </a:cubicBezTo>
                  <a:cubicBezTo>
                    <a:pt x="1386" y="1008"/>
                    <a:pt x="1575" y="851"/>
                    <a:pt x="1796" y="851"/>
                  </a:cubicBezTo>
                  <a:close/>
                  <a:moveTo>
                    <a:pt x="0" y="0"/>
                  </a:moveTo>
                  <a:lnTo>
                    <a:pt x="0" y="2079"/>
                  </a:lnTo>
                  <a:cubicBezTo>
                    <a:pt x="0" y="2741"/>
                    <a:pt x="536" y="3308"/>
                    <a:pt x="1260" y="3308"/>
                  </a:cubicBezTo>
                  <a:lnTo>
                    <a:pt x="2363" y="3308"/>
                  </a:lnTo>
                  <a:cubicBezTo>
                    <a:pt x="3025" y="3308"/>
                    <a:pt x="3592" y="2741"/>
                    <a:pt x="3592" y="2079"/>
                  </a:cubicBezTo>
                  <a:lnTo>
                    <a:pt x="359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14"/>
            <p:cNvSpPr/>
            <p:nvPr/>
          </p:nvSpPr>
          <p:spPr>
            <a:xfrm>
              <a:off x="-59290500" y="4084200"/>
              <a:ext cx="89800" cy="212700"/>
            </a:xfrm>
            <a:custGeom>
              <a:avLst/>
              <a:gdLst/>
              <a:ahLst/>
              <a:cxnLst/>
              <a:rect l="l" t="t" r="r" b="b"/>
              <a:pathLst>
                <a:path w="3592" h="8508" extrusionOk="0">
                  <a:moveTo>
                    <a:pt x="1796" y="1607"/>
                  </a:moveTo>
                  <a:cubicBezTo>
                    <a:pt x="2048" y="1607"/>
                    <a:pt x="2205" y="1797"/>
                    <a:pt x="2205" y="2049"/>
                  </a:cubicBezTo>
                  <a:lnTo>
                    <a:pt x="2205" y="7278"/>
                  </a:lnTo>
                  <a:cubicBezTo>
                    <a:pt x="2205" y="7499"/>
                    <a:pt x="2016" y="7656"/>
                    <a:pt x="1796" y="7656"/>
                  </a:cubicBezTo>
                  <a:cubicBezTo>
                    <a:pt x="1607" y="7656"/>
                    <a:pt x="1386" y="7467"/>
                    <a:pt x="1386" y="7278"/>
                  </a:cubicBezTo>
                  <a:lnTo>
                    <a:pt x="1386" y="2049"/>
                  </a:lnTo>
                  <a:cubicBezTo>
                    <a:pt x="1386" y="1797"/>
                    <a:pt x="1575" y="1607"/>
                    <a:pt x="1796" y="1607"/>
                  </a:cubicBezTo>
                  <a:close/>
                  <a:moveTo>
                    <a:pt x="1260" y="1"/>
                  </a:moveTo>
                  <a:cubicBezTo>
                    <a:pt x="599" y="1"/>
                    <a:pt x="0" y="536"/>
                    <a:pt x="0" y="1198"/>
                  </a:cubicBezTo>
                  <a:lnTo>
                    <a:pt x="0" y="8507"/>
                  </a:lnTo>
                  <a:lnTo>
                    <a:pt x="3592" y="8507"/>
                  </a:lnTo>
                  <a:lnTo>
                    <a:pt x="3592" y="1198"/>
                  </a:lnTo>
                  <a:cubicBezTo>
                    <a:pt x="3592" y="536"/>
                    <a:pt x="3025" y="1"/>
                    <a:pt x="236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14"/>
            <p:cNvSpPr/>
            <p:nvPr/>
          </p:nvSpPr>
          <p:spPr>
            <a:xfrm>
              <a:off x="-59181025" y="4317350"/>
              <a:ext cx="89800" cy="82725"/>
            </a:xfrm>
            <a:custGeom>
              <a:avLst/>
              <a:gdLst/>
              <a:ahLst/>
              <a:cxnLst/>
              <a:rect l="l" t="t" r="r" b="b"/>
              <a:pathLst>
                <a:path w="3592" h="3309" extrusionOk="0">
                  <a:moveTo>
                    <a:pt x="1828" y="851"/>
                  </a:moveTo>
                  <a:cubicBezTo>
                    <a:pt x="2080" y="851"/>
                    <a:pt x="2269" y="1071"/>
                    <a:pt x="2269" y="1260"/>
                  </a:cubicBezTo>
                  <a:cubicBezTo>
                    <a:pt x="2269" y="1449"/>
                    <a:pt x="2080" y="1701"/>
                    <a:pt x="1828" y="1701"/>
                  </a:cubicBezTo>
                  <a:cubicBezTo>
                    <a:pt x="1607" y="1701"/>
                    <a:pt x="1450" y="1481"/>
                    <a:pt x="1450" y="1260"/>
                  </a:cubicBezTo>
                  <a:cubicBezTo>
                    <a:pt x="1450" y="1008"/>
                    <a:pt x="1607" y="851"/>
                    <a:pt x="1828" y="851"/>
                  </a:cubicBezTo>
                  <a:close/>
                  <a:moveTo>
                    <a:pt x="0" y="0"/>
                  </a:moveTo>
                  <a:lnTo>
                    <a:pt x="0" y="2079"/>
                  </a:lnTo>
                  <a:lnTo>
                    <a:pt x="32" y="2079"/>
                  </a:lnTo>
                  <a:cubicBezTo>
                    <a:pt x="32" y="2741"/>
                    <a:pt x="567" y="3308"/>
                    <a:pt x="1261" y="3308"/>
                  </a:cubicBezTo>
                  <a:lnTo>
                    <a:pt x="2363" y="3308"/>
                  </a:lnTo>
                  <a:cubicBezTo>
                    <a:pt x="3025" y="3308"/>
                    <a:pt x="3592" y="2741"/>
                    <a:pt x="3592" y="2079"/>
                  </a:cubicBezTo>
                  <a:lnTo>
                    <a:pt x="359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14"/>
            <p:cNvSpPr/>
            <p:nvPr/>
          </p:nvSpPr>
          <p:spPr>
            <a:xfrm>
              <a:off x="-59179450" y="4084200"/>
              <a:ext cx="89800" cy="212700"/>
            </a:xfrm>
            <a:custGeom>
              <a:avLst/>
              <a:gdLst/>
              <a:ahLst/>
              <a:cxnLst/>
              <a:rect l="l" t="t" r="r" b="b"/>
              <a:pathLst>
                <a:path w="3592" h="8508" extrusionOk="0">
                  <a:moveTo>
                    <a:pt x="1733" y="1607"/>
                  </a:moveTo>
                  <a:cubicBezTo>
                    <a:pt x="1922" y="1607"/>
                    <a:pt x="2174" y="1797"/>
                    <a:pt x="2174" y="2049"/>
                  </a:cubicBezTo>
                  <a:lnTo>
                    <a:pt x="2174" y="7278"/>
                  </a:lnTo>
                  <a:cubicBezTo>
                    <a:pt x="2174" y="7499"/>
                    <a:pt x="1985" y="7656"/>
                    <a:pt x="1733" y="7656"/>
                  </a:cubicBezTo>
                  <a:cubicBezTo>
                    <a:pt x="1513" y="7656"/>
                    <a:pt x="1355" y="7467"/>
                    <a:pt x="1355" y="7278"/>
                  </a:cubicBezTo>
                  <a:lnTo>
                    <a:pt x="1355" y="2049"/>
                  </a:lnTo>
                  <a:cubicBezTo>
                    <a:pt x="1355" y="1797"/>
                    <a:pt x="1544" y="1607"/>
                    <a:pt x="1733" y="1607"/>
                  </a:cubicBezTo>
                  <a:close/>
                  <a:moveTo>
                    <a:pt x="1229" y="1"/>
                  </a:moveTo>
                  <a:cubicBezTo>
                    <a:pt x="567" y="1"/>
                    <a:pt x="0" y="536"/>
                    <a:pt x="0" y="1198"/>
                  </a:cubicBezTo>
                  <a:lnTo>
                    <a:pt x="0" y="8507"/>
                  </a:lnTo>
                  <a:lnTo>
                    <a:pt x="3592" y="8507"/>
                  </a:lnTo>
                  <a:lnTo>
                    <a:pt x="3592" y="1198"/>
                  </a:lnTo>
                  <a:cubicBezTo>
                    <a:pt x="3560" y="536"/>
                    <a:pt x="2993" y="1"/>
                    <a:pt x="233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4" name="Google Shape;594;p14"/>
          <p:cNvGrpSpPr/>
          <p:nvPr/>
        </p:nvGrpSpPr>
        <p:grpSpPr>
          <a:xfrm>
            <a:off x="7483306" y="1217837"/>
            <a:ext cx="368186" cy="366364"/>
            <a:chOff x="-62151950" y="4111775"/>
            <a:chExt cx="318225" cy="316650"/>
          </a:xfrm>
        </p:grpSpPr>
        <p:sp>
          <p:nvSpPr>
            <p:cNvPr id="595" name="Google Shape;595;p14"/>
            <p:cNvSpPr/>
            <p:nvPr/>
          </p:nvSpPr>
          <p:spPr>
            <a:xfrm>
              <a:off x="-62151950" y="4407925"/>
              <a:ext cx="318225" cy="20500"/>
            </a:xfrm>
            <a:custGeom>
              <a:avLst/>
              <a:gdLst/>
              <a:ahLst/>
              <a:cxnLst/>
              <a:rect l="l" t="t" r="r" b="b"/>
              <a:pathLst>
                <a:path w="12729" h="820" extrusionOk="0">
                  <a:moveTo>
                    <a:pt x="442" y="0"/>
                  </a:moveTo>
                  <a:cubicBezTo>
                    <a:pt x="221" y="0"/>
                    <a:pt x="1" y="189"/>
                    <a:pt x="1" y="441"/>
                  </a:cubicBezTo>
                  <a:cubicBezTo>
                    <a:pt x="1" y="662"/>
                    <a:pt x="221" y="819"/>
                    <a:pt x="442" y="819"/>
                  </a:cubicBezTo>
                  <a:lnTo>
                    <a:pt x="12288" y="819"/>
                  </a:lnTo>
                  <a:cubicBezTo>
                    <a:pt x="12540" y="819"/>
                    <a:pt x="12697" y="630"/>
                    <a:pt x="12697" y="441"/>
                  </a:cubicBezTo>
                  <a:cubicBezTo>
                    <a:pt x="12729" y="158"/>
                    <a:pt x="12540" y="0"/>
                    <a:pt x="122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14"/>
            <p:cNvSpPr/>
            <p:nvPr/>
          </p:nvSpPr>
          <p:spPr>
            <a:xfrm>
              <a:off x="-62151950" y="4283475"/>
              <a:ext cx="84300" cy="104000"/>
            </a:xfrm>
            <a:custGeom>
              <a:avLst/>
              <a:gdLst/>
              <a:ahLst/>
              <a:cxnLst/>
              <a:rect l="l" t="t" r="r" b="b"/>
              <a:pathLst>
                <a:path w="3372" h="4160" extrusionOk="0">
                  <a:moveTo>
                    <a:pt x="1009" y="0"/>
                  </a:moveTo>
                  <a:cubicBezTo>
                    <a:pt x="442" y="0"/>
                    <a:pt x="1" y="442"/>
                    <a:pt x="1" y="1009"/>
                  </a:cubicBezTo>
                  <a:lnTo>
                    <a:pt x="1" y="3214"/>
                  </a:lnTo>
                  <a:cubicBezTo>
                    <a:pt x="64" y="3718"/>
                    <a:pt x="473" y="4159"/>
                    <a:pt x="1009" y="4159"/>
                  </a:cubicBezTo>
                  <a:lnTo>
                    <a:pt x="2363" y="4159"/>
                  </a:lnTo>
                  <a:cubicBezTo>
                    <a:pt x="2931" y="4159"/>
                    <a:pt x="3372" y="3718"/>
                    <a:pt x="3372" y="3214"/>
                  </a:cubicBezTo>
                  <a:lnTo>
                    <a:pt x="3372" y="1009"/>
                  </a:lnTo>
                  <a:cubicBezTo>
                    <a:pt x="3372" y="442"/>
                    <a:pt x="2931" y="0"/>
                    <a:pt x="23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14"/>
            <p:cNvSpPr/>
            <p:nvPr/>
          </p:nvSpPr>
          <p:spPr>
            <a:xfrm>
              <a:off x="-62033800" y="4111775"/>
              <a:ext cx="82725" cy="275700"/>
            </a:xfrm>
            <a:custGeom>
              <a:avLst/>
              <a:gdLst/>
              <a:ahLst/>
              <a:cxnLst/>
              <a:rect l="l" t="t" r="r" b="b"/>
              <a:pathLst>
                <a:path w="3309" h="11028" extrusionOk="0">
                  <a:moveTo>
                    <a:pt x="946" y="0"/>
                  </a:moveTo>
                  <a:cubicBezTo>
                    <a:pt x="410" y="0"/>
                    <a:pt x="0" y="410"/>
                    <a:pt x="0" y="977"/>
                  </a:cubicBezTo>
                  <a:lnTo>
                    <a:pt x="0" y="10082"/>
                  </a:lnTo>
                  <a:cubicBezTo>
                    <a:pt x="0" y="10618"/>
                    <a:pt x="441" y="11027"/>
                    <a:pt x="946" y="11027"/>
                  </a:cubicBezTo>
                  <a:lnTo>
                    <a:pt x="2332" y="11027"/>
                  </a:lnTo>
                  <a:cubicBezTo>
                    <a:pt x="2899" y="11027"/>
                    <a:pt x="3308" y="10586"/>
                    <a:pt x="3308" y="10082"/>
                  </a:cubicBezTo>
                  <a:lnTo>
                    <a:pt x="3308" y="977"/>
                  </a:lnTo>
                  <a:cubicBezTo>
                    <a:pt x="3308" y="410"/>
                    <a:pt x="2899" y="0"/>
                    <a:pt x="23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14"/>
            <p:cNvSpPr/>
            <p:nvPr/>
          </p:nvSpPr>
          <p:spPr>
            <a:xfrm>
              <a:off x="-61916450" y="4200775"/>
              <a:ext cx="82725" cy="186700"/>
            </a:xfrm>
            <a:custGeom>
              <a:avLst/>
              <a:gdLst/>
              <a:ahLst/>
              <a:cxnLst/>
              <a:rect l="l" t="t" r="r" b="b"/>
              <a:pathLst>
                <a:path w="3309" h="7468" extrusionOk="0">
                  <a:moveTo>
                    <a:pt x="946" y="0"/>
                  </a:moveTo>
                  <a:cubicBezTo>
                    <a:pt x="410" y="0"/>
                    <a:pt x="1" y="442"/>
                    <a:pt x="1" y="1009"/>
                  </a:cubicBezTo>
                  <a:lnTo>
                    <a:pt x="1" y="6522"/>
                  </a:lnTo>
                  <a:cubicBezTo>
                    <a:pt x="1" y="7058"/>
                    <a:pt x="442" y="7467"/>
                    <a:pt x="946" y="7467"/>
                  </a:cubicBezTo>
                  <a:lnTo>
                    <a:pt x="2332" y="7467"/>
                  </a:lnTo>
                  <a:cubicBezTo>
                    <a:pt x="2868" y="7467"/>
                    <a:pt x="3309" y="7026"/>
                    <a:pt x="3309" y="6522"/>
                  </a:cubicBezTo>
                  <a:lnTo>
                    <a:pt x="3309" y="1009"/>
                  </a:lnTo>
                  <a:cubicBezTo>
                    <a:pt x="3309" y="442"/>
                    <a:pt x="2868" y="0"/>
                    <a:pt x="23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9" name="Google Shape;599;p14"/>
          <p:cNvGrpSpPr/>
          <p:nvPr/>
        </p:nvGrpSpPr>
        <p:grpSpPr>
          <a:xfrm>
            <a:off x="2660789" y="2820344"/>
            <a:ext cx="1599927" cy="2055260"/>
            <a:chOff x="2616388" y="1504175"/>
            <a:chExt cx="2082425" cy="2675075"/>
          </a:xfrm>
        </p:grpSpPr>
        <p:sp>
          <p:nvSpPr>
            <p:cNvPr id="600" name="Google Shape;600;p14"/>
            <p:cNvSpPr/>
            <p:nvPr/>
          </p:nvSpPr>
          <p:spPr>
            <a:xfrm>
              <a:off x="2616688" y="3345475"/>
              <a:ext cx="1897575" cy="833775"/>
            </a:xfrm>
            <a:custGeom>
              <a:avLst/>
              <a:gdLst/>
              <a:ahLst/>
              <a:cxnLst/>
              <a:rect l="l" t="t" r="r" b="b"/>
              <a:pathLst>
                <a:path w="75903" h="33351" extrusionOk="0">
                  <a:moveTo>
                    <a:pt x="0" y="1"/>
                  </a:moveTo>
                  <a:lnTo>
                    <a:pt x="0" y="989"/>
                  </a:lnTo>
                  <a:cubicBezTo>
                    <a:pt x="0" y="1108"/>
                    <a:pt x="72" y="1215"/>
                    <a:pt x="191" y="1275"/>
                  </a:cubicBezTo>
                  <a:lnTo>
                    <a:pt x="55472" y="33195"/>
                  </a:lnTo>
                  <a:cubicBezTo>
                    <a:pt x="55829" y="33350"/>
                    <a:pt x="56246" y="33338"/>
                    <a:pt x="56591" y="33148"/>
                  </a:cubicBezTo>
                  <a:lnTo>
                    <a:pt x="75629" y="22158"/>
                  </a:lnTo>
                  <a:cubicBezTo>
                    <a:pt x="75784" y="22087"/>
                    <a:pt x="75879" y="21944"/>
                    <a:pt x="75903" y="21789"/>
                  </a:cubicBezTo>
                  <a:lnTo>
                    <a:pt x="75903" y="2080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81225" tIns="81225" rIns="81225" bIns="812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14"/>
            <p:cNvSpPr/>
            <p:nvPr/>
          </p:nvSpPr>
          <p:spPr>
            <a:xfrm>
              <a:off x="2616388" y="3057550"/>
              <a:ext cx="1897875" cy="1095775"/>
            </a:xfrm>
            <a:custGeom>
              <a:avLst/>
              <a:gdLst/>
              <a:ahLst/>
              <a:cxnLst/>
              <a:rect l="l" t="t" r="r" b="b"/>
              <a:pathLst>
                <a:path w="75915" h="43831" extrusionOk="0">
                  <a:moveTo>
                    <a:pt x="19950" y="0"/>
                  </a:moveTo>
                  <a:cubicBezTo>
                    <a:pt x="19729" y="0"/>
                    <a:pt x="19496" y="55"/>
                    <a:pt x="19312" y="159"/>
                  </a:cubicBezTo>
                  <a:lnTo>
                    <a:pt x="274" y="11149"/>
                  </a:lnTo>
                  <a:cubicBezTo>
                    <a:pt x="120" y="11220"/>
                    <a:pt x="24" y="11351"/>
                    <a:pt x="0" y="11518"/>
                  </a:cubicBezTo>
                  <a:cubicBezTo>
                    <a:pt x="12" y="11637"/>
                    <a:pt x="84" y="11744"/>
                    <a:pt x="191" y="11804"/>
                  </a:cubicBezTo>
                  <a:lnTo>
                    <a:pt x="55484" y="43724"/>
                  </a:lnTo>
                  <a:cubicBezTo>
                    <a:pt x="55647" y="43795"/>
                    <a:pt x="55822" y="43831"/>
                    <a:pt x="55998" y="43831"/>
                  </a:cubicBezTo>
                  <a:cubicBezTo>
                    <a:pt x="56207" y="43831"/>
                    <a:pt x="56415" y="43780"/>
                    <a:pt x="56603" y="43677"/>
                  </a:cubicBezTo>
                  <a:lnTo>
                    <a:pt x="75641" y="32687"/>
                  </a:lnTo>
                  <a:cubicBezTo>
                    <a:pt x="75796" y="32616"/>
                    <a:pt x="75891" y="32485"/>
                    <a:pt x="75915" y="32318"/>
                  </a:cubicBezTo>
                  <a:cubicBezTo>
                    <a:pt x="75903" y="32199"/>
                    <a:pt x="75831" y="32080"/>
                    <a:pt x="75724" y="32032"/>
                  </a:cubicBezTo>
                  <a:lnTo>
                    <a:pt x="20432" y="112"/>
                  </a:lnTo>
                  <a:cubicBezTo>
                    <a:pt x="20303" y="37"/>
                    <a:pt x="20131" y="0"/>
                    <a:pt x="19950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81225" tIns="81225" rIns="81225" bIns="812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14"/>
            <p:cNvSpPr/>
            <p:nvPr/>
          </p:nvSpPr>
          <p:spPr>
            <a:xfrm>
              <a:off x="2643763" y="3070150"/>
              <a:ext cx="1853825" cy="1070400"/>
            </a:xfrm>
            <a:custGeom>
              <a:avLst/>
              <a:gdLst/>
              <a:ahLst/>
              <a:cxnLst/>
              <a:rect l="l" t="t" r="r" b="b"/>
              <a:pathLst>
                <a:path w="74153" h="42816" extrusionOk="0">
                  <a:moveTo>
                    <a:pt x="54841" y="42732"/>
                  </a:moveTo>
                  <a:lnTo>
                    <a:pt x="156" y="11157"/>
                  </a:lnTo>
                  <a:cubicBezTo>
                    <a:pt x="1" y="11073"/>
                    <a:pt x="25" y="10931"/>
                    <a:pt x="191" y="10823"/>
                  </a:cubicBezTo>
                  <a:lnTo>
                    <a:pt x="18741" y="108"/>
                  </a:lnTo>
                  <a:cubicBezTo>
                    <a:pt x="18920" y="13"/>
                    <a:pt x="19134" y="1"/>
                    <a:pt x="19313" y="84"/>
                  </a:cubicBezTo>
                  <a:lnTo>
                    <a:pt x="74010" y="31671"/>
                  </a:lnTo>
                  <a:cubicBezTo>
                    <a:pt x="74153" y="31755"/>
                    <a:pt x="74129" y="31897"/>
                    <a:pt x="73962" y="31993"/>
                  </a:cubicBezTo>
                  <a:lnTo>
                    <a:pt x="55413" y="42708"/>
                  </a:lnTo>
                  <a:cubicBezTo>
                    <a:pt x="55234" y="42815"/>
                    <a:pt x="55020" y="42815"/>
                    <a:pt x="54841" y="42732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81225" tIns="81225" rIns="81225" bIns="812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03" name="Google Shape;603;p14"/>
            <p:cNvGrpSpPr/>
            <p:nvPr/>
          </p:nvGrpSpPr>
          <p:grpSpPr>
            <a:xfrm>
              <a:off x="2723238" y="3123575"/>
              <a:ext cx="1675550" cy="965475"/>
              <a:chOff x="2723238" y="3123575"/>
              <a:chExt cx="1675550" cy="965475"/>
            </a:xfrm>
          </p:grpSpPr>
          <p:sp>
            <p:nvSpPr>
              <p:cNvPr id="604" name="Google Shape;604;p14"/>
              <p:cNvSpPr/>
              <p:nvPr/>
            </p:nvSpPr>
            <p:spPr>
              <a:xfrm>
                <a:off x="3065263" y="3123575"/>
                <a:ext cx="141100" cy="79225"/>
              </a:xfrm>
              <a:custGeom>
                <a:avLst/>
                <a:gdLst/>
                <a:ahLst/>
                <a:cxnLst/>
                <a:rect l="l" t="t" r="r" b="b"/>
                <a:pathLst>
                  <a:path w="5644" h="3169" extrusionOk="0">
                    <a:moveTo>
                      <a:pt x="2190" y="0"/>
                    </a:moveTo>
                    <a:cubicBezTo>
                      <a:pt x="2018" y="0"/>
                      <a:pt x="1846" y="42"/>
                      <a:pt x="1691" y="126"/>
                    </a:cubicBezTo>
                    <a:lnTo>
                      <a:pt x="310" y="924"/>
                    </a:lnTo>
                    <a:cubicBezTo>
                      <a:pt x="36" y="1090"/>
                      <a:pt x="0" y="1328"/>
                      <a:pt x="238" y="1459"/>
                    </a:cubicBezTo>
                    <a:lnTo>
                      <a:pt x="3036" y="3079"/>
                    </a:lnTo>
                    <a:cubicBezTo>
                      <a:pt x="3173" y="3139"/>
                      <a:pt x="3317" y="3169"/>
                      <a:pt x="3460" y="3169"/>
                    </a:cubicBezTo>
                    <a:cubicBezTo>
                      <a:pt x="3629" y="3169"/>
                      <a:pt x="3798" y="3127"/>
                      <a:pt x="3953" y="3043"/>
                    </a:cubicBezTo>
                    <a:lnTo>
                      <a:pt x="5346" y="2233"/>
                    </a:lnTo>
                    <a:cubicBezTo>
                      <a:pt x="5620" y="2067"/>
                      <a:pt x="5644" y="1828"/>
                      <a:pt x="5406" y="1697"/>
                    </a:cubicBezTo>
                    <a:lnTo>
                      <a:pt x="2619" y="90"/>
                    </a:lnTo>
                    <a:cubicBezTo>
                      <a:pt x="2483" y="30"/>
                      <a:pt x="2337" y="0"/>
                      <a:pt x="219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81225" tIns="81225" rIns="81225" bIns="812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Google Shape;605;p14"/>
              <p:cNvSpPr/>
              <p:nvPr/>
            </p:nvSpPr>
            <p:spPr>
              <a:xfrm>
                <a:off x="3197713" y="3200100"/>
                <a:ext cx="141100" cy="79200"/>
              </a:xfrm>
              <a:custGeom>
                <a:avLst/>
                <a:gdLst/>
                <a:ahLst/>
                <a:cxnLst/>
                <a:rect l="l" t="t" r="r" b="b"/>
                <a:pathLst>
                  <a:path w="5644" h="3168" extrusionOk="0">
                    <a:moveTo>
                      <a:pt x="2199" y="0"/>
                    </a:moveTo>
                    <a:cubicBezTo>
                      <a:pt x="2023" y="0"/>
                      <a:pt x="1848" y="45"/>
                      <a:pt x="1691" y="137"/>
                    </a:cubicBezTo>
                    <a:lnTo>
                      <a:pt x="310" y="934"/>
                    </a:lnTo>
                    <a:cubicBezTo>
                      <a:pt x="36" y="1089"/>
                      <a:pt x="0" y="1327"/>
                      <a:pt x="239" y="1470"/>
                    </a:cubicBezTo>
                    <a:lnTo>
                      <a:pt x="3036" y="3077"/>
                    </a:lnTo>
                    <a:cubicBezTo>
                      <a:pt x="3173" y="3137"/>
                      <a:pt x="3317" y="3167"/>
                      <a:pt x="3460" y="3167"/>
                    </a:cubicBezTo>
                    <a:cubicBezTo>
                      <a:pt x="3630" y="3167"/>
                      <a:pt x="3798" y="3126"/>
                      <a:pt x="3953" y="3042"/>
                    </a:cubicBezTo>
                    <a:lnTo>
                      <a:pt x="5346" y="2244"/>
                    </a:lnTo>
                    <a:cubicBezTo>
                      <a:pt x="5620" y="2077"/>
                      <a:pt x="5644" y="1839"/>
                      <a:pt x="5406" y="1708"/>
                    </a:cubicBezTo>
                    <a:lnTo>
                      <a:pt x="2620" y="89"/>
                    </a:lnTo>
                    <a:cubicBezTo>
                      <a:pt x="2486" y="30"/>
                      <a:pt x="2342" y="0"/>
                      <a:pt x="219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81225" tIns="81225" rIns="81225" bIns="812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" name="Google Shape;606;p14"/>
              <p:cNvSpPr/>
              <p:nvPr/>
            </p:nvSpPr>
            <p:spPr>
              <a:xfrm>
                <a:off x="3330463" y="3276550"/>
                <a:ext cx="140825" cy="79075"/>
              </a:xfrm>
              <a:custGeom>
                <a:avLst/>
                <a:gdLst/>
                <a:ahLst/>
                <a:cxnLst/>
                <a:rect l="l" t="t" r="r" b="b"/>
                <a:pathLst>
                  <a:path w="5633" h="3163" extrusionOk="0">
                    <a:moveTo>
                      <a:pt x="2179" y="1"/>
                    </a:moveTo>
                    <a:cubicBezTo>
                      <a:pt x="2006" y="1"/>
                      <a:pt x="1834" y="43"/>
                      <a:pt x="1679" y="127"/>
                    </a:cubicBezTo>
                    <a:lnTo>
                      <a:pt x="298" y="924"/>
                    </a:lnTo>
                    <a:cubicBezTo>
                      <a:pt x="24" y="1091"/>
                      <a:pt x="1" y="1329"/>
                      <a:pt x="227" y="1460"/>
                    </a:cubicBezTo>
                    <a:lnTo>
                      <a:pt x="3025" y="3067"/>
                    </a:lnTo>
                    <a:cubicBezTo>
                      <a:pt x="3159" y="3132"/>
                      <a:pt x="3300" y="3162"/>
                      <a:pt x="3441" y="3162"/>
                    </a:cubicBezTo>
                    <a:cubicBezTo>
                      <a:pt x="3613" y="3162"/>
                      <a:pt x="3784" y="3117"/>
                      <a:pt x="3942" y="3032"/>
                    </a:cubicBezTo>
                    <a:lnTo>
                      <a:pt x="5335" y="2234"/>
                    </a:lnTo>
                    <a:cubicBezTo>
                      <a:pt x="5608" y="2079"/>
                      <a:pt x="5632" y="1841"/>
                      <a:pt x="5394" y="1698"/>
                    </a:cubicBezTo>
                    <a:lnTo>
                      <a:pt x="2608" y="91"/>
                    </a:lnTo>
                    <a:cubicBezTo>
                      <a:pt x="2472" y="31"/>
                      <a:pt x="2325" y="1"/>
                      <a:pt x="217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81225" tIns="81225" rIns="81225" bIns="812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" name="Google Shape;607;p14"/>
              <p:cNvSpPr/>
              <p:nvPr/>
            </p:nvSpPr>
            <p:spPr>
              <a:xfrm>
                <a:off x="3462613" y="3353050"/>
                <a:ext cx="141125" cy="79075"/>
              </a:xfrm>
              <a:custGeom>
                <a:avLst/>
                <a:gdLst/>
                <a:ahLst/>
                <a:cxnLst/>
                <a:rect l="l" t="t" r="r" b="b"/>
                <a:pathLst>
                  <a:path w="5645" h="3163" extrusionOk="0">
                    <a:moveTo>
                      <a:pt x="2191" y="1"/>
                    </a:moveTo>
                    <a:cubicBezTo>
                      <a:pt x="2019" y="1"/>
                      <a:pt x="1846" y="43"/>
                      <a:pt x="1692" y="127"/>
                    </a:cubicBezTo>
                    <a:lnTo>
                      <a:pt x="311" y="924"/>
                    </a:lnTo>
                    <a:cubicBezTo>
                      <a:pt x="37" y="1091"/>
                      <a:pt x="1" y="1329"/>
                      <a:pt x="239" y="1460"/>
                    </a:cubicBezTo>
                    <a:lnTo>
                      <a:pt x="3037" y="3067"/>
                    </a:lnTo>
                    <a:cubicBezTo>
                      <a:pt x="3171" y="3132"/>
                      <a:pt x="3315" y="3162"/>
                      <a:pt x="3458" y="3162"/>
                    </a:cubicBezTo>
                    <a:cubicBezTo>
                      <a:pt x="3634" y="3162"/>
                      <a:pt x="3809" y="3117"/>
                      <a:pt x="3966" y="3032"/>
                    </a:cubicBezTo>
                    <a:lnTo>
                      <a:pt x="5347" y="2234"/>
                    </a:lnTo>
                    <a:cubicBezTo>
                      <a:pt x="5609" y="2079"/>
                      <a:pt x="5645" y="1841"/>
                      <a:pt x="5406" y="1698"/>
                    </a:cubicBezTo>
                    <a:lnTo>
                      <a:pt x="2620" y="91"/>
                    </a:lnTo>
                    <a:cubicBezTo>
                      <a:pt x="2484" y="31"/>
                      <a:pt x="2337" y="1"/>
                      <a:pt x="219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81225" tIns="81225" rIns="81225" bIns="812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Google Shape;608;p14"/>
              <p:cNvSpPr/>
              <p:nvPr/>
            </p:nvSpPr>
            <p:spPr>
              <a:xfrm>
                <a:off x="3595388" y="3429425"/>
                <a:ext cx="140800" cy="79200"/>
              </a:xfrm>
              <a:custGeom>
                <a:avLst/>
                <a:gdLst/>
                <a:ahLst/>
                <a:cxnLst/>
                <a:rect l="l" t="t" r="r" b="b"/>
                <a:pathLst>
                  <a:path w="5632" h="3168" extrusionOk="0">
                    <a:moveTo>
                      <a:pt x="2187" y="1"/>
                    </a:moveTo>
                    <a:cubicBezTo>
                      <a:pt x="2013" y="1"/>
                      <a:pt x="1841" y="46"/>
                      <a:pt x="1691" y="131"/>
                    </a:cubicBezTo>
                    <a:lnTo>
                      <a:pt x="298" y="929"/>
                    </a:lnTo>
                    <a:cubicBezTo>
                      <a:pt x="24" y="1096"/>
                      <a:pt x="0" y="1334"/>
                      <a:pt x="238" y="1465"/>
                    </a:cubicBezTo>
                    <a:lnTo>
                      <a:pt x="3024" y="3072"/>
                    </a:lnTo>
                    <a:cubicBezTo>
                      <a:pt x="3158" y="3137"/>
                      <a:pt x="3302" y="3167"/>
                      <a:pt x="3446" y="3167"/>
                    </a:cubicBezTo>
                    <a:cubicBezTo>
                      <a:pt x="3621" y="3167"/>
                      <a:pt x="3796" y="3122"/>
                      <a:pt x="3953" y="3037"/>
                    </a:cubicBezTo>
                    <a:lnTo>
                      <a:pt x="5334" y="2239"/>
                    </a:lnTo>
                    <a:cubicBezTo>
                      <a:pt x="5608" y="2084"/>
                      <a:pt x="5632" y="1846"/>
                      <a:pt x="5406" y="1703"/>
                    </a:cubicBezTo>
                    <a:lnTo>
                      <a:pt x="2608" y="96"/>
                    </a:lnTo>
                    <a:cubicBezTo>
                      <a:pt x="2474" y="31"/>
                      <a:pt x="2330" y="1"/>
                      <a:pt x="218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81225" tIns="81225" rIns="81225" bIns="812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Google Shape;609;p14"/>
              <p:cNvSpPr/>
              <p:nvPr/>
            </p:nvSpPr>
            <p:spPr>
              <a:xfrm>
                <a:off x="3727838" y="3505775"/>
                <a:ext cx="141100" cy="79325"/>
              </a:xfrm>
              <a:custGeom>
                <a:avLst/>
                <a:gdLst/>
                <a:ahLst/>
                <a:cxnLst/>
                <a:rect l="l" t="t" r="r" b="b"/>
                <a:pathLst>
                  <a:path w="5644" h="3173" extrusionOk="0">
                    <a:moveTo>
                      <a:pt x="2188" y="1"/>
                    </a:moveTo>
                    <a:cubicBezTo>
                      <a:pt x="2014" y="1"/>
                      <a:pt x="1842" y="46"/>
                      <a:pt x="1691" y="137"/>
                    </a:cubicBezTo>
                    <a:lnTo>
                      <a:pt x="298" y="935"/>
                    </a:lnTo>
                    <a:cubicBezTo>
                      <a:pt x="24" y="1090"/>
                      <a:pt x="0" y="1328"/>
                      <a:pt x="239" y="1471"/>
                    </a:cubicBezTo>
                    <a:lnTo>
                      <a:pt x="3025" y="3078"/>
                    </a:lnTo>
                    <a:cubicBezTo>
                      <a:pt x="3159" y="3142"/>
                      <a:pt x="3302" y="3173"/>
                      <a:pt x="3446" y="3173"/>
                    </a:cubicBezTo>
                    <a:cubicBezTo>
                      <a:pt x="3621" y="3173"/>
                      <a:pt x="3796" y="3128"/>
                      <a:pt x="3953" y="3042"/>
                    </a:cubicBezTo>
                    <a:lnTo>
                      <a:pt x="5334" y="2245"/>
                    </a:lnTo>
                    <a:cubicBezTo>
                      <a:pt x="5608" y="2090"/>
                      <a:pt x="5644" y="1852"/>
                      <a:pt x="5406" y="1709"/>
                    </a:cubicBezTo>
                    <a:lnTo>
                      <a:pt x="2608" y="90"/>
                    </a:lnTo>
                    <a:cubicBezTo>
                      <a:pt x="2474" y="31"/>
                      <a:pt x="2330" y="1"/>
                      <a:pt x="218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81225" tIns="81225" rIns="81225" bIns="812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Google Shape;610;p14"/>
              <p:cNvSpPr/>
              <p:nvPr/>
            </p:nvSpPr>
            <p:spPr>
              <a:xfrm>
                <a:off x="3860288" y="3582425"/>
                <a:ext cx="141125" cy="79175"/>
              </a:xfrm>
              <a:custGeom>
                <a:avLst/>
                <a:gdLst/>
                <a:ahLst/>
                <a:cxnLst/>
                <a:rect l="l" t="t" r="r" b="b"/>
                <a:pathLst>
                  <a:path w="5645" h="3167" extrusionOk="0">
                    <a:moveTo>
                      <a:pt x="2188" y="1"/>
                    </a:moveTo>
                    <a:cubicBezTo>
                      <a:pt x="2014" y="1"/>
                      <a:pt x="1842" y="46"/>
                      <a:pt x="1691" y="131"/>
                    </a:cubicBezTo>
                    <a:lnTo>
                      <a:pt x="298" y="929"/>
                    </a:lnTo>
                    <a:cubicBezTo>
                      <a:pt x="25" y="1084"/>
                      <a:pt x="1" y="1322"/>
                      <a:pt x="239" y="1465"/>
                    </a:cubicBezTo>
                    <a:lnTo>
                      <a:pt x="3025" y="3072"/>
                    </a:lnTo>
                    <a:cubicBezTo>
                      <a:pt x="3159" y="3136"/>
                      <a:pt x="3303" y="3167"/>
                      <a:pt x="3446" y="3167"/>
                    </a:cubicBezTo>
                    <a:cubicBezTo>
                      <a:pt x="3621" y="3167"/>
                      <a:pt x="3796" y="3121"/>
                      <a:pt x="3954" y="3036"/>
                    </a:cubicBezTo>
                    <a:lnTo>
                      <a:pt x="5335" y="2239"/>
                    </a:lnTo>
                    <a:cubicBezTo>
                      <a:pt x="5609" y="2084"/>
                      <a:pt x="5644" y="1846"/>
                      <a:pt x="5406" y="1703"/>
                    </a:cubicBezTo>
                    <a:lnTo>
                      <a:pt x="2608" y="95"/>
                    </a:lnTo>
                    <a:cubicBezTo>
                      <a:pt x="2474" y="31"/>
                      <a:pt x="2330" y="1"/>
                      <a:pt x="218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81225" tIns="81225" rIns="81225" bIns="812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" name="Google Shape;611;p14"/>
              <p:cNvSpPr/>
              <p:nvPr/>
            </p:nvSpPr>
            <p:spPr>
              <a:xfrm>
                <a:off x="3992738" y="3658925"/>
                <a:ext cx="141125" cy="79175"/>
              </a:xfrm>
              <a:custGeom>
                <a:avLst/>
                <a:gdLst/>
                <a:ahLst/>
                <a:cxnLst/>
                <a:rect l="l" t="t" r="r" b="b"/>
                <a:pathLst>
                  <a:path w="5645" h="3167" extrusionOk="0">
                    <a:moveTo>
                      <a:pt x="2192" y="1"/>
                    </a:moveTo>
                    <a:cubicBezTo>
                      <a:pt x="2020" y="1"/>
                      <a:pt x="1849" y="46"/>
                      <a:pt x="1692" y="131"/>
                    </a:cubicBezTo>
                    <a:lnTo>
                      <a:pt x="299" y="929"/>
                    </a:lnTo>
                    <a:cubicBezTo>
                      <a:pt x="25" y="1084"/>
                      <a:pt x="1" y="1322"/>
                      <a:pt x="239" y="1465"/>
                    </a:cubicBezTo>
                    <a:lnTo>
                      <a:pt x="3025" y="3072"/>
                    </a:lnTo>
                    <a:cubicBezTo>
                      <a:pt x="3159" y="3136"/>
                      <a:pt x="3303" y="3167"/>
                      <a:pt x="3446" y="3167"/>
                    </a:cubicBezTo>
                    <a:cubicBezTo>
                      <a:pt x="3622" y="3167"/>
                      <a:pt x="3797" y="3121"/>
                      <a:pt x="3954" y="3036"/>
                    </a:cubicBezTo>
                    <a:lnTo>
                      <a:pt x="5335" y="2239"/>
                    </a:lnTo>
                    <a:cubicBezTo>
                      <a:pt x="5609" y="2084"/>
                      <a:pt x="5645" y="1834"/>
                      <a:pt x="5406" y="1703"/>
                    </a:cubicBezTo>
                    <a:lnTo>
                      <a:pt x="2608" y="95"/>
                    </a:lnTo>
                    <a:cubicBezTo>
                      <a:pt x="2474" y="31"/>
                      <a:pt x="2333" y="1"/>
                      <a:pt x="219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81225" tIns="81225" rIns="81225" bIns="812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" name="Google Shape;612;p14"/>
              <p:cNvSpPr/>
              <p:nvPr/>
            </p:nvSpPr>
            <p:spPr>
              <a:xfrm>
                <a:off x="4125213" y="3735425"/>
                <a:ext cx="141100" cy="79050"/>
              </a:xfrm>
              <a:custGeom>
                <a:avLst/>
                <a:gdLst/>
                <a:ahLst/>
                <a:cxnLst/>
                <a:rect l="l" t="t" r="r" b="b"/>
                <a:pathLst>
                  <a:path w="5644" h="3162" extrusionOk="0">
                    <a:moveTo>
                      <a:pt x="2192" y="0"/>
                    </a:moveTo>
                    <a:cubicBezTo>
                      <a:pt x="2019" y="0"/>
                      <a:pt x="1848" y="46"/>
                      <a:pt x="1691" y="131"/>
                    </a:cubicBezTo>
                    <a:lnTo>
                      <a:pt x="298" y="929"/>
                    </a:lnTo>
                    <a:cubicBezTo>
                      <a:pt x="36" y="1084"/>
                      <a:pt x="0" y="1322"/>
                      <a:pt x="238" y="1464"/>
                    </a:cubicBezTo>
                    <a:lnTo>
                      <a:pt x="3024" y="3072"/>
                    </a:lnTo>
                    <a:cubicBezTo>
                      <a:pt x="3161" y="3132"/>
                      <a:pt x="3307" y="3162"/>
                      <a:pt x="3453" y="3162"/>
                    </a:cubicBezTo>
                    <a:cubicBezTo>
                      <a:pt x="3626" y="3162"/>
                      <a:pt x="3798" y="3120"/>
                      <a:pt x="3953" y="3036"/>
                    </a:cubicBezTo>
                    <a:lnTo>
                      <a:pt x="5334" y="2238"/>
                    </a:lnTo>
                    <a:cubicBezTo>
                      <a:pt x="5608" y="2084"/>
                      <a:pt x="5644" y="1845"/>
                      <a:pt x="5406" y="1703"/>
                    </a:cubicBezTo>
                    <a:lnTo>
                      <a:pt x="2608" y="95"/>
                    </a:lnTo>
                    <a:cubicBezTo>
                      <a:pt x="2474" y="31"/>
                      <a:pt x="2332" y="0"/>
                      <a:pt x="219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81225" tIns="81225" rIns="81225" bIns="812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" name="Google Shape;613;p14"/>
              <p:cNvSpPr/>
              <p:nvPr/>
            </p:nvSpPr>
            <p:spPr>
              <a:xfrm>
                <a:off x="4257663" y="3811925"/>
                <a:ext cx="141125" cy="79050"/>
              </a:xfrm>
              <a:custGeom>
                <a:avLst/>
                <a:gdLst/>
                <a:ahLst/>
                <a:cxnLst/>
                <a:rect l="l" t="t" r="r" b="b"/>
                <a:pathLst>
                  <a:path w="5645" h="3162" extrusionOk="0">
                    <a:moveTo>
                      <a:pt x="2192" y="0"/>
                    </a:moveTo>
                    <a:cubicBezTo>
                      <a:pt x="2020" y="0"/>
                      <a:pt x="1848" y="46"/>
                      <a:pt x="1691" y="131"/>
                    </a:cubicBezTo>
                    <a:lnTo>
                      <a:pt x="310" y="929"/>
                    </a:lnTo>
                    <a:cubicBezTo>
                      <a:pt x="36" y="1083"/>
                      <a:pt x="1" y="1322"/>
                      <a:pt x="239" y="1464"/>
                    </a:cubicBezTo>
                    <a:lnTo>
                      <a:pt x="3037" y="3072"/>
                    </a:lnTo>
                    <a:cubicBezTo>
                      <a:pt x="3168" y="3132"/>
                      <a:pt x="3311" y="3162"/>
                      <a:pt x="3456" y="3162"/>
                    </a:cubicBezTo>
                    <a:cubicBezTo>
                      <a:pt x="3626" y="3162"/>
                      <a:pt x="3799" y="3120"/>
                      <a:pt x="3953" y="3036"/>
                    </a:cubicBezTo>
                    <a:lnTo>
                      <a:pt x="5335" y="2226"/>
                    </a:lnTo>
                    <a:cubicBezTo>
                      <a:pt x="5608" y="2072"/>
                      <a:pt x="5644" y="1833"/>
                      <a:pt x="5406" y="1703"/>
                    </a:cubicBezTo>
                    <a:lnTo>
                      <a:pt x="2608" y="95"/>
                    </a:lnTo>
                    <a:cubicBezTo>
                      <a:pt x="2474" y="31"/>
                      <a:pt x="2333" y="0"/>
                      <a:pt x="219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81225" tIns="81225" rIns="81225" bIns="812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Google Shape;614;p14"/>
              <p:cNvSpPr/>
              <p:nvPr/>
            </p:nvSpPr>
            <p:spPr>
              <a:xfrm>
                <a:off x="2968213" y="3176425"/>
                <a:ext cx="145575" cy="82925"/>
              </a:xfrm>
              <a:custGeom>
                <a:avLst/>
                <a:gdLst/>
                <a:ahLst/>
                <a:cxnLst/>
                <a:rect l="l" t="t" r="r" b="b"/>
                <a:pathLst>
                  <a:path w="5823" h="3317" extrusionOk="0">
                    <a:moveTo>
                      <a:pt x="2286" y="1"/>
                    </a:moveTo>
                    <a:cubicBezTo>
                      <a:pt x="2193" y="1"/>
                      <a:pt x="2099" y="25"/>
                      <a:pt x="2013" y="72"/>
                    </a:cubicBezTo>
                    <a:lnTo>
                      <a:pt x="155" y="1143"/>
                    </a:lnTo>
                    <a:cubicBezTo>
                      <a:pt x="13" y="1226"/>
                      <a:pt x="1" y="1346"/>
                      <a:pt x="120" y="1417"/>
                    </a:cubicBezTo>
                    <a:lnTo>
                      <a:pt x="3323" y="3274"/>
                    </a:lnTo>
                    <a:cubicBezTo>
                      <a:pt x="3393" y="3302"/>
                      <a:pt x="3469" y="3316"/>
                      <a:pt x="3546" y="3316"/>
                    </a:cubicBezTo>
                    <a:cubicBezTo>
                      <a:pt x="3636" y="3316"/>
                      <a:pt x="3727" y="3296"/>
                      <a:pt x="3811" y="3251"/>
                    </a:cubicBezTo>
                    <a:lnTo>
                      <a:pt x="5668" y="2179"/>
                    </a:lnTo>
                    <a:cubicBezTo>
                      <a:pt x="5811" y="2096"/>
                      <a:pt x="5823" y="1965"/>
                      <a:pt x="5704" y="1893"/>
                    </a:cubicBezTo>
                    <a:lnTo>
                      <a:pt x="2501" y="48"/>
                    </a:lnTo>
                    <a:cubicBezTo>
                      <a:pt x="2432" y="16"/>
                      <a:pt x="2359" y="1"/>
                      <a:pt x="228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81225" tIns="81225" rIns="81225" bIns="812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" name="Google Shape;615;p14"/>
              <p:cNvSpPr/>
              <p:nvPr/>
            </p:nvSpPr>
            <p:spPr>
              <a:xfrm>
                <a:off x="2886963" y="3223950"/>
                <a:ext cx="201225" cy="114625"/>
              </a:xfrm>
              <a:custGeom>
                <a:avLst/>
                <a:gdLst/>
                <a:ahLst/>
                <a:cxnLst/>
                <a:rect l="l" t="t" r="r" b="b"/>
                <a:pathLst>
                  <a:path w="8049" h="4585" extrusionOk="0">
                    <a:moveTo>
                      <a:pt x="2260" y="1"/>
                    </a:moveTo>
                    <a:cubicBezTo>
                      <a:pt x="2155" y="1"/>
                      <a:pt x="2049" y="25"/>
                      <a:pt x="1953" y="76"/>
                    </a:cubicBezTo>
                    <a:lnTo>
                      <a:pt x="191" y="1100"/>
                    </a:lnTo>
                    <a:cubicBezTo>
                      <a:pt x="24" y="1195"/>
                      <a:pt x="0" y="1338"/>
                      <a:pt x="155" y="1433"/>
                    </a:cubicBezTo>
                    <a:lnTo>
                      <a:pt x="5525" y="4529"/>
                    </a:lnTo>
                    <a:cubicBezTo>
                      <a:pt x="5605" y="4566"/>
                      <a:pt x="5693" y="4584"/>
                      <a:pt x="5780" y="4584"/>
                    </a:cubicBezTo>
                    <a:cubicBezTo>
                      <a:pt x="5887" y="4584"/>
                      <a:pt x="5993" y="4557"/>
                      <a:pt x="6084" y="4505"/>
                    </a:cubicBezTo>
                    <a:lnTo>
                      <a:pt x="7858" y="3481"/>
                    </a:lnTo>
                    <a:cubicBezTo>
                      <a:pt x="8025" y="3386"/>
                      <a:pt x="8049" y="3243"/>
                      <a:pt x="7894" y="3159"/>
                    </a:cubicBezTo>
                    <a:lnTo>
                      <a:pt x="2524" y="52"/>
                    </a:lnTo>
                    <a:cubicBezTo>
                      <a:pt x="2441" y="19"/>
                      <a:pt x="2351" y="1"/>
                      <a:pt x="226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81225" tIns="81225" rIns="81225" bIns="812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" name="Google Shape;616;p14"/>
              <p:cNvSpPr/>
              <p:nvPr/>
            </p:nvSpPr>
            <p:spPr>
              <a:xfrm>
                <a:off x="2805688" y="3271075"/>
                <a:ext cx="217325" cy="124050"/>
              </a:xfrm>
              <a:custGeom>
                <a:avLst/>
                <a:gdLst/>
                <a:ahLst/>
                <a:cxnLst/>
                <a:rect l="l" t="t" r="r" b="b"/>
                <a:pathLst>
                  <a:path w="8693" h="4962" extrusionOk="0">
                    <a:moveTo>
                      <a:pt x="2248" y="0"/>
                    </a:moveTo>
                    <a:cubicBezTo>
                      <a:pt x="2141" y="0"/>
                      <a:pt x="2036" y="27"/>
                      <a:pt x="1942" y="84"/>
                    </a:cubicBezTo>
                    <a:lnTo>
                      <a:pt x="191" y="1096"/>
                    </a:lnTo>
                    <a:cubicBezTo>
                      <a:pt x="13" y="1191"/>
                      <a:pt x="1" y="1346"/>
                      <a:pt x="144" y="1429"/>
                    </a:cubicBezTo>
                    <a:lnTo>
                      <a:pt x="6168" y="4906"/>
                    </a:lnTo>
                    <a:cubicBezTo>
                      <a:pt x="6254" y="4943"/>
                      <a:pt x="6345" y="4961"/>
                      <a:pt x="6435" y="4961"/>
                    </a:cubicBezTo>
                    <a:cubicBezTo>
                      <a:pt x="6544" y="4961"/>
                      <a:pt x="6653" y="4934"/>
                      <a:pt x="6752" y="4882"/>
                    </a:cubicBezTo>
                    <a:lnTo>
                      <a:pt x="8502" y="3882"/>
                    </a:lnTo>
                    <a:cubicBezTo>
                      <a:pt x="8669" y="3775"/>
                      <a:pt x="8692" y="3620"/>
                      <a:pt x="8538" y="3536"/>
                    </a:cubicBezTo>
                    <a:lnTo>
                      <a:pt x="2525" y="60"/>
                    </a:lnTo>
                    <a:cubicBezTo>
                      <a:pt x="2436" y="21"/>
                      <a:pt x="2341" y="0"/>
                      <a:pt x="224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81225" tIns="81225" rIns="81225" bIns="812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" name="Google Shape;617;p14"/>
              <p:cNvSpPr/>
              <p:nvPr/>
            </p:nvSpPr>
            <p:spPr>
              <a:xfrm>
                <a:off x="4160638" y="3864775"/>
                <a:ext cx="145575" cy="82900"/>
              </a:xfrm>
              <a:custGeom>
                <a:avLst/>
                <a:gdLst/>
                <a:ahLst/>
                <a:cxnLst/>
                <a:rect l="l" t="t" r="r" b="b"/>
                <a:pathLst>
                  <a:path w="5823" h="3316" extrusionOk="0">
                    <a:moveTo>
                      <a:pt x="2255" y="1"/>
                    </a:moveTo>
                    <a:cubicBezTo>
                      <a:pt x="2170" y="1"/>
                      <a:pt x="2086" y="21"/>
                      <a:pt x="2012" y="65"/>
                    </a:cubicBezTo>
                    <a:lnTo>
                      <a:pt x="155" y="1148"/>
                    </a:lnTo>
                    <a:cubicBezTo>
                      <a:pt x="12" y="1220"/>
                      <a:pt x="0" y="1351"/>
                      <a:pt x="119" y="1422"/>
                    </a:cubicBezTo>
                    <a:lnTo>
                      <a:pt x="3322" y="3268"/>
                    </a:lnTo>
                    <a:cubicBezTo>
                      <a:pt x="3393" y="3300"/>
                      <a:pt x="3469" y="3316"/>
                      <a:pt x="3544" y="3316"/>
                    </a:cubicBezTo>
                    <a:cubicBezTo>
                      <a:pt x="3633" y="3316"/>
                      <a:pt x="3721" y="3294"/>
                      <a:pt x="3798" y="3256"/>
                    </a:cubicBezTo>
                    <a:lnTo>
                      <a:pt x="5667" y="2172"/>
                    </a:lnTo>
                    <a:cubicBezTo>
                      <a:pt x="5810" y="2089"/>
                      <a:pt x="5822" y="1970"/>
                      <a:pt x="5691" y="1898"/>
                    </a:cubicBezTo>
                    <a:lnTo>
                      <a:pt x="2489" y="53"/>
                    </a:lnTo>
                    <a:cubicBezTo>
                      <a:pt x="2414" y="19"/>
                      <a:pt x="2334" y="1"/>
                      <a:pt x="225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81225" tIns="81225" rIns="81225" bIns="812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" name="Google Shape;618;p14"/>
              <p:cNvSpPr/>
              <p:nvPr/>
            </p:nvSpPr>
            <p:spPr>
              <a:xfrm>
                <a:off x="4023113" y="3879875"/>
                <a:ext cx="200950" cy="114525"/>
              </a:xfrm>
              <a:custGeom>
                <a:avLst/>
                <a:gdLst/>
                <a:ahLst/>
                <a:cxnLst/>
                <a:rect l="l" t="t" r="r" b="b"/>
                <a:pathLst>
                  <a:path w="8038" h="4581" extrusionOk="0">
                    <a:moveTo>
                      <a:pt x="2268" y="0"/>
                    </a:moveTo>
                    <a:cubicBezTo>
                      <a:pt x="2160" y="0"/>
                      <a:pt x="2051" y="28"/>
                      <a:pt x="1953" y="80"/>
                    </a:cubicBezTo>
                    <a:lnTo>
                      <a:pt x="191" y="1092"/>
                    </a:lnTo>
                    <a:cubicBezTo>
                      <a:pt x="24" y="1199"/>
                      <a:pt x="0" y="1342"/>
                      <a:pt x="143" y="1425"/>
                    </a:cubicBezTo>
                    <a:lnTo>
                      <a:pt x="5513" y="4521"/>
                    </a:lnTo>
                    <a:cubicBezTo>
                      <a:pt x="5597" y="4560"/>
                      <a:pt x="5688" y="4581"/>
                      <a:pt x="5780" y="4581"/>
                    </a:cubicBezTo>
                    <a:cubicBezTo>
                      <a:pt x="5885" y="4581"/>
                      <a:pt x="5990" y="4554"/>
                      <a:pt x="6085" y="4497"/>
                    </a:cubicBezTo>
                    <a:lnTo>
                      <a:pt x="7847" y="3485"/>
                    </a:lnTo>
                    <a:cubicBezTo>
                      <a:pt x="8013" y="3390"/>
                      <a:pt x="8037" y="3235"/>
                      <a:pt x="7882" y="3152"/>
                    </a:cubicBezTo>
                    <a:lnTo>
                      <a:pt x="2525" y="56"/>
                    </a:lnTo>
                    <a:cubicBezTo>
                      <a:pt x="2444" y="19"/>
                      <a:pt x="2357" y="0"/>
                      <a:pt x="22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81225" tIns="81225" rIns="81225" bIns="812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" name="Google Shape;619;p14"/>
              <p:cNvSpPr/>
              <p:nvPr/>
            </p:nvSpPr>
            <p:spPr>
              <a:xfrm>
                <a:off x="3925188" y="3917450"/>
                <a:ext cx="217300" cy="123975"/>
              </a:xfrm>
              <a:custGeom>
                <a:avLst/>
                <a:gdLst/>
                <a:ahLst/>
                <a:cxnLst/>
                <a:rect l="l" t="t" r="r" b="b"/>
                <a:pathLst>
                  <a:path w="8692" h="4959" extrusionOk="0">
                    <a:moveTo>
                      <a:pt x="2253" y="1"/>
                    </a:moveTo>
                    <a:cubicBezTo>
                      <a:pt x="2143" y="1"/>
                      <a:pt x="2033" y="31"/>
                      <a:pt x="1929" y="89"/>
                    </a:cubicBezTo>
                    <a:lnTo>
                      <a:pt x="191" y="1089"/>
                    </a:lnTo>
                    <a:cubicBezTo>
                      <a:pt x="12" y="1184"/>
                      <a:pt x="0" y="1351"/>
                      <a:pt x="143" y="1422"/>
                    </a:cubicBezTo>
                    <a:lnTo>
                      <a:pt x="6168" y="4899"/>
                    </a:lnTo>
                    <a:cubicBezTo>
                      <a:pt x="6257" y="4938"/>
                      <a:pt x="6351" y="4959"/>
                      <a:pt x="6445" y="4959"/>
                    </a:cubicBezTo>
                    <a:cubicBezTo>
                      <a:pt x="6551" y="4959"/>
                      <a:pt x="6656" y="4932"/>
                      <a:pt x="6751" y="4875"/>
                    </a:cubicBezTo>
                    <a:lnTo>
                      <a:pt x="8501" y="3875"/>
                    </a:lnTo>
                    <a:cubicBezTo>
                      <a:pt x="8668" y="3780"/>
                      <a:pt x="8692" y="3625"/>
                      <a:pt x="8537" y="3542"/>
                    </a:cubicBezTo>
                    <a:lnTo>
                      <a:pt x="2524" y="65"/>
                    </a:lnTo>
                    <a:cubicBezTo>
                      <a:pt x="2438" y="22"/>
                      <a:pt x="2346" y="1"/>
                      <a:pt x="225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81225" tIns="81225" rIns="81225" bIns="812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" name="Google Shape;620;p14"/>
              <p:cNvSpPr/>
              <p:nvPr/>
            </p:nvSpPr>
            <p:spPr>
              <a:xfrm>
                <a:off x="2723238" y="3317650"/>
                <a:ext cx="145875" cy="82975"/>
              </a:xfrm>
              <a:custGeom>
                <a:avLst/>
                <a:gdLst/>
                <a:ahLst/>
                <a:cxnLst/>
                <a:rect l="l" t="t" r="r" b="b"/>
                <a:pathLst>
                  <a:path w="5835" h="3319" extrusionOk="0">
                    <a:moveTo>
                      <a:pt x="2284" y="0"/>
                    </a:moveTo>
                    <a:cubicBezTo>
                      <a:pt x="2201" y="0"/>
                      <a:pt x="2120" y="21"/>
                      <a:pt x="2049" y="66"/>
                    </a:cubicBezTo>
                    <a:lnTo>
                      <a:pt x="156" y="1150"/>
                    </a:lnTo>
                    <a:cubicBezTo>
                      <a:pt x="25" y="1233"/>
                      <a:pt x="1" y="1352"/>
                      <a:pt x="120" y="1412"/>
                    </a:cubicBezTo>
                    <a:lnTo>
                      <a:pt x="3346" y="3281"/>
                    </a:lnTo>
                    <a:cubicBezTo>
                      <a:pt x="3408" y="3307"/>
                      <a:pt x="3474" y="3319"/>
                      <a:pt x="3541" y="3319"/>
                    </a:cubicBezTo>
                    <a:cubicBezTo>
                      <a:pt x="3629" y="3319"/>
                      <a:pt x="3718" y="3298"/>
                      <a:pt x="3799" y="3257"/>
                    </a:cubicBezTo>
                    <a:lnTo>
                      <a:pt x="5680" y="2174"/>
                    </a:lnTo>
                    <a:cubicBezTo>
                      <a:pt x="5823" y="2090"/>
                      <a:pt x="5835" y="1971"/>
                      <a:pt x="5716" y="1912"/>
                    </a:cubicBezTo>
                    <a:lnTo>
                      <a:pt x="2489" y="42"/>
                    </a:lnTo>
                    <a:cubicBezTo>
                      <a:pt x="2424" y="15"/>
                      <a:pt x="2353" y="0"/>
                      <a:pt x="228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81225" tIns="81225" rIns="81225" bIns="812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" name="Google Shape;621;p14"/>
              <p:cNvSpPr/>
              <p:nvPr/>
            </p:nvSpPr>
            <p:spPr>
              <a:xfrm>
                <a:off x="2829513" y="3378950"/>
                <a:ext cx="145875" cy="83100"/>
              </a:xfrm>
              <a:custGeom>
                <a:avLst/>
                <a:gdLst/>
                <a:ahLst/>
                <a:cxnLst/>
                <a:rect l="l" t="t" r="r" b="b"/>
                <a:pathLst>
                  <a:path w="5835" h="3324" extrusionOk="0">
                    <a:moveTo>
                      <a:pt x="2289" y="1"/>
                    </a:moveTo>
                    <a:cubicBezTo>
                      <a:pt x="2207" y="1"/>
                      <a:pt x="2126" y="22"/>
                      <a:pt x="2048" y="67"/>
                    </a:cubicBezTo>
                    <a:lnTo>
                      <a:pt x="155" y="1150"/>
                    </a:lnTo>
                    <a:cubicBezTo>
                      <a:pt x="24" y="1234"/>
                      <a:pt x="0" y="1353"/>
                      <a:pt x="119" y="1412"/>
                    </a:cubicBezTo>
                    <a:lnTo>
                      <a:pt x="3346" y="3281"/>
                    </a:lnTo>
                    <a:cubicBezTo>
                      <a:pt x="3411" y="3309"/>
                      <a:pt x="3484" y="3324"/>
                      <a:pt x="3557" y="3324"/>
                    </a:cubicBezTo>
                    <a:cubicBezTo>
                      <a:pt x="3642" y="3324"/>
                      <a:pt x="3727" y="3303"/>
                      <a:pt x="3798" y="3258"/>
                    </a:cubicBezTo>
                    <a:lnTo>
                      <a:pt x="5692" y="2174"/>
                    </a:lnTo>
                    <a:cubicBezTo>
                      <a:pt x="5823" y="2091"/>
                      <a:pt x="5834" y="1972"/>
                      <a:pt x="5727" y="1912"/>
                    </a:cubicBezTo>
                    <a:lnTo>
                      <a:pt x="2501" y="43"/>
                    </a:lnTo>
                    <a:cubicBezTo>
                      <a:pt x="2430" y="16"/>
                      <a:pt x="2359" y="1"/>
                      <a:pt x="228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81225" tIns="81225" rIns="81225" bIns="812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" name="Google Shape;622;p14"/>
              <p:cNvSpPr/>
              <p:nvPr/>
            </p:nvSpPr>
            <p:spPr>
              <a:xfrm>
                <a:off x="2935763" y="3440275"/>
                <a:ext cx="145875" cy="83100"/>
              </a:xfrm>
              <a:custGeom>
                <a:avLst/>
                <a:gdLst/>
                <a:ahLst/>
                <a:cxnLst/>
                <a:rect l="l" t="t" r="r" b="b"/>
                <a:pathLst>
                  <a:path w="5835" h="3324" extrusionOk="0">
                    <a:moveTo>
                      <a:pt x="2284" y="1"/>
                    </a:moveTo>
                    <a:cubicBezTo>
                      <a:pt x="2201" y="1"/>
                      <a:pt x="2120" y="21"/>
                      <a:pt x="2049" y="66"/>
                    </a:cubicBezTo>
                    <a:lnTo>
                      <a:pt x="156" y="1150"/>
                    </a:lnTo>
                    <a:cubicBezTo>
                      <a:pt x="25" y="1233"/>
                      <a:pt x="1" y="1352"/>
                      <a:pt x="120" y="1412"/>
                    </a:cubicBezTo>
                    <a:lnTo>
                      <a:pt x="3347" y="3281"/>
                    </a:lnTo>
                    <a:cubicBezTo>
                      <a:pt x="3412" y="3308"/>
                      <a:pt x="3482" y="3323"/>
                      <a:pt x="3553" y="3323"/>
                    </a:cubicBezTo>
                    <a:cubicBezTo>
                      <a:pt x="3637" y="3323"/>
                      <a:pt x="3722" y="3303"/>
                      <a:pt x="3799" y="3257"/>
                    </a:cubicBezTo>
                    <a:lnTo>
                      <a:pt x="5692" y="2174"/>
                    </a:lnTo>
                    <a:cubicBezTo>
                      <a:pt x="5823" y="2091"/>
                      <a:pt x="5835" y="1971"/>
                      <a:pt x="5716" y="1912"/>
                    </a:cubicBezTo>
                    <a:lnTo>
                      <a:pt x="2489" y="43"/>
                    </a:lnTo>
                    <a:cubicBezTo>
                      <a:pt x="2424" y="15"/>
                      <a:pt x="2353" y="1"/>
                      <a:pt x="228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81225" tIns="81225" rIns="81225" bIns="812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" name="Google Shape;623;p14"/>
              <p:cNvSpPr/>
              <p:nvPr/>
            </p:nvSpPr>
            <p:spPr>
              <a:xfrm>
                <a:off x="2990838" y="3378025"/>
                <a:ext cx="121175" cy="68575"/>
              </a:xfrm>
              <a:custGeom>
                <a:avLst/>
                <a:gdLst/>
                <a:ahLst/>
                <a:cxnLst/>
                <a:rect l="l" t="t" r="r" b="b"/>
                <a:pathLst>
                  <a:path w="4847" h="2743" extrusionOk="0">
                    <a:moveTo>
                      <a:pt x="2257" y="0"/>
                    </a:moveTo>
                    <a:cubicBezTo>
                      <a:pt x="2146" y="0"/>
                      <a:pt x="2034" y="28"/>
                      <a:pt x="1929" y="80"/>
                    </a:cubicBezTo>
                    <a:lnTo>
                      <a:pt x="191" y="1092"/>
                    </a:lnTo>
                    <a:cubicBezTo>
                      <a:pt x="12" y="1199"/>
                      <a:pt x="1" y="1342"/>
                      <a:pt x="143" y="1437"/>
                    </a:cubicBezTo>
                    <a:lnTo>
                      <a:pt x="2310" y="2687"/>
                    </a:lnTo>
                    <a:cubicBezTo>
                      <a:pt x="2394" y="2724"/>
                      <a:pt x="2484" y="2742"/>
                      <a:pt x="2574" y="2742"/>
                    </a:cubicBezTo>
                    <a:cubicBezTo>
                      <a:pt x="2690" y="2742"/>
                      <a:pt x="2805" y="2712"/>
                      <a:pt x="2906" y="2652"/>
                    </a:cubicBezTo>
                    <a:lnTo>
                      <a:pt x="4656" y="1652"/>
                    </a:lnTo>
                    <a:cubicBezTo>
                      <a:pt x="4823" y="1544"/>
                      <a:pt x="4846" y="1402"/>
                      <a:pt x="4692" y="1306"/>
                    </a:cubicBezTo>
                    <a:lnTo>
                      <a:pt x="2525" y="56"/>
                    </a:lnTo>
                    <a:cubicBezTo>
                      <a:pt x="2439" y="19"/>
                      <a:pt x="2348" y="0"/>
                      <a:pt x="22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81225" tIns="81225" rIns="81225" bIns="812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" name="Google Shape;624;p14"/>
              <p:cNvSpPr/>
              <p:nvPr/>
            </p:nvSpPr>
            <p:spPr>
              <a:xfrm>
                <a:off x="3075663" y="3426925"/>
                <a:ext cx="120875" cy="68500"/>
              </a:xfrm>
              <a:custGeom>
                <a:avLst/>
                <a:gdLst/>
                <a:ahLst/>
                <a:cxnLst/>
                <a:rect l="l" t="t" r="r" b="b"/>
                <a:pathLst>
                  <a:path w="4835" h="2740" extrusionOk="0">
                    <a:moveTo>
                      <a:pt x="2255" y="0"/>
                    </a:moveTo>
                    <a:cubicBezTo>
                      <a:pt x="2146" y="0"/>
                      <a:pt x="2039" y="30"/>
                      <a:pt x="1942" y="89"/>
                    </a:cubicBezTo>
                    <a:lnTo>
                      <a:pt x="191" y="1089"/>
                    </a:lnTo>
                    <a:cubicBezTo>
                      <a:pt x="13" y="1196"/>
                      <a:pt x="1" y="1339"/>
                      <a:pt x="156" y="1434"/>
                    </a:cubicBezTo>
                    <a:lnTo>
                      <a:pt x="2311" y="2684"/>
                    </a:lnTo>
                    <a:cubicBezTo>
                      <a:pt x="2396" y="2722"/>
                      <a:pt x="2487" y="2740"/>
                      <a:pt x="2578" y="2740"/>
                    </a:cubicBezTo>
                    <a:cubicBezTo>
                      <a:pt x="2689" y="2740"/>
                      <a:pt x="2801" y="2713"/>
                      <a:pt x="2906" y="2660"/>
                    </a:cubicBezTo>
                    <a:lnTo>
                      <a:pt x="4644" y="1648"/>
                    </a:lnTo>
                    <a:cubicBezTo>
                      <a:pt x="4823" y="1553"/>
                      <a:pt x="4835" y="1398"/>
                      <a:pt x="4692" y="1315"/>
                    </a:cubicBezTo>
                    <a:lnTo>
                      <a:pt x="2525" y="65"/>
                    </a:lnTo>
                    <a:cubicBezTo>
                      <a:pt x="2438" y="21"/>
                      <a:pt x="2346" y="0"/>
                      <a:pt x="225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81225" tIns="81225" rIns="81225" bIns="812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" name="Google Shape;625;p14"/>
              <p:cNvSpPr/>
              <p:nvPr/>
            </p:nvSpPr>
            <p:spPr>
              <a:xfrm>
                <a:off x="3160513" y="3475950"/>
                <a:ext cx="120875" cy="68525"/>
              </a:xfrm>
              <a:custGeom>
                <a:avLst/>
                <a:gdLst/>
                <a:ahLst/>
                <a:cxnLst/>
                <a:rect l="l" t="t" r="r" b="b"/>
                <a:pathLst>
                  <a:path w="4835" h="2741" extrusionOk="0">
                    <a:moveTo>
                      <a:pt x="2258" y="1"/>
                    </a:moveTo>
                    <a:cubicBezTo>
                      <a:pt x="2148" y="1"/>
                      <a:pt x="2039" y="28"/>
                      <a:pt x="1941" y="80"/>
                    </a:cubicBezTo>
                    <a:lnTo>
                      <a:pt x="191" y="1092"/>
                    </a:lnTo>
                    <a:cubicBezTo>
                      <a:pt x="24" y="1187"/>
                      <a:pt x="0" y="1342"/>
                      <a:pt x="155" y="1426"/>
                    </a:cubicBezTo>
                    <a:lnTo>
                      <a:pt x="2322" y="2676"/>
                    </a:lnTo>
                    <a:cubicBezTo>
                      <a:pt x="2403" y="2719"/>
                      <a:pt x="2495" y="2740"/>
                      <a:pt x="2587" y="2740"/>
                    </a:cubicBezTo>
                    <a:cubicBezTo>
                      <a:pt x="2697" y="2740"/>
                      <a:pt x="2808" y="2710"/>
                      <a:pt x="2905" y="2652"/>
                    </a:cubicBezTo>
                    <a:lnTo>
                      <a:pt x="4644" y="1652"/>
                    </a:lnTo>
                    <a:cubicBezTo>
                      <a:pt x="4822" y="1545"/>
                      <a:pt x="4834" y="1402"/>
                      <a:pt x="4691" y="1306"/>
                    </a:cubicBezTo>
                    <a:lnTo>
                      <a:pt x="2524" y="56"/>
                    </a:lnTo>
                    <a:cubicBezTo>
                      <a:pt x="2438" y="19"/>
                      <a:pt x="2348" y="1"/>
                      <a:pt x="225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81225" tIns="81225" rIns="81225" bIns="812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" name="Google Shape;626;p14"/>
              <p:cNvSpPr/>
              <p:nvPr/>
            </p:nvSpPr>
            <p:spPr>
              <a:xfrm>
                <a:off x="3245338" y="3524850"/>
                <a:ext cx="121175" cy="68500"/>
              </a:xfrm>
              <a:custGeom>
                <a:avLst/>
                <a:gdLst/>
                <a:ahLst/>
                <a:cxnLst/>
                <a:rect l="l" t="t" r="r" b="b"/>
                <a:pathLst>
                  <a:path w="4847" h="2740" extrusionOk="0">
                    <a:moveTo>
                      <a:pt x="2257" y="0"/>
                    </a:moveTo>
                    <a:cubicBezTo>
                      <a:pt x="2146" y="0"/>
                      <a:pt x="2038" y="30"/>
                      <a:pt x="1941" y="89"/>
                    </a:cubicBezTo>
                    <a:lnTo>
                      <a:pt x="191" y="1101"/>
                    </a:lnTo>
                    <a:cubicBezTo>
                      <a:pt x="24" y="1196"/>
                      <a:pt x="0" y="1351"/>
                      <a:pt x="155" y="1434"/>
                    </a:cubicBezTo>
                    <a:lnTo>
                      <a:pt x="2322" y="2684"/>
                    </a:lnTo>
                    <a:cubicBezTo>
                      <a:pt x="2408" y="2722"/>
                      <a:pt x="2498" y="2740"/>
                      <a:pt x="2588" y="2740"/>
                    </a:cubicBezTo>
                    <a:cubicBezTo>
                      <a:pt x="2698" y="2740"/>
                      <a:pt x="2807" y="2713"/>
                      <a:pt x="2906" y="2660"/>
                    </a:cubicBezTo>
                    <a:lnTo>
                      <a:pt x="4656" y="1648"/>
                    </a:lnTo>
                    <a:cubicBezTo>
                      <a:pt x="4822" y="1553"/>
                      <a:pt x="4846" y="1398"/>
                      <a:pt x="4691" y="1315"/>
                    </a:cubicBezTo>
                    <a:lnTo>
                      <a:pt x="2536" y="65"/>
                    </a:lnTo>
                    <a:cubicBezTo>
                      <a:pt x="2444" y="21"/>
                      <a:pt x="2349" y="0"/>
                      <a:pt x="22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81225" tIns="81225" rIns="81225" bIns="812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" name="Google Shape;627;p14"/>
              <p:cNvSpPr/>
              <p:nvPr/>
            </p:nvSpPr>
            <p:spPr>
              <a:xfrm>
                <a:off x="3330463" y="3573950"/>
                <a:ext cx="120875" cy="68525"/>
              </a:xfrm>
              <a:custGeom>
                <a:avLst/>
                <a:gdLst/>
                <a:ahLst/>
                <a:cxnLst/>
                <a:rect l="l" t="t" r="r" b="b"/>
                <a:pathLst>
                  <a:path w="4835" h="2741" extrusionOk="0">
                    <a:moveTo>
                      <a:pt x="2250" y="1"/>
                    </a:moveTo>
                    <a:cubicBezTo>
                      <a:pt x="2138" y="1"/>
                      <a:pt x="2027" y="31"/>
                      <a:pt x="1929" y="89"/>
                    </a:cubicBezTo>
                    <a:lnTo>
                      <a:pt x="191" y="1089"/>
                    </a:lnTo>
                    <a:cubicBezTo>
                      <a:pt x="12" y="1196"/>
                      <a:pt x="1" y="1339"/>
                      <a:pt x="143" y="1435"/>
                    </a:cubicBezTo>
                    <a:lnTo>
                      <a:pt x="2310" y="2685"/>
                    </a:lnTo>
                    <a:cubicBezTo>
                      <a:pt x="2396" y="2722"/>
                      <a:pt x="2487" y="2740"/>
                      <a:pt x="2577" y="2740"/>
                    </a:cubicBezTo>
                    <a:cubicBezTo>
                      <a:pt x="2687" y="2740"/>
                      <a:pt x="2796" y="2713"/>
                      <a:pt x="2894" y="2661"/>
                    </a:cubicBezTo>
                    <a:lnTo>
                      <a:pt x="4644" y="1649"/>
                    </a:lnTo>
                    <a:cubicBezTo>
                      <a:pt x="4811" y="1554"/>
                      <a:pt x="4835" y="1399"/>
                      <a:pt x="4680" y="1316"/>
                    </a:cubicBezTo>
                    <a:lnTo>
                      <a:pt x="2525" y="65"/>
                    </a:lnTo>
                    <a:cubicBezTo>
                      <a:pt x="2438" y="22"/>
                      <a:pt x="2344" y="1"/>
                      <a:pt x="225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81225" tIns="81225" rIns="81225" bIns="812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" name="Google Shape;628;p14"/>
              <p:cNvSpPr/>
              <p:nvPr/>
            </p:nvSpPr>
            <p:spPr>
              <a:xfrm>
                <a:off x="3415288" y="3623000"/>
                <a:ext cx="120875" cy="68500"/>
              </a:xfrm>
              <a:custGeom>
                <a:avLst/>
                <a:gdLst/>
                <a:ahLst/>
                <a:cxnLst/>
                <a:rect l="l" t="t" r="r" b="b"/>
                <a:pathLst>
                  <a:path w="4835" h="2740" extrusionOk="0">
                    <a:moveTo>
                      <a:pt x="2259" y="0"/>
                    </a:moveTo>
                    <a:cubicBezTo>
                      <a:pt x="2149" y="0"/>
                      <a:pt x="2040" y="27"/>
                      <a:pt x="1942" y="80"/>
                    </a:cubicBezTo>
                    <a:lnTo>
                      <a:pt x="191" y="1092"/>
                    </a:lnTo>
                    <a:cubicBezTo>
                      <a:pt x="13" y="1187"/>
                      <a:pt x="1" y="1342"/>
                      <a:pt x="144" y="1425"/>
                    </a:cubicBezTo>
                    <a:lnTo>
                      <a:pt x="2311" y="2675"/>
                    </a:lnTo>
                    <a:cubicBezTo>
                      <a:pt x="2398" y="2719"/>
                      <a:pt x="2489" y="2740"/>
                      <a:pt x="2582" y="2740"/>
                    </a:cubicBezTo>
                    <a:cubicBezTo>
                      <a:pt x="2692" y="2740"/>
                      <a:pt x="2802" y="2710"/>
                      <a:pt x="2906" y="2652"/>
                    </a:cubicBezTo>
                    <a:lnTo>
                      <a:pt x="4644" y="1651"/>
                    </a:lnTo>
                    <a:cubicBezTo>
                      <a:pt x="4823" y="1544"/>
                      <a:pt x="4835" y="1401"/>
                      <a:pt x="4692" y="1306"/>
                    </a:cubicBezTo>
                    <a:lnTo>
                      <a:pt x="2525" y="56"/>
                    </a:lnTo>
                    <a:cubicBezTo>
                      <a:pt x="2439" y="18"/>
                      <a:pt x="2349" y="0"/>
                      <a:pt x="225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81225" tIns="81225" rIns="81225" bIns="812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" name="Google Shape;629;p14"/>
              <p:cNvSpPr/>
              <p:nvPr/>
            </p:nvSpPr>
            <p:spPr>
              <a:xfrm>
                <a:off x="3500138" y="3672100"/>
                <a:ext cx="120875" cy="68400"/>
              </a:xfrm>
              <a:custGeom>
                <a:avLst/>
                <a:gdLst/>
                <a:ahLst/>
                <a:cxnLst/>
                <a:rect l="l" t="t" r="r" b="b"/>
                <a:pathLst>
                  <a:path w="4835" h="2736" extrusionOk="0">
                    <a:moveTo>
                      <a:pt x="2257" y="1"/>
                    </a:moveTo>
                    <a:cubicBezTo>
                      <a:pt x="2146" y="1"/>
                      <a:pt x="2034" y="28"/>
                      <a:pt x="1929" y="80"/>
                    </a:cubicBezTo>
                    <a:lnTo>
                      <a:pt x="191" y="1092"/>
                    </a:lnTo>
                    <a:cubicBezTo>
                      <a:pt x="12" y="1188"/>
                      <a:pt x="0" y="1342"/>
                      <a:pt x="143" y="1426"/>
                    </a:cubicBezTo>
                    <a:lnTo>
                      <a:pt x="2310" y="2676"/>
                    </a:lnTo>
                    <a:cubicBezTo>
                      <a:pt x="2399" y="2715"/>
                      <a:pt x="2496" y="2736"/>
                      <a:pt x="2593" y="2736"/>
                    </a:cubicBezTo>
                    <a:cubicBezTo>
                      <a:pt x="2702" y="2736"/>
                      <a:pt x="2810" y="2709"/>
                      <a:pt x="2905" y="2652"/>
                    </a:cubicBezTo>
                    <a:lnTo>
                      <a:pt x="4644" y="1640"/>
                    </a:lnTo>
                    <a:cubicBezTo>
                      <a:pt x="4822" y="1545"/>
                      <a:pt x="4834" y="1390"/>
                      <a:pt x="4691" y="1307"/>
                    </a:cubicBezTo>
                    <a:lnTo>
                      <a:pt x="2524" y="57"/>
                    </a:lnTo>
                    <a:cubicBezTo>
                      <a:pt x="2438" y="19"/>
                      <a:pt x="2348" y="1"/>
                      <a:pt x="225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81225" tIns="81225" rIns="81225" bIns="812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" name="Google Shape;630;p14"/>
              <p:cNvSpPr/>
              <p:nvPr/>
            </p:nvSpPr>
            <p:spPr>
              <a:xfrm>
                <a:off x="3584963" y="3721000"/>
                <a:ext cx="120875" cy="68525"/>
              </a:xfrm>
              <a:custGeom>
                <a:avLst/>
                <a:gdLst/>
                <a:ahLst/>
                <a:cxnLst/>
                <a:rect l="l" t="t" r="r" b="b"/>
                <a:pathLst>
                  <a:path w="4835" h="2741" extrusionOk="0">
                    <a:moveTo>
                      <a:pt x="2255" y="0"/>
                    </a:moveTo>
                    <a:cubicBezTo>
                      <a:pt x="2146" y="0"/>
                      <a:pt x="2038" y="31"/>
                      <a:pt x="1941" y="89"/>
                    </a:cubicBezTo>
                    <a:lnTo>
                      <a:pt x="191" y="1089"/>
                    </a:lnTo>
                    <a:cubicBezTo>
                      <a:pt x="24" y="1196"/>
                      <a:pt x="0" y="1351"/>
                      <a:pt x="155" y="1434"/>
                    </a:cubicBezTo>
                    <a:lnTo>
                      <a:pt x="2322" y="2684"/>
                    </a:lnTo>
                    <a:cubicBezTo>
                      <a:pt x="2403" y="2722"/>
                      <a:pt x="2493" y="2740"/>
                      <a:pt x="2584" y="2740"/>
                    </a:cubicBezTo>
                    <a:cubicBezTo>
                      <a:pt x="2695" y="2740"/>
                      <a:pt x="2807" y="2713"/>
                      <a:pt x="2906" y="2661"/>
                    </a:cubicBezTo>
                    <a:lnTo>
                      <a:pt x="4656" y="1661"/>
                    </a:lnTo>
                    <a:cubicBezTo>
                      <a:pt x="4822" y="1553"/>
                      <a:pt x="4834" y="1399"/>
                      <a:pt x="4691" y="1315"/>
                    </a:cubicBezTo>
                    <a:lnTo>
                      <a:pt x="2525" y="65"/>
                    </a:lnTo>
                    <a:cubicBezTo>
                      <a:pt x="2438" y="22"/>
                      <a:pt x="2346" y="0"/>
                      <a:pt x="225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81225" tIns="81225" rIns="81225" bIns="812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1" name="Google Shape;631;p14"/>
              <p:cNvSpPr/>
              <p:nvPr/>
            </p:nvSpPr>
            <p:spPr>
              <a:xfrm>
                <a:off x="3670088" y="3770225"/>
                <a:ext cx="120875" cy="68350"/>
              </a:xfrm>
              <a:custGeom>
                <a:avLst/>
                <a:gdLst/>
                <a:ahLst/>
                <a:cxnLst/>
                <a:rect l="l" t="t" r="r" b="b"/>
                <a:pathLst>
                  <a:path w="4835" h="2734" extrusionOk="0">
                    <a:moveTo>
                      <a:pt x="2246" y="1"/>
                    </a:moveTo>
                    <a:cubicBezTo>
                      <a:pt x="2139" y="1"/>
                      <a:pt x="2031" y="27"/>
                      <a:pt x="1929" y="84"/>
                    </a:cubicBezTo>
                    <a:lnTo>
                      <a:pt x="191" y="1096"/>
                    </a:lnTo>
                    <a:cubicBezTo>
                      <a:pt x="13" y="1192"/>
                      <a:pt x="1" y="1346"/>
                      <a:pt x="143" y="1430"/>
                    </a:cubicBezTo>
                    <a:lnTo>
                      <a:pt x="2310" y="2668"/>
                    </a:lnTo>
                    <a:cubicBezTo>
                      <a:pt x="2400" y="2713"/>
                      <a:pt x="2494" y="2734"/>
                      <a:pt x="2589" y="2734"/>
                    </a:cubicBezTo>
                    <a:cubicBezTo>
                      <a:pt x="2697" y="2734"/>
                      <a:pt x="2805" y="2707"/>
                      <a:pt x="2906" y="2656"/>
                    </a:cubicBezTo>
                    <a:lnTo>
                      <a:pt x="4644" y="1644"/>
                    </a:lnTo>
                    <a:cubicBezTo>
                      <a:pt x="4823" y="1549"/>
                      <a:pt x="4835" y="1394"/>
                      <a:pt x="4692" y="1311"/>
                    </a:cubicBezTo>
                    <a:lnTo>
                      <a:pt x="2525" y="61"/>
                    </a:lnTo>
                    <a:cubicBezTo>
                      <a:pt x="2435" y="22"/>
                      <a:pt x="2341" y="1"/>
                      <a:pt x="224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81225" tIns="81225" rIns="81225" bIns="812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2" name="Google Shape;632;p14"/>
              <p:cNvSpPr/>
              <p:nvPr/>
            </p:nvSpPr>
            <p:spPr>
              <a:xfrm>
                <a:off x="3754913" y="3819150"/>
                <a:ext cx="121175" cy="68400"/>
              </a:xfrm>
              <a:custGeom>
                <a:avLst/>
                <a:gdLst/>
                <a:ahLst/>
                <a:cxnLst/>
                <a:rect l="l" t="t" r="r" b="b"/>
                <a:pathLst>
                  <a:path w="4847" h="2736" extrusionOk="0">
                    <a:moveTo>
                      <a:pt x="2264" y="0"/>
                    </a:moveTo>
                    <a:cubicBezTo>
                      <a:pt x="2152" y="0"/>
                      <a:pt x="2040" y="28"/>
                      <a:pt x="1942" y="80"/>
                    </a:cubicBezTo>
                    <a:lnTo>
                      <a:pt x="191" y="1092"/>
                    </a:lnTo>
                    <a:cubicBezTo>
                      <a:pt x="13" y="1187"/>
                      <a:pt x="1" y="1342"/>
                      <a:pt x="144" y="1425"/>
                    </a:cubicBezTo>
                    <a:lnTo>
                      <a:pt x="2311" y="2676"/>
                    </a:lnTo>
                    <a:cubicBezTo>
                      <a:pt x="2400" y="2715"/>
                      <a:pt x="2497" y="2735"/>
                      <a:pt x="2593" y="2735"/>
                    </a:cubicBezTo>
                    <a:cubicBezTo>
                      <a:pt x="2703" y="2735"/>
                      <a:pt x="2811" y="2709"/>
                      <a:pt x="2906" y="2652"/>
                    </a:cubicBezTo>
                    <a:lnTo>
                      <a:pt x="4656" y="1640"/>
                    </a:lnTo>
                    <a:cubicBezTo>
                      <a:pt x="4823" y="1544"/>
                      <a:pt x="4847" y="1390"/>
                      <a:pt x="4692" y="1306"/>
                    </a:cubicBezTo>
                    <a:lnTo>
                      <a:pt x="2525" y="56"/>
                    </a:lnTo>
                    <a:cubicBezTo>
                      <a:pt x="2445" y="19"/>
                      <a:pt x="2355" y="0"/>
                      <a:pt x="226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81225" tIns="81225" rIns="81225" bIns="812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3" name="Google Shape;633;p14"/>
              <p:cNvSpPr/>
              <p:nvPr/>
            </p:nvSpPr>
            <p:spPr>
              <a:xfrm>
                <a:off x="3839763" y="3868050"/>
                <a:ext cx="120875" cy="68500"/>
              </a:xfrm>
              <a:custGeom>
                <a:avLst/>
                <a:gdLst/>
                <a:ahLst/>
                <a:cxnLst/>
                <a:rect l="l" t="t" r="r" b="b"/>
                <a:pathLst>
                  <a:path w="4835" h="2740" extrusionOk="0">
                    <a:moveTo>
                      <a:pt x="2254" y="0"/>
                    </a:moveTo>
                    <a:cubicBezTo>
                      <a:pt x="2146" y="0"/>
                      <a:pt x="2038" y="30"/>
                      <a:pt x="1941" y="89"/>
                    </a:cubicBezTo>
                    <a:lnTo>
                      <a:pt x="191" y="1089"/>
                    </a:lnTo>
                    <a:cubicBezTo>
                      <a:pt x="12" y="1196"/>
                      <a:pt x="0" y="1351"/>
                      <a:pt x="155" y="1434"/>
                    </a:cubicBezTo>
                    <a:lnTo>
                      <a:pt x="2310" y="2684"/>
                    </a:lnTo>
                    <a:cubicBezTo>
                      <a:pt x="2396" y="2722"/>
                      <a:pt x="2486" y="2740"/>
                      <a:pt x="2577" y="2740"/>
                    </a:cubicBezTo>
                    <a:cubicBezTo>
                      <a:pt x="2689" y="2740"/>
                      <a:pt x="2801" y="2713"/>
                      <a:pt x="2905" y="2660"/>
                    </a:cubicBezTo>
                    <a:lnTo>
                      <a:pt x="4644" y="1648"/>
                    </a:lnTo>
                    <a:cubicBezTo>
                      <a:pt x="4822" y="1553"/>
                      <a:pt x="4834" y="1398"/>
                      <a:pt x="4691" y="1315"/>
                    </a:cubicBezTo>
                    <a:lnTo>
                      <a:pt x="2524" y="65"/>
                    </a:lnTo>
                    <a:cubicBezTo>
                      <a:pt x="2437" y="21"/>
                      <a:pt x="2346" y="0"/>
                      <a:pt x="22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81225" tIns="81225" rIns="81225" bIns="812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" name="Google Shape;634;p14"/>
              <p:cNvSpPr/>
              <p:nvPr/>
            </p:nvSpPr>
            <p:spPr>
              <a:xfrm>
                <a:off x="3057813" y="3322350"/>
                <a:ext cx="123550" cy="69900"/>
              </a:xfrm>
              <a:custGeom>
                <a:avLst/>
                <a:gdLst/>
                <a:ahLst/>
                <a:cxnLst/>
                <a:rect l="l" t="t" r="r" b="b"/>
                <a:pathLst>
                  <a:path w="4942" h="2796" extrusionOk="0">
                    <a:moveTo>
                      <a:pt x="2263" y="1"/>
                    </a:moveTo>
                    <a:cubicBezTo>
                      <a:pt x="2157" y="1"/>
                      <a:pt x="2051" y="28"/>
                      <a:pt x="1953" y="81"/>
                    </a:cubicBezTo>
                    <a:lnTo>
                      <a:pt x="191" y="1104"/>
                    </a:lnTo>
                    <a:cubicBezTo>
                      <a:pt x="24" y="1200"/>
                      <a:pt x="0" y="1355"/>
                      <a:pt x="143" y="1438"/>
                    </a:cubicBezTo>
                    <a:lnTo>
                      <a:pt x="2417" y="2736"/>
                    </a:lnTo>
                    <a:cubicBezTo>
                      <a:pt x="2501" y="2775"/>
                      <a:pt x="2593" y="2795"/>
                      <a:pt x="2683" y="2795"/>
                    </a:cubicBezTo>
                    <a:cubicBezTo>
                      <a:pt x="2786" y="2795"/>
                      <a:pt x="2888" y="2769"/>
                      <a:pt x="2977" y="2712"/>
                    </a:cubicBezTo>
                    <a:lnTo>
                      <a:pt x="4751" y="1700"/>
                    </a:lnTo>
                    <a:cubicBezTo>
                      <a:pt x="4918" y="1605"/>
                      <a:pt x="4942" y="1450"/>
                      <a:pt x="4787" y="1366"/>
                    </a:cubicBezTo>
                    <a:lnTo>
                      <a:pt x="2525" y="57"/>
                    </a:lnTo>
                    <a:cubicBezTo>
                      <a:pt x="2439" y="19"/>
                      <a:pt x="2351" y="1"/>
                      <a:pt x="226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81225" tIns="81225" rIns="81225" bIns="812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" name="Google Shape;635;p14"/>
              <p:cNvSpPr/>
              <p:nvPr/>
            </p:nvSpPr>
            <p:spPr>
              <a:xfrm>
                <a:off x="3145313" y="3372975"/>
                <a:ext cx="123550" cy="69775"/>
              </a:xfrm>
              <a:custGeom>
                <a:avLst/>
                <a:gdLst/>
                <a:ahLst/>
                <a:cxnLst/>
                <a:rect l="l" t="t" r="r" b="b"/>
                <a:pathLst>
                  <a:path w="4942" h="2791" extrusionOk="0">
                    <a:moveTo>
                      <a:pt x="2269" y="0"/>
                    </a:moveTo>
                    <a:cubicBezTo>
                      <a:pt x="2161" y="0"/>
                      <a:pt x="2052" y="27"/>
                      <a:pt x="1954" y="80"/>
                    </a:cubicBezTo>
                    <a:lnTo>
                      <a:pt x="191" y="1104"/>
                    </a:lnTo>
                    <a:cubicBezTo>
                      <a:pt x="25" y="1199"/>
                      <a:pt x="1" y="1342"/>
                      <a:pt x="144" y="1425"/>
                    </a:cubicBezTo>
                    <a:lnTo>
                      <a:pt x="2418" y="2735"/>
                    </a:lnTo>
                    <a:cubicBezTo>
                      <a:pt x="2498" y="2772"/>
                      <a:pt x="2586" y="2790"/>
                      <a:pt x="2674" y="2790"/>
                    </a:cubicBezTo>
                    <a:cubicBezTo>
                      <a:pt x="2782" y="2790"/>
                      <a:pt x="2891" y="2763"/>
                      <a:pt x="2989" y="2711"/>
                    </a:cubicBezTo>
                    <a:lnTo>
                      <a:pt x="4751" y="1699"/>
                    </a:lnTo>
                    <a:cubicBezTo>
                      <a:pt x="4918" y="1592"/>
                      <a:pt x="4942" y="1449"/>
                      <a:pt x="4787" y="1365"/>
                    </a:cubicBezTo>
                    <a:lnTo>
                      <a:pt x="2525" y="56"/>
                    </a:lnTo>
                    <a:cubicBezTo>
                      <a:pt x="2445" y="18"/>
                      <a:pt x="2357" y="0"/>
                      <a:pt x="226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81225" tIns="81225" rIns="81225" bIns="812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" name="Google Shape;636;p14"/>
              <p:cNvSpPr/>
              <p:nvPr/>
            </p:nvSpPr>
            <p:spPr>
              <a:xfrm>
                <a:off x="3232838" y="3423575"/>
                <a:ext cx="123550" cy="69775"/>
              </a:xfrm>
              <a:custGeom>
                <a:avLst/>
                <a:gdLst/>
                <a:ahLst/>
                <a:cxnLst/>
                <a:rect l="l" t="t" r="r" b="b"/>
                <a:pathLst>
                  <a:path w="4942" h="2791" extrusionOk="0">
                    <a:moveTo>
                      <a:pt x="2268" y="0"/>
                    </a:moveTo>
                    <a:cubicBezTo>
                      <a:pt x="2160" y="0"/>
                      <a:pt x="2051" y="27"/>
                      <a:pt x="1953" y="80"/>
                    </a:cubicBezTo>
                    <a:lnTo>
                      <a:pt x="191" y="1104"/>
                    </a:lnTo>
                    <a:cubicBezTo>
                      <a:pt x="24" y="1199"/>
                      <a:pt x="0" y="1342"/>
                      <a:pt x="155" y="1425"/>
                    </a:cubicBezTo>
                    <a:lnTo>
                      <a:pt x="2417" y="2735"/>
                    </a:lnTo>
                    <a:cubicBezTo>
                      <a:pt x="2498" y="2772"/>
                      <a:pt x="2585" y="2790"/>
                      <a:pt x="2674" y="2790"/>
                    </a:cubicBezTo>
                    <a:cubicBezTo>
                      <a:pt x="2782" y="2790"/>
                      <a:pt x="2891" y="2763"/>
                      <a:pt x="2989" y="2711"/>
                    </a:cubicBezTo>
                    <a:lnTo>
                      <a:pt x="4751" y="1699"/>
                    </a:lnTo>
                    <a:cubicBezTo>
                      <a:pt x="4918" y="1592"/>
                      <a:pt x="4941" y="1449"/>
                      <a:pt x="4787" y="1366"/>
                    </a:cubicBezTo>
                    <a:lnTo>
                      <a:pt x="2524" y="56"/>
                    </a:lnTo>
                    <a:cubicBezTo>
                      <a:pt x="2444" y="18"/>
                      <a:pt x="2356" y="0"/>
                      <a:pt x="22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81225" tIns="81225" rIns="81225" bIns="812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" name="Google Shape;637;p14"/>
              <p:cNvSpPr/>
              <p:nvPr/>
            </p:nvSpPr>
            <p:spPr>
              <a:xfrm>
                <a:off x="3320338" y="3474175"/>
                <a:ext cx="123550" cy="69775"/>
              </a:xfrm>
              <a:custGeom>
                <a:avLst/>
                <a:gdLst/>
                <a:ahLst/>
                <a:cxnLst/>
                <a:rect l="l" t="t" r="r" b="b"/>
                <a:pathLst>
                  <a:path w="4942" h="2791" extrusionOk="0">
                    <a:moveTo>
                      <a:pt x="2268" y="0"/>
                    </a:moveTo>
                    <a:cubicBezTo>
                      <a:pt x="2161" y="0"/>
                      <a:pt x="2052" y="27"/>
                      <a:pt x="1953" y="80"/>
                    </a:cubicBezTo>
                    <a:lnTo>
                      <a:pt x="191" y="1104"/>
                    </a:lnTo>
                    <a:cubicBezTo>
                      <a:pt x="25" y="1199"/>
                      <a:pt x="1" y="1342"/>
                      <a:pt x="156" y="1425"/>
                    </a:cubicBezTo>
                    <a:lnTo>
                      <a:pt x="2418" y="2735"/>
                    </a:lnTo>
                    <a:cubicBezTo>
                      <a:pt x="2503" y="2772"/>
                      <a:pt x="2592" y="2791"/>
                      <a:pt x="2679" y="2791"/>
                    </a:cubicBezTo>
                    <a:cubicBezTo>
                      <a:pt x="2786" y="2791"/>
                      <a:pt x="2891" y="2763"/>
                      <a:pt x="2989" y="2711"/>
                    </a:cubicBezTo>
                    <a:lnTo>
                      <a:pt x="4751" y="1699"/>
                    </a:lnTo>
                    <a:cubicBezTo>
                      <a:pt x="4918" y="1604"/>
                      <a:pt x="4942" y="1449"/>
                      <a:pt x="4799" y="1366"/>
                    </a:cubicBezTo>
                    <a:lnTo>
                      <a:pt x="2525" y="56"/>
                    </a:lnTo>
                    <a:cubicBezTo>
                      <a:pt x="2444" y="18"/>
                      <a:pt x="2357" y="0"/>
                      <a:pt x="22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81225" tIns="81225" rIns="81225" bIns="812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" name="Google Shape;638;p14"/>
              <p:cNvSpPr/>
              <p:nvPr/>
            </p:nvSpPr>
            <p:spPr>
              <a:xfrm>
                <a:off x="3407863" y="3524775"/>
                <a:ext cx="123550" cy="69775"/>
              </a:xfrm>
              <a:custGeom>
                <a:avLst/>
                <a:gdLst/>
                <a:ahLst/>
                <a:cxnLst/>
                <a:rect l="l" t="t" r="r" b="b"/>
                <a:pathLst>
                  <a:path w="4942" h="2791" extrusionOk="0">
                    <a:moveTo>
                      <a:pt x="2269" y="0"/>
                    </a:moveTo>
                    <a:cubicBezTo>
                      <a:pt x="2162" y="0"/>
                      <a:pt x="2056" y="27"/>
                      <a:pt x="1965" y="80"/>
                    </a:cubicBezTo>
                    <a:lnTo>
                      <a:pt x="191" y="1092"/>
                    </a:lnTo>
                    <a:cubicBezTo>
                      <a:pt x="24" y="1199"/>
                      <a:pt x="0" y="1342"/>
                      <a:pt x="155" y="1425"/>
                    </a:cubicBezTo>
                    <a:lnTo>
                      <a:pt x="2417" y="2735"/>
                    </a:lnTo>
                    <a:cubicBezTo>
                      <a:pt x="2503" y="2772"/>
                      <a:pt x="2591" y="2791"/>
                      <a:pt x="2678" y="2791"/>
                    </a:cubicBezTo>
                    <a:cubicBezTo>
                      <a:pt x="2785" y="2791"/>
                      <a:pt x="2890" y="2763"/>
                      <a:pt x="2989" y="2711"/>
                    </a:cubicBezTo>
                    <a:lnTo>
                      <a:pt x="4751" y="1687"/>
                    </a:lnTo>
                    <a:cubicBezTo>
                      <a:pt x="4929" y="1592"/>
                      <a:pt x="4941" y="1449"/>
                      <a:pt x="4798" y="1366"/>
                    </a:cubicBezTo>
                    <a:lnTo>
                      <a:pt x="2524" y="56"/>
                    </a:lnTo>
                    <a:cubicBezTo>
                      <a:pt x="2444" y="18"/>
                      <a:pt x="2356" y="0"/>
                      <a:pt x="226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81225" tIns="81225" rIns="81225" bIns="812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9" name="Google Shape;639;p14"/>
              <p:cNvSpPr/>
              <p:nvPr/>
            </p:nvSpPr>
            <p:spPr>
              <a:xfrm>
                <a:off x="3495663" y="3575275"/>
                <a:ext cx="123250" cy="69875"/>
              </a:xfrm>
              <a:custGeom>
                <a:avLst/>
                <a:gdLst/>
                <a:ahLst/>
                <a:cxnLst/>
                <a:rect l="l" t="t" r="r" b="b"/>
                <a:pathLst>
                  <a:path w="4930" h="2795" extrusionOk="0">
                    <a:moveTo>
                      <a:pt x="2253" y="0"/>
                    </a:moveTo>
                    <a:cubicBezTo>
                      <a:pt x="2150" y="0"/>
                      <a:pt x="2048" y="27"/>
                      <a:pt x="1953" y="84"/>
                    </a:cubicBezTo>
                    <a:lnTo>
                      <a:pt x="191" y="1096"/>
                    </a:lnTo>
                    <a:cubicBezTo>
                      <a:pt x="12" y="1191"/>
                      <a:pt x="1" y="1346"/>
                      <a:pt x="143" y="1429"/>
                    </a:cubicBezTo>
                    <a:lnTo>
                      <a:pt x="2406" y="2739"/>
                    </a:lnTo>
                    <a:cubicBezTo>
                      <a:pt x="2491" y="2776"/>
                      <a:pt x="2582" y="2795"/>
                      <a:pt x="2671" y="2795"/>
                    </a:cubicBezTo>
                    <a:cubicBezTo>
                      <a:pt x="2779" y="2795"/>
                      <a:pt x="2885" y="2767"/>
                      <a:pt x="2977" y="2715"/>
                    </a:cubicBezTo>
                    <a:lnTo>
                      <a:pt x="4751" y="1691"/>
                    </a:lnTo>
                    <a:cubicBezTo>
                      <a:pt x="4918" y="1596"/>
                      <a:pt x="4930" y="1441"/>
                      <a:pt x="4787" y="1370"/>
                    </a:cubicBezTo>
                    <a:lnTo>
                      <a:pt x="2525" y="60"/>
                    </a:lnTo>
                    <a:cubicBezTo>
                      <a:pt x="2435" y="21"/>
                      <a:pt x="2343" y="0"/>
                      <a:pt x="225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81225" tIns="81225" rIns="81225" bIns="812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0" name="Google Shape;640;p14"/>
              <p:cNvSpPr/>
              <p:nvPr/>
            </p:nvSpPr>
            <p:spPr>
              <a:xfrm>
                <a:off x="3583163" y="3625975"/>
                <a:ext cx="123575" cy="69775"/>
              </a:xfrm>
              <a:custGeom>
                <a:avLst/>
                <a:gdLst/>
                <a:ahLst/>
                <a:cxnLst/>
                <a:rect l="l" t="t" r="r" b="b"/>
                <a:pathLst>
                  <a:path w="4943" h="2791" extrusionOk="0">
                    <a:moveTo>
                      <a:pt x="2264" y="0"/>
                    </a:moveTo>
                    <a:cubicBezTo>
                      <a:pt x="2157" y="0"/>
                      <a:pt x="2052" y="28"/>
                      <a:pt x="1954" y="80"/>
                    </a:cubicBezTo>
                    <a:lnTo>
                      <a:pt x="191" y="1104"/>
                    </a:lnTo>
                    <a:cubicBezTo>
                      <a:pt x="13" y="1199"/>
                      <a:pt x="1" y="1342"/>
                      <a:pt x="144" y="1425"/>
                    </a:cubicBezTo>
                    <a:lnTo>
                      <a:pt x="2418" y="2735"/>
                    </a:lnTo>
                    <a:cubicBezTo>
                      <a:pt x="2498" y="2772"/>
                      <a:pt x="2586" y="2791"/>
                      <a:pt x="2674" y="2791"/>
                    </a:cubicBezTo>
                    <a:cubicBezTo>
                      <a:pt x="2782" y="2791"/>
                      <a:pt x="2891" y="2764"/>
                      <a:pt x="2989" y="2711"/>
                    </a:cubicBezTo>
                    <a:lnTo>
                      <a:pt x="4752" y="1687"/>
                    </a:lnTo>
                    <a:cubicBezTo>
                      <a:pt x="4918" y="1592"/>
                      <a:pt x="4942" y="1437"/>
                      <a:pt x="4799" y="1354"/>
                    </a:cubicBezTo>
                    <a:lnTo>
                      <a:pt x="2525" y="56"/>
                    </a:lnTo>
                    <a:cubicBezTo>
                      <a:pt x="2439" y="19"/>
                      <a:pt x="2351" y="0"/>
                      <a:pt x="226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81225" tIns="81225" rIns="81225" bIns="812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" name="Google Shape;641;p14"/>
              <p:cNvSpPr/>
              <p:nvPr/>
            </p:nvSpPr>
            <p:spPr>
              <a:xfrm>
                <a:off x="3670688" y="3676275"/>
                <a:ext cx="123550" cy="69875"/>
              </a:xfrm>
              <a:custGeom>
                <a:avLst/>
                <a:gdLst/>
                <a:ahLst/>
                <a:cxnLst/>
                <a:rect l="l" t="t" r="r" b="b"/>
                <a:pathLst>
                  <a:path w="4942" h="2795" extrusionOk="0">
                    <a:moveTo>
                      <a:pt x="2268" y="0"/>
                    </a:moveTo>
                    <a:cubicBezTo>
                      <a:pt x="2160" y="0"/>
                      <a:pt x="2051" y="28"/>
                      <a:pt x="1953" y="80"/>
                    </a:cubicBezTo>
                    <a:lnTo>
                      <a:pt x="191" y="1104"/>
                    </a:lnTo>
                    <a:cubicBezTo>
                      <a:pt x="24" y="1199"/>
                      <a:pt x="0" y="1342"/>
                      <a:pt x="143" y="1425"/>
                    </a:cubicBezTo>
                    <a:lnTo>
                      <a:pt x="2417" y="2735"/>
                    </a:lnTo>
                    <a:cubicBezTo>
                      <a:pt x="2501" y="2774"/>
                      <a:pt x="2593" y="2795"/>
                      <a:pt x="2685" y="2795"/>
                    </a:cubicBezTo>
                    <a:cubicBezTo>
                      <a:pt x="2789" y="2795"/>
                      <a:pt x="2894" y="2768"/>
                      <a:pt x="2989" y="2711"/>
                    </a:cubicBezTo>
                    <a:lnTo>
                      <a:pt x="4751" y="1699"/>
                    </a:lnTo>
                    <a:cubicBezTo>
                      <a:pt x="4918" y="1604"/>
                      <a:pt x="4942" y="1449"/>
                      <a:pt x="4787" y="1366"/>
                    </a:cubicBezTo>
                    <a:lnTo>
                      <a:pt x="2525" y="56"/>
                    </a:lnTo>
                    <a:cubicBezTo>
                      <a:pt x="2444" y="19"/>
                      <a:pt x="2357" y="0"/>
                      <a:pt x="22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81225" tIns="81225" rIns="81225" bIns="812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" name="Google Shape;642;p14"/>
              <p:cNvSpPr/>
              <p:nvPr/>
            </p:nvSpPr>
            <p:spPr>
              <a:xfrm>
                <a:off x="3758188" y="3726875"/>
                <a:ext cx="123550" cy="69925"/>
              </a:xfrm>
              <a:custGeom>
                <a:avLst/>
                <a:gdLst/>
                <a:ahLst/>
                <a:cxnLst/>
                <a:rect l="l" t="t" r="r" b="b"/>
                <a:pathLst>
                  <a:path w="4942" h="2797" extrusionOk="0">
                    <a:moveTo>
                      <a:pt x="2270" y="1"/>
                    </a:moveTo>
                    <a:cubicBezTo>
                      <a:pt x="2163" y="1"/>
                      <a:pt x="2057" y="28"/>
                      <a:pt x="1965" y="80"/>
                    </a:cubicBezTo>
                    <a:lnTo>
                      <a:pt x="191" y="1104"/>
                    </a:lnTo>
                    <a:cubicBezTo>
                      <a:pt x="25" y="1199"/>
                      <a:pt x="1" y="1342"/>
                      <a:pt x="156" y="1426"/>
                    </a:cubicBezTo>
                    <a:lnTo>
                      <a:pt x="2418" y="2735"/>
                    </a:lnTo>
                    <a:cubicBezTo>
                      <a:pt x="2504" y="2775"/>
                      <a:pt x="2599" y="2796"/>
                      <a:pt x="2694" y="2796"/>
                    </a:cubicBezTo>
                    <a:cubicBezTo>
                      <a:pt x="2795" y="2796"/>
                      <a:pt x="2897" y="2772"/>
                      <a:pt x="2989" y="2723"/>
                    </a:cubicBezTo>
                    <a:lnTo>
                      <a:pt x="4751" y="1699"/>
                    </a:lnTo>
                    <a:cubicBezTo>
                      <a:pt x="4918" y="1592"/>
                      <a:pt x="4942" y="1449"/>
                      <a:pt x="4787" y="1366"/>
                    </a:cubicBezTo>
                    <a:lnTo>
                      <a:pt x="2525" y="56"/>
                    </a:lnTo>
                    <a:cubicBezTo>
                      <a:pt x="2445" y="19"/>
                      <a:pt x="2357" y="1"/>
                      <a:pt x="227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81225" tIns="81225" rIns="81225" bIns="812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" name="Google Shape;643;p14"/>
              <p:cNvSpPr/>
              <p:nvPr/>
            </p:nvSpPr>
            <p:spPr>
              <a:xfrm>
                <a:off x="3845713" y="3777475"/>
                <a:ext cx="123550" cy="69775"/>
              </a:xfrm>
              <a:custGeom>
                <a:avLst/>
                <a:gdLst/>
                <a:ahLst/>
                <a:cxnLst/>
                <a:rect l="l" t="t" r="r" b="b"/>
                <a:pathLst>
                  <a:path w="4942" h="2791" extrusionOk="0">
                    <a:moveTo>
                      <a:pt x="2268" y="1"/>
                    </a:moveTo>
                    <a:cubicBezTo>
                      <a:pt x="2160" y="1"/>
                      <a:pt x="2051" y="28"/>
                      <a:pt x="1953" y="80"/>
                    </a:cubicBezTo>
                    <a:lnTo>
                      <a:pt x="191" y="1104"/>
                    </a:lnTo>
                    <a:cubicBezTo>
                      <a:pt x="24" y="1199"/>
                      <a:pt x="0" y="1342"/>
                      <a:pt x="155" y="1426"/>
                    </a:cubicBezTo>
                    <a:lnTo>
                      <a:pt x="2417" y="2735"/>
                    </a:lnTo>
                    <a:cubicBezTo>
                      <a:pt x="2498" y="2773"/>
                      <a:pt x="2585" y="2791"/>
                      <a:pt x="2674" y="2791"/>
                    </a:cubicBezTo>
                    <a:cubicBezTo>
                      <a:pt x="2782" y="2791"/>
                      <a:pt x="2891" y="2764"/>
                      <a:pt x="2989" y="2711"/>
                    </a:cubicBezTo>
                    <a:lnTo>
                      <a:pt x="4751" y="1687"/>
                    </a:lnTo>
                    <a:cubicBezTo>
                      <a:pt x="4918" y="1592"/>
                      <a:pt x="4941" y="1449"/>
                      <a:pt x="4799" y="1366"/>
                    </a:cubicBezTo>
                    <a:lnTo>
                      <a:pt x="2524" y="56"/>
                    </a:lnTo>
                    <a:cubicBezTo>
                      <a:pt x="2444" y="19"/>
                      <a:pt x="2356" y="1"/>
                      <a:pt x="226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81225" tIns="81225" rIns="81225" bIns="812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" name="Google Shape;644;p14"/>
              <p:cNvSpPr/>
              <p:nvPr/>
            </p:nvSpPr>
            <p:spPr>
              <a:xfrm>
                <a:off x="3933513" y="3828075"/>
                <a:ext cx="123250" cy="69800"/>
              </a:xfrm>
              <a:custGeom>
                <a:avLst/>
                <a:gdLst/>
                <a:ahLst/>
                <a:cxnLst/>
                <a:rect l="l" t="t" r="r" b="b"/>
                <a:pathLst>
                  <a:path w="4930" h="2792" extrusionOk="0">
                    <a:moveTo>
                      <a:pt x="2258" y="1"/>
                    </a:moveTo>
                    <a:cubicBezTo>
                      <a:pt x="2151" y="1"/>
                      <a:pt x="2045" y="28"/>
                      <a:pt x="1953" y="80"/>
                    </a:cubicBezTo>
                    <a:lnTo>
                      <a:pt x="179" y="1092"/>
                    </a:lnTo>
                    <a:cubicBezTo>
                      <a:pt x="13" y="1199"/>
                      <a:pt x="1" y="1342"/>
                      <a:pt x="144" y="1426"/>
                    </a:cubicBezTo>
                    <a:lnTo>
                      <a:pt x="2406" y="2735"/>
                    </a:lnTo>
                    <a:cubicBezTo>
                      <a:pt x="2491" y="2773"/>
                      <a:pt x="2582" y="2791"/>
                      <a:pt x="2672" y="2791"/>
                    </a:cubicBezTo>
                    <a:cubicBezTo>
                      <a:pt x="2782" y="2791"/>
                      <a:pt x="2891" y="2764"/>
                      <a:pt x="2989" y="2711"/>
                    </a:cubicBezTo>
                    <a:lnTo>
                      <a:pt x="4739" y="1688"/>
                    </a:lnTo>
                    <a:cubicBezTo>
                      <a:pt x="4918" y="1592"/>
                      <a:pt x="4930" y="1449"/>
                      <a:pt x="4787" y="1366"/>
                    </a:cubicBezTo>
                    <a:lnTo>
                      <a:pt x="2513" y="56"/>
                    </a:lnTo>
                    <a:cubicBezTo>
                      <a:pt x="2432" y="19"/>
                      <a:pt x="2345" y="1"/>
                      <a:pt x="225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81225" tIns="81225" rIns="81225" bIns="812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" name="Google Shape;645;p14"/>
              <p:cNvSpPr/>
              <p:nvPr/>
            </p:nvSpPr>
            <p:spPr>
              <a:xfrm>
                <a:off x="3080738" y="3241325"/>
                <a:ext cx="132775" cy="75600"/>
              </a:xfrm>
              <a:custGeom>
                <a:avLst/>
                <a:gdLst/>
                <a:ahLst/>
                <a:cxnLst/>
                <a:rect l="l" t="t" r="r" b="b"/>
                <a:pathLst>
                  <a:path w="5311" h="3024" extrusionOk="0">
                    <a:moveTo>
                      <a:pt x="2285" y="0"/>
                    </a:moveTo>
                    <a:cubicBezTo>
                      <a:pt x="2192" y="0"/>
                      <a:pt x="2099" y="25"/>
                      <a:pt x="2012" y="71"/>
                    </a:cubicBezTo>
                    <a:lnTo>
                      <a:pt x="155" y="1143"/>
                    </a:lnTo>
                    <a:cubicBezTo>
                      <a:pt x="12" y="1226"/>
                      <a:pt x="0" y="1345"/>
                      <a:pt x="119" y="1417"/>
                    </a:cubicBezTo>
                    <a:lnTo>
                      <a:pt x="2810" y="2976"/>
                    </a:lnTo>
                    <a:cubicBezTo>
                      <a:pt x="2879" y="3008"/>
                      <a:pt x="2952" y="3023"/>
                      <a:pt x="3025" y="3023"/>
                    </a:cubicBezTo>
                    <a:cubicBezTo>
                      <a:pt x="3118" y="3023"/>
                      <a:pt x="3212" y="2999"/>
                      <a:pt x="3298" y="2952"/>
                    </a:cubicBezTo>
                    <a:lnTo>
                      <a:pt x="5156" y="1881"/>
                    </a:lnTo>
                    <a:cubicBezTo>
                      <a:pt x="5299" y="1798"/>
                      <a:pt x="5310" y="1678"/>
                      <a:pt x="5191" y="1607"/>
                    </a:cubicBezTo>
                    <a:lnTo>
                      <a:pt x="2501" y="47"/>
                    </a:lnTo>
                    <a:cubicBezTo>
                      <a:pt x="2432" y="16"/>
                      <a:pt x="2359" y="0"/>
                      <a:pt x="22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81225" tIns="81225" rIns="81225" bIns="812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" name="Google Shape;646;p14"/>
              <p:cNvSpPr/>
              <p:nvPr/>
            </p:nvSpPr>
            <p:spPr>
              <a:xfrm>
                <a:off x="3178963" y="3298175"/>
                <a:ext cx="133075" cy="75600"/>
              </a:xfrm>
              <a:custGeom>
                <a:avLst/>
                <a:gdLst/>
                <a:ahLst/>
                <a:cxnLst/>
                <a:rect l="l" t="t" r="r" b="b"/>
                <a:pathLst>
                  <a:path w="5323" h="3024" extrusionOk="0">
                    <a:moveTo>
                      <a:pt x="2286" y="1"/>
                    </a:moveTo>
                    <a:cubicBezTo>
                      <a:pt x="2195" y="1"/>
                      <a:pt x="2104" y="25"/>
                      <a:pt x="2024" y="71"/>
                    </a:cubicBezTo>
                    <a:lnTo>
                      <a:pt x="155" y="1143"/>
                    </a:lnTo>
                    <a:cubicBezTo>
                      <a:pt x="12" y="1226"/>
                      <a:pt x="0" y="1345"/>
                      <a:pt x="131" y="1417"/>
                    </a:cubicBezTo>
                    <a:lnTo>
                      <a:pt x="2822" y="2976"/>
                    </a:lnTo>
                    <a:cubicBezTo>
                      <a:pt x="2891" y="3008"/>
                      <a:pt x="2964" y="3023"/>
                      <a:pt x="3036" y="3023"/>
                    </a:cubicBezTo>
                    <a:cubicBezTo>
                      <a:pt x="3128" y="3023"/>
                      <a:pt x="3219" y="2999"/>
                      <a:pt x="3298" y="2953"/>
                    </a:cubicBezTo>
                    <a:lnTo>
                      <a:pt x="5156" y="1881"/>
                    </a:lnTo>
                    <a:cubicBezTo>
                      <a:pt x="5299" y="1798"/>
                      <a:pt x="5322" y="1679"/>
                      <a:pt x="5191" y="1607"/>
                    </a:cubicBezTo>
                    <a:lnTo>
                      <a:pt x="2501" y="47"/>
                    </a:lnTo>
                    <a:cubicBezTo>
                      <a:pt x="2432" y="16"/>
                      <a:pt x="2359" y="1"/>
                      <a:pt x="228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81225" tIns="81225" rIns="81225" bIns="812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" name="Google Shape;647;p14"/>
              <p:cNvSpPr/>
              <p:nvPr/>
            </p:nvSpPr>
            <p:spPr>
              <a:xfrm>
                <a:off x="3277488" y="3354900"/>
                <a:ext cx="132775" cy="75600"/>
              </a:xfrm>
              <a:custGeom>
                <a:avLst/>
                <a:gdLst/>
                <a:ahLst/>
                <a:cxnLst/>
                <a:rect l="l" t="t" r="r" b="b"/>
                <a:pathLst>
                  <a:path w="5311" h="3024" extrusionOk="0">
                    <a:moveTo>
                      <a:pt x="2256" y="0"/>
                    </a:moveTo>
                    <a:cubicBezTo>
                      <a:pt x="2170" y="0"/>
                      <a:pt x="2087" y="21"/>
                      <a:pt x="2012" y="64"/>
                    </a:cubicBezTo>
                    <a:lnTo>
                      <a:pt x="155" y="1148"/>
                    </a:lnTo>
                    <a:cubicBezTo>
                      <a:pt x="12" y="1231"/>
                      <a:pt x="0" y="1350"/>
                      <a:pt x="119" y="1422"/>
                    </a:cubicBezTo>
                    <a:lnTo>
                      <a:pt x="2810" y="2981"/>
                    </a:lnTo>
                    <a:cubicBezTo>
                      <a:pt x="2881" y="3009"/>
                      <a:pt x="2957" y="3023"/>
                      <a:pt x="3032" y="3023"/>
                    </a:cubicBezTo>
                    <a:cubicBezTo>
                      <a:pt x="3121" y="3023"/>
                      <a:pt x="3209" y="3003"/>
                      <a:pt x="3286" y="2958"/>
                    </a:cubicBezTo>
                    <a:lnTo>
                      <a:pt x="5156" y="1886"/>
                    </a:lnTo>
                    <a:cubicBezTo>
                      <a:pt x="5299" y="1803"/>
                      <a:pt x="5310" y="1672"/>
                      <a:pt x="5191" y="1600"/>
                    </a:cubicBezTo>
                    <a:lnTo>
                      <a:pt x="2489" y="53"/>
                    </a:lnTo>
                    <a:cubicBezTo>
                      <a:pt x="2414" y="18"/>
                      <a:pt x="2334" y="0"/>
                      <a:pt x="225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81225" tIns="81225" rIns="81225" bIns="812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" name="Google Shape;648;p14"/>
              <p:cNvSpPr/>
              <p:nvPr/>
            </p:nvSpPr>
            <p:spPr>
              <a:xfrm>
                <a:off x="3375713" y="3411575"/>
                <a:ext cx="133075" cy="75600"/>
              </a:xfrm>
              <a:custGeom>
                <a:avLst/>
                <a:gdLst/>
                <a:ahLst/>
                <a:cxnLst/>
                <a:rect l="l" t="t" r="r" b="b"/>
                <a:pathLst>
                  <a:path w="5323" h="3024" extrusionOk="0">
                    <a:moveTo>
                      <a:pt x="2286" y="1"/>
                    </a:moveTo>
                    <a:cubicBezTo>
                      <a:pt x="2195" y="1"/>
                      <a:pt x="2104" y="25"/>
                      <a:pt x="2024" y="71"/>
                    </a:cubicBezTo>
                    <a:lnTo>
                      <a:pt x="167" y="1143"/>
                    </a:lnTo>
                    <a:cubicBezTo>
                      <a:pt x="24" y="1226"/>
                      <a:pt x="0" y="1345"/>
                      <a:pt x="131" y="1417"/>
                    </a:cubicBezTo>
                    <a:lnTo>
                      <a:pt x="2822" y="2977"/>
                    </a:lnTo>
                    <a:cubicBezTo>
                      <a:pt x="2891" y="3008"/>
                      <a:pt x="2964" y="3024"/>
                      <a:pt x="3036" y="3024"/>
                    </a:cubicBezTo>
                    <a:cubicBezTo>
                      <a:pt x="3128" y="3024"/>
                      <a:pt x="3219" y="2999"/>
                      <a:pt x="3298" y="2953"/>
                    </a:cubicBezTo>
                    <a:lnTo>
                      <a:pt x="5168" y="1881"/>
                    </a:lnTo>
                    <a:cubicBezTo>
                      <a:pt x="5311" y="1798"/>
                      <a:pt x="5322" y="1679"/>
                      <a:pt x="5203" y="1607"/>
                    </a:cubicBezTo>
                    <a:lnTo>
                      <a:pt x="2501" y="48"/>
                    </a:lnTo>
                    <a:cubicBezTo>
                      <a:pt x="2432" y="16"/>
                      <a:pt x="2359" y="1"/>
                      <a:pt x="228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81225" tIns="81225" rIns="81225" bIns="812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" name="Google Shape;649;p14"/>
              <p:cNvSpPr/>
              <p:nvPr/>
            </p:nvSpPr>
            <p:spPr>
              <a:xfrm>
                <a:off x="3473938" y="3468425"/>
                <a:ext cx="133075" cy="75600"/>
              </a:xfrm>
              <a:custGeom>
                <a:avLst/>
                <a:gdLst/>
                <a:ahLst/>
                <a:cxnLst/>
                <a:rect l="l" t="t" r="r" b="b"/>
                <a:pathLst>
                  <a:path w="5323" h="3024" extrusionOk="0">
                    <a:moveTo>
                      <a:pt x="2286" y="1"/>
                    </a:moveTo>
                    <a:cubicBezTo>
                      <a:pt x="2195" y="1"/>
                      <a:pt x="2104" y="25"/>
                      <a:pt x="2024" y="72"/>
                    </a:cubicBezTo>
                    <a:lnTo>
                      <a:pt x="167" y="1143"/>
                    </a:lnTo>
                    <a:cubicBezTo>
                      <a:pt x="24" y="1226"/>
                      <a:pt x="0" y="1346"/>
                      <a:pt x="131" y="1417"/>
                    </a:cubicBezTo>
                    <a:lnTo>
                      <a:pt x="2822" y="2977"/>
                    </a:lnTo>
                    <a:cubicBezTo>
                      <a:pt x="2891" y="3008"/>
                      <a:pt x="2964" y="3024"/>
                      <a:pt x="3036" y="3024"/>
                    </a:cubicBezTo>
                    <a:cubicBezTo>
                      <a:pt x="3128" y="3024"/>
                      <a:pt x="3219" y="2999"/>
                      <a:pt x="3298" y="2953"/>
                    </a:cubicBezTo>
                    <a:lnTo>
                      <a:pt x="5168" y="1881"/>
                    </a:lnTo>
                    <a:cubicBezTo>
                      <a:pt x="5311" y="1798"/>
                      <a:pt x="5322" y="1679"/>
                      <a:pt x="5203" y="1607"/>
                    </a:cubicBezTo>
                    <a:lnTo>
                      <a:pt x="2501" y="48"/>
                    </a:lnTo>
                    <a:cubicBezTo>
                      <a:pt x="2432" y="16"/>
                      <a:pt x="2359" y="1"/>
                      <a:pt x="228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81225" tIns="81225" rIns="81225" bIns="812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Google Shape;650;p14"/>
              <p:cNvSpPr/>
              <p:nvPr/>
            </p:nvSpPr>
            <p:spPr>
              <a:xfrm>
                <a:off x="3572463" y="3525275"/>
                <a:ext cx="132775" cy="75600"/>
              </a:xfrm>
              <a:custGeom>
                <a:avLst/>
                <a:gdLst/>
                <a:ahLst/>
                <a:cxnLst/>
                <a:rect l="l" t="t" r="r" b="b"/>
                <a:pathLst>
                  <a:path w="5311" h="3024" extrusionOk="0">
                    <a:moveTo>
                      <a:pt x="2285" y="1"/>
                    </a:moveTo>
                    <a:cubicBezTo>
                      <a:pt x="2192" y="1"/>
                      <a:pt x="2099" y="25"/>
                      <a:pt x="2013" y="72"/>
                    </a:cubicBezTo>
                    <a:lnTo>
                      <a:pt x="155" y="1143"/>
                    </a:lnTo>
                    <a:cubicBezTo>
                      <a:pt x="12" y="1227"/>
                      <a:pt x="0" y="1346"/>
                      <a:pt x="119" y="1417"/>
                    </a:cubicBezTo>
                    <a:lnTo>
                      <a:pt x="2810" y="2977"/>
                    </a:lnTo>
                    <a:cubicBezTo>
                      <a:pt x="2879" y="3008"/>
                      <a:pt x="2952" y="3024"/>
                      <a:pt x="3026" y="3024"/>
                    </a:cubicBezTo>
                    <a:cubicBezTo>
                      <a:pt x="3118" y="3024"/>
                      <a:pt x="3212" y="2999"/>
                      <a:pt x="3298" y="2953"/>
                    </a:cubicBezTo>
                    <a:lnTo>
                      <a:pt x="5156" y="1881"/>
                    </a:lnTo>
                    <a:cubicBezTo>
                      <a:pt x="5299" y="1798"/>
                      <a:pt x="5311" y="1679"/>
                      <a:pt x="5191" y="1608"/>
                    </a:cubicBezTo>
                    <a:lnTo>
                      <a:pt x="2501" y="48"/>
                    </a:lnTo>
                    <a:cubicBezTo>
                      <a:pt x="2432" y="16"/>
                      <a:pt x="2359" y="1"/>
                      <a:pt x="228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81225" tIns="81225" rIns="81225" bIns="812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Google Shape;651;p14"/>
              <p:cNvSpPr/>
              <p:nvPr/>
            </p:nvSpPr>
            <p:spPr>
              <a:xfrm>
                <a:off x="3670688" y="3582000"/>
                <a:ext cx="133075" cy="75600"/>
              </a:xfrm>
              <a:custGeom>
                <a:avLst/>
                <a:gdLst/>
                <a:ahLst/>
                <a:cxnLst/>
                <a:rect l="l" t="t" r="r" b="b"/>
                <a:pathLst>
                  <a:path w="5323" h="3024" extrusionOk="0">
                    <a:moveTo>
                      <a:pt x="2268" y="1"/>
                    </a:moveTo>
                    <a:cubicBezTo>
                      <a:pt x="2182" y="1"/>
                      <a:pt x="2099" y="22"/>
                      <a:pt x="2024" y="65"/>
                    </a:cubicBezTo>
                    <a:lnTo>
                      <a:pt x="167" y="1148"/>
                    </a:lnTo>
                    <a:cubicBezTo>
                      <a:pt x="12" y="1232"/>
                      <a:pt x="0" y="1351"/>
                      <a:pt x="131" y="1422"/>
                    </a:cubicBezTo>
                    <a:lnTo>
                      <a:pt x="2822" y="2982"/>
                    </a:lnTo>
                    <a:cubicBezTo>
                      <a:pt x="2893" y="3009"/>
                      <a:pt x="2969" y="3024"/>
                      <a:pt x="3044" y="3024"/>
                    </a:cubicBezTo>
                    <a:cubicBezTo>
                      <a:pt x="3133" y="3024"/>
                      <a:pt x="3221" y="3003"/>
                      <a:pt x="3298" y="2958"/>
                    </a:cubicBezTo>
                    <a:lnTo>
                      <a:pt x="5156" y="1887"/>
                    </a:lnTo>
                    <a:cubicBezTo>
                      <a:pt x="5299" y="1803"/>
                      <a:pt x="5323" y="1672"/>
                      <a:pt x="5192" y="1601"/>
                    </a:cubicBezTo>
                    <a:lnTo>
                      <a:pt x="2501" y="53"/>
                    </a:lnTo>
                    <a:cubicBezTo>
                      <a:pt x="2426" y="19"/>
                      <a:pt x="2346" y="1"/>
                      <a:pt x="226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81225" tIns="81225" rIns="81225" bIns="812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Google Shape;652;p14"/>
              <p:cNvSpPr/>
              <p:nvPr/>
            </p:nvSpPr>
            <p:spPr>
              <a:xfrm>
                <a:off x="3769213" y="3638850"/>
                <a:ext cx="132775" cy="75575"/>
              </a:xfrm>
              <a:custGeom>
                <a:avLst/>
                <a:gdLst/>
                <a:ahLst/>
                <a:cxnLst/>
                <a:rect l="l" t="t" r="r" b="b"/>
                <a:pathLst>
                  <a:path w="5311" h="3023" extrusionOk="0">
                    <a:moveTo>
                      <a:pt x="2266" y="1"/>
                    </a:moveTo>
                    <a:cubicBezTo>
                      <a:pt x="2180" y="1"/>
                      <a:pt x="2093" y="22"/>
                      <a:pt x="2013" y="65"/>
                    </a:cubicBezTo>
                    <a:lnTo>
                      <a:pt x="155" y="1137"/>
                    </a:lnTo>
                    <a:cubicBezTo>
                      <a:pt x="12" y="1220"/>
                      <a:pt x="0" y="1351"/>
                      <a:pt x="119" y="1422"/>
                    </a:cubicBezTo>
                    <a:lnTo>
                      <a:pt x="2810" y="2970"/>
                    </a:lnTo>
                    <a:cubicBezTo>
                      <a:pt x="2885" y="3004"/>
                      <a:pt x="2965" y="3022"/>
                      <a:pt x="3045" y="3022"/>
                    </a:cubicBezTo>
                    <a:cubicBezTo>
                      <a:pt x="3131" y="3022"/>
                      <a:pt x="3218" y="3001"/>
                      <a:pt x="3298" y="2958"/>
                    </a:cubicBezTo>
                    <a:lnTo>
                      <a:pt x="5156" y="1875"/>
                    </a:lnTo>
                    <a:cubicBezTo>
                      <a:pt x="5299" y="1803"/>
                      <a:pt x="5311" y="1672"/>
                      <a:pt x="5192" y="1601"/>
                    </a:cubicBezTo>
                    <a:lnTo>
                      <a:pt x="2501" y="53"/>
                    </a:lnTo>
                    <a:cubicBezTo>
                      <a:pt x="2426" y="19"/>
                      <a:pt x="2346" y="1"/>
                      <a:pt x="22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81225" tIns="81225" rIns="81225" bIns="812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Google Shape;653;p14"/>
              <p:cNvSpPr/>
              <p:nvPr/>
            </p:nvSpPr>
            <p:spPr>
              <a:xfrm>
                <a:off x="3867438" y="3695550"/>
                <a:ext cx="132775" cy="75600"/>
              </a:xfrm>
              <a:custGeom>
                <a:avLst/>
                <a:gdLst/>
                <a:ahLst/>
                <a:cxnLst/>
                <a:rect l="l" t="t" r="r" b="b"/>
                <a:pathLst>
                  <a:path w="5311" h="3024" extrusionOk="0">
                    <a:moveTo>
                      <a:pt x="2285" y="0"/>
                    </a:moveTo>
                    <a:cubicBezTo>
                      <a:pt x="2193" y="0"/>
                      <a:pt x="2099" y="25"/>
                      <a:pt x="2013" y="71"/>
                    </a:cubicBezTo>
                    <a:lnTo>
                      <a:pt x="155" y="1143"/>
                    </a:lnTo>
                    <a:cubicBezTo>
                      <a:pt x="12" y="1226"/>
                      <a:pt x="0" y="1357"/>
                      <a:pt x="120" y="1428"/>
                    </a:cubicBezTo>
                    <a:lnTo>
                      <a:pt x="2822" y="2976"/>
                    </a:lnTo>
                    <a:cubicBezTo>
                      <a:pt x="2891" y="3008"/>
                      <a:pt x="2962" y="3023"/>
                      <a:pt x="3033" y="3023"/>
                    </a:cubicBezTo>
                    <a:cubicBezTo>
                      <a:pt x="3122" y="3023"/>
                      <a:pt x="3212" y="2999"/>
                      <a:pt x="3298" y="2952"/>
                    </a:cubicBezTo>
                    <a:lnTo>
                      <a:pt x="5156" y="1881"/>
                    </a:lnTo>
                    <a:cubicBezTo>
                      <a:pt x="5299" y="1797"/>
                      <a:pt x="5311" y="1678"/>
                      <a:pt x="5192" y="1607"/>
                    </a:cubicBezTo>
                    <a:lnTo>
                      <a:pt x="2501" y="47"/>
                    </a:lnTo>
                    <a:cubicBezTo>
                      <a:pt x="2432" y="16"/>
                      <a:pt x="2359" y="0"/>
                      <a:pt x="22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81225" tIns="81225" rIns="81225" bIns="812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Google Shape;654;p14"/>
              <p:cNvSpPr/>
              <p:nvPr/>
            </p:nvSpPr>
            <p:spPr>
              <a:xfrm>
                <a:off x="3965963" y="3752400"/>
                <a:ext cx="132775" cy="75600"/>
              </a:xfrm>
              <a:custGeom>
                <a:avLst/>
                <a:gdLst/>
                <a:ahLst/>
                <a:cxnLst/>
                <a:rect l="l" t="t" r="r" b="b"/>
                <a:pathLst>
                  <a:path w="5311" h="3024" extrusionOk="0">
                    <a:moveTo>
                      <a:pt x="2274" y="0"/>
                    </a:moveTo>
                    <a:cubicBezTo>
                      <a:pt x="2183" y="0"/>
                      <a:pt x="2092" y="25"/>
                      <a:pt x="2013" y="71"/>
                    </a:cubicBezTo>
                    <a:lnTo>
                      <a:pt x="155" y="1143"/>
                    </a:lnTo>
                    <a:cubicBezTo>
                      <a:pt x="12" y="1226"/>
                      <a:pt x="0" y="1345"/>
                      <a:pt x="119" y="1417"/>
                    </a:cubicBezTo>
                    <a:lnTo>
                      <a:pt x="2810" y="2976"/>
                    </a:lnTo>
                    <a:cubicBezTo>
                      <a:pt x="2879" y="3008"/>
                      <a:pt x="2952" y="3023"/>
                      <a:pt x="3025" y="3023"/>
                    </a:cubicBezTo>
                    <a:cubicBezTo>
                      <a:pt x="3116" y="3023"/>
                      <a:pt x="3207" y="2999"/>
                      <a:pt x="3287" y="2952"/>
                    </a:cubicBezTo>
                    <a:lnTo>
                      <a:pt x="5156" y="1881"/>
                    </a:lnTo>
                    <a:cubicBezTo>
                      <a:pt x="5299" y="1798"/>
                      <a:pt x="5311" y="1678"/>
                      <a:pt x="5192" y="1607"/>
                    </a:cubicBezTo>
                    <a:lnTo>
                      <a:pt x="2489" y="47"/>
                    </a:lnTo>
                    <a:cubicBezTo>
                      <a:pt x="2420" y="16"/>
                      <a:pt x="2347" y="0"/>
                      <a:pt x="227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81225" tIns="81225" rIns="81225" bIns="812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Google Shape;655;p14"/>
              <p:cNvSpPr/>
              <p:nvPr/>
            </p:nvSpPr>
            <p:spPr>
              <a:xfrm>
                <a:off x="4064188" y="3809250"/>
                <a:ext cx="133075" cy="75600"/>
              </a:xfrm>
              <a:custGeom>
                <a:avLst/>
                <a:gdLst/>
                <a:ahLst/>
                <a:cxnLst/>
                <a:rect l="l" t="t" r="r" b="b"/>
                <a:pathLst>
                  <a:path w="5323" h="3024" extrusionOk="0">
                    <a:moveTo>
                      <a:pt x="2286" y="0"/>
                    </a:moveTo>
                    <a:cubicBezTo>
                      <a:pt x="2195" y="0"/>
                      <a:pt x="2104" y="25"/>
                      <a:pt x="2025" y="71"/>
                    </a:cubicBezTo>
                    <a:lnTo>
                      <a:pt x="155" y="1143"/>
                    </a:lnTo>
                    <a:cubicBezTo>
                      <a:pt x="12" y="1226"/>
                      <a:pt x="0" y="1345"/>
                      <a:pt x="120" y="1417"/>
                    </a:cubicBezTo>
                    <a:lnTo>
                      <a:pt x="2822" y="2976"/>
                    </a:lnTo>
                    <a:cubicBezTo>
                      <a:pt x="2891" y="3008"/>
                      <a:pt x="2964" y="3023"/>
                      <a:pt x="3037" y="3023"/>
                    </a:cubicBezTo>
                    <a:cubicBezTo>
                      <a:pt x="3128" y="3023"/>
                      <a:pt x="3219" y="2999"/>
                      <a:pt x="3299" y="2953"/>
                    </a:cubicBezTo>
                    <a:lnTo>
                      <a:pt x="5168" y="1881"/>
                    </a:lnTo>
                    <a:cubicBezTo>
                      <a:pt x="5311" y="1798"/>
                      <a:pt x="5323" y="1667"/>
                      <a:pt x="5204" y="1607"/>
                    </a:cubicBezTo>
                    <a:lnTo>
                      <a:pt x="2501" y="47"/>
                    </a:lnTo>
                    <a:cubicBezTo>
                      <a:pt x="2432" y="16"/>
                      <a:pt x="2359" y="0"/>
                      <a:pt x="228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81225" tIns="81225" rIns="81225" bIns="812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Google Shape;656;p14"/>
              <p:cNvSpPr/>
              <p:nvPr/>
            </p:nvSpPr>
            <p:spPr>
              <a:xfrm>
                <a:off x="3915663" y="4005975"/>
                <a:ext cx="145875" cy="83075"/>
              </a:xfrm>
              <a:custGeom>
                <a:avLst/>
                <a:gdLst/>
                <a:ahLst/>
                <a:cxnLst/>
                <a:rect l="l" t="t" r="r" b="b"/>
                <a:pathLst>
                  <a:path w="5835" h="3323" extrusionOk="0">
                    <a:moveTo>
                      <a:pt x="2283" y="0"/>
                    </a:moveTo>
                    <a:cubicBezTo>
                      <a:pt x="2200" y="0"/>
                      <a:pt x="2119" y="22"/>
                      <a:pt x="2048" y="60"/>
                    </a:cubicBezTo>
                    <a:lnTo>
                      <a:pt x="155" y="1156"/>
                    </a:lnTo>
                    <a:cubicBezTo>
                      <a:pt x="12" y="1227"/>
                      <a:pt x="0" y="1346"/>
                      <a:pt x="119" y="1418"/>
                    </a:cubicBezTo>
                    <a:lnTo>
                      <a:pt x="3346" y="3275"/>
                    </a:lnTo>
                    <a:cubicBezTo>
                      <a:pt x="3411" y="3308"/>
                      <a:pt x="3482" y="3323"/>
                      <a:pt x="3553" y="3323"/>
                    </a:cubicBezTo>
                    <a:cubicBezTo>
                      <a:pt x="3637" y="3323"/>
                      <a:pt x="3721" y="3302"/>
                      <a:pt x="3798" y="3263"/>
                    </a:cubicBezTo>
                    <a:lnTo>
                      <a:pt x="5680" y="2168"/>
                    </a:lnTo>
                    <a:cubicBezTo>
                      <a:pt x="5811" y="2096"/>
                      <a:pt x="5834" y="1977"/>
                      <a:pt x="5715" y="1906"/>
                    </a:cubicBezTo>
                    <a:lnTo>
                      <a:pt x="2489" y="48"/>
                    </a:lnTo>
                    <a:cubicBezTo>
                      <a:pt x="2423" y="16"/>
                      <a:pt x="2353" y="0"/>
                      <a:pt x="228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81225" tIns="81225" rIns="81225" bIns="812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Google Shape;657;p14"/>
              <p:cNvSpPr/>
              <p:nvPr/>
            </p:nvSpPr>
            <p:spPr>
              <a:xfrm>
                <a:off x="3809388" y="3944650"/>
                <a:ext cx="145875" cy="83100"/>
              </a:xfrm>
              <a:custGeom>
                <a:avLst/>
                <a:gdLst/>
                <a:ahLst/>
                <a:cxnLst/>
                <a:rect l="l" t="t" r="r" b="b"/>
                <a:pathLst>
                  <a:path w="5835" h="3324" extrusionOk="0">
                    <a:moveTo>
                      <a:pt x="2282" y="1"/>
                    </a:moveTo>
                    <a:cubicBezTo>
                      <a:pt x="2198" y="1"/>
                      <a:pt x="2114" y="22"/>
                      <a:pt x="2037" y="61"/>
                    </a:cubicBezTo>
                    <a:lnTo>
                      <a:pt x="156" y="1156"/>
                    </a:lnTo>
                    <a:cubicBezTo>
                      <a:pt x="13" y="1227"/>
                      <a:pt x="1" y="1347"/>
                      <a:pt x="120" y="1418"/>
                    </a:cubicBezTo>
                    <a:lnTo>
                      <a:pt x="3346" y="3275"/>
                    </a:lnTo>
                    <a:cubicBezTo>
                      <a:pt x="3412" y="3308"/>
                      <a:pt x="3482" y="3323"/>
                      <a:pt x="3552" y="3323"/>
                    </a:cubicBezTo>
                    <a:cubicBezTo>
                      <a:pt x="3635" y="3323"/>
                      <a:pt x="3716" y="3302"/>
                      <a:pt x="3787" y="3263"/>
                    </a:cubicBezTo>
                    <a:lnTo>
                      <a:pt x="5680" y="2168"/>
                    </a:lnTo>
                    <a:cubicBezTo>
                      <a:pt x="5811" y="2097"/>
                      <a:pt x="5835" y="1978"/>
                      <a:pt x="5716" y="1906"/>
                    </a:cubicBezTo>
                    <a:lnTo>
                      <a:pt x="2489" y="49"/>
                    </a:lnTo>
                    <a:cubicBezTo>
                      <a:pt x="2424" y="16"/>
                      <a:pt x="2353" y="1"/>
                      <a:pt x="228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81225" tIns="81225" rIns="81225" bIns="812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Google Shape;658;p14"/>
              <p:cNvSpPr/>
              <p:nvPr/>
            </p:nvSpPr>
            <p:spPr>
              <a:xfrm>
                <a:off x="3703138" y="3883350"/>
                <a:ext cx="145875" cy="82950"/>
              </a:xfrm>
              <a:custGeom>
                <a:avLst/>
                <a:gdLst/>
                <a:ahLst/>
                <a:cxnLst/>
                <a:rect l="l" t="t" r="r" b="b"/>
                <a:pathLst>
                  <a:path w="5835" h="3318" extrusionOk="0">
                    <a:moveTo>
                      <a:pt x="2282" y="0"/>
                    </a:moveTo>
                    <a:cubicBezTo>
                      <a:pt x="2198" y="0"/>
                      <a:pt x="2114" y="21"/>
                      <a:pt x="2036" y="60"/>
                    </a:cubicBezTo>
                    <a:lnTo>
                      <a:pt x="143" y="1155"/>
                    </a:lnTo>
                    <a:cubicBezTo>
                      <a:pt x="12" y="1227"/>
                      <a:pt x="0" y="1346"/>
                      <a:pt x="119" y="1417"/>
                    </a:cubicBezTo>
                    <a:lnTo>
                      <a:pt x="3346" y="3275"/>
                    </a:lnTo>
                    <a:cubicBezTo>
                      <a:pt x="3414" y="3303"/>
                      <a:pt x="3488" y="3318"/>
                      <a:pt x="3560" y="3318"/>
                    </a:cubicBezTo>
                    <a:cubicBezTo>
                      <a:pt x="3640" y="3318"/>
                      <a:pt x="3718" y="3300"/>
                      <a:pt x="3786" y="3263"/>
                    </a:cubicBezTo>
                    <a:lnTo>
                      <a:pt x="5679" y="2167"/>
                    </a:lnTo>
                    <a:cubicBezTo>
                      <a:pt x="5810" y="2084"/>
                      <a:pt x="5834" y="1977"/>
                      <a:pt x="5715" y="1905"/>
                    </a:cubicBezTo>
                    <a:lnTo>
                      <a:pt x="2489" y="48"/>
                    </a:lnTo>
                    <a:cubicBezTo>
                      <a:pt x="2423" y="15"/>
                      <a:pt x="2353" y="0"/>
                      <a:pt x="228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81225" tIns="81225" rIns="81225" bIns="812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Google Shape;659;p14"/>
              <p:cNvSpPr/>
              <p:nvPr/>
            </p:nvSpPr>
            <p:spPr>
              <a:xfrm>
                <a:off x="3042338" y="3501700"/>
                <a:ext cx="700400" cy="403300"/>
              </a:xfrm>
              <a:custGeom>
                <a:avLst/>
                <a:gdLst/>
                <a:ahLst/>
                <a:cxnLst/>
                <a:rect l="l" t="t" r="r" b="b"/>
                <a:pathLst>
                  <a:path w="28016" h="16132" extrusionOk="0">
                    <a:moveTo>
                      <a:pt x="2294" y="0"/>
                    </a:moveTo>
                    <a:cubicBezTo>
                      <a:pt x="2206" y="0"/>
                      <a:pt x="2117" y="22"/>
                      <a:pt x="2036" y="62"/>
                    </a:cubicBezTo>
                    <a:lnTo>
                      <a:pt x="155" y="1158"/>
                    </a:lnTo>
                    <a:cubicBezTo>
                      <a:pt x="12" y="1229"/>
                      <a:pt x="0" y="1348"/>
                      <a:pt x="119" y="1419"/>
                    </a:cubicBezTo>
                    <a:lnTo>
                      <a:pt x="25539" y="16088"/>
                    </a:lnTo>
                    <a:cubicBezTo>
                      <a:pt x="25607" y="16116"/>
                      <a:pt x="25678" y="16131"/>
                      <a:pt x="25749" y="16131"/>
                    </a:cubicBezTo>
                    <a:cubicBezTo>
                      <a:pt x="25827" y="16131"/>
                      <a:pt x="25905" y="16113"/>
                      <a:pt x="25980" y="16076"/>
                    </a:cubicBezTo>
                    <a:lnTo>
                      <a:pt x="27873" y="14981"/>
                    </a:lnTo>
                    <a:cubicBezTo>
                      <a:pt x="28004" y="14897"/>
                      <a:pt x="28016" y="14790"/>
                      <a:pt x="27909" y="14719"/>
                    </a:cubicBezTo>
                    <a:lnTo>
                      <a:pt x="2489" y="38"/>
                    </a:lnTo>
                    <a:cubicBezTo>
                      <a:pt x="2427" y="13"/>
                      <a:pt x="2361" y="0"/>
                      <a:pt x="229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81225" tIns="81225" rIns="81225" bIns="812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60" name="Google Shape;660;p14"/>
            <p:cNvSpPr/>
            <p:nvPr/>
          </p:nvSpPr>
          <p:spPr>
            <a:xfrm>
              <a:off x="3548638" y="2988300"/>
              <a:ext cx="838525" cy="489075"/>
            </a:xfrm>
            <a:custGeom>
              <a:avLst/>
              <a:gdLst/>
              <a:ahLst/>
              <a:cxnLst/>
              <a:rect l="l" t="t" r="r" b="b"/>
              <a:pathLst>
                <a:path w="33541" h="19563" extrusionOk="0">
                  <a:moveTo>
                    <a:pt x="32481" y="13526"/>
                  </a:moveTo>
                  <a:lnTo>
                    <a:pt x="9585" y="298"/>
                  </a:lnTo>
                  <a:cubicBezTo>
                    <a:pt x="9073" y="0"/>
                    <a:pt x="8180" y="48"/>
                    <a:pt x="7585" y="381"/>
                  </a:cubicBezTo>
                  <a:lnTo>
                    <a:pt x="680" y="4370"/>
                  </a:lnTo>
                  <a:lnTo>
                    <a:pt x="1" y="4215"/>
                  </a:lnTo>
                  <a:lnTo>
                    <a:pt x="1" y="5132"/>
                  </a:lnTo>
                  <a:cubicBezTo>
                    <a:pt x="25" y="5346"/>
                    <a:pt x="156" y="5537"/>
                    <a:pt x="346" y="5632"/>
                  </a:cubicBezTo>
                  <a:lnTo>
                    <a:pt x="23968" y="19265"/>
                  </a:lnTo>
                  <a:cubicBezTo>
                    <a:pt x="24480" y="19562"/>
                    <a:pt x="25373" y="19527"/>
                    <a:pt x="25968" y="19181"/>
                  </a:cubicBezTo>
                  <a:lnTo>
                    <a:pt x="33053" y="15098"/>
                  </a:lnTo>
                  <a:cubicBezTo>
                    <a:pt x="33374" y="14907"/>
                    <a:pt x="33541" y="14669"/>
                    <a:pt x="33541" y="14443"/>
                  </a:cubicBezTo>
                  <a:lnTo>
                    <a:pt x="33541" y="13526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81225" tIns="81225" rIns="81225" bIns="812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14"/>
            <p:cNvSpPr/>
            <p:nvPr/>
          </p:nvSpPr>
          <p:spPr>
            <a:xfrm>
              <a:off x="3548638" y="2968000"/>
              <a:ext cx="838525" cy="484075"/>
            </a:xfrm>
            <a:custGeom>
              <a:avLst/>
              <a:gdLst/>
              <a:ahLst/>
              <a:cxnLst/>
              <a:rect l="l" t="t" r="r" b="b"/>
              <a:pathLst>
                <a:path w="33541" h="19363" extrusionOk="0">
                  <a:moveTo>
                    <a:pt x="8720" y="1"/>
                  </a:moveTo>
                  <a:cubicBezTo>
                    <a:pt x="8327" y="1"/>
                    <a:pt x="7911" y="94"/>
                    <a:pt x="7585" y="277"/>
                  </a:cubicBezTo>
                  <a:lnTo>
                    <a:pt x="489" y="4372"/>
                  </a:lnTo>
                  <a:cubicBezTo>
                    <a:pt x="168" y="4563"/>
                    <a:pt x="1" y="4801"/>
                    <a:pt x="1" y="5027"/>
                  </a:cubicBezTo>
                  <a:cubicBezTo>
                    <a:pt x="25" y="5242"/>
                    <a:pt x="156" y="5432"/>
                    <a:pt x="346" y="5527"/>
                  </a:cubicBezTo>
                  <a:lnTo>
                    <a:pt x="23968" y="19160"/>
                  </a:lnTo>
                  <a:cubicBezTo>
                    <a:pt x="24202" y="19296"/>
                    <a:pt x="24517" y="19363"/>
                    <a:pt x="24845" y="19363"/>
                  </a:cubicBezTo>
                  <a:cubicBezTo>
                    <a:pt x="25235" y="19363"/>
                    <a:pt x="25646" y="19269"/>
                    <a:pt x="25968" y="19088"/>
                  </a:cubicBezTo>
                  <a:lnTo>
                    <a:pt x="33053" y="14993"/>
                  </a:lnTo>
                  <a:cubicBezTo>
                    <a:pt x="33374" y="14802"/>
                    <a:pt x="33541" y="14564"/>
                    <a:pt x="33541" y="14338"/>
                  </a:cubicBezTo>
                  <a:cubicBezTo>
                    <a:pt x="33529" y="14112"/>
                    <a:pt x="33398" y="13921"/>
                    <a:pt x="33195" y="13838"/>
                  </a:cubicBezTo>
                  <a:lnTo>
                    <a:pt x="9585" y="193"/>
                  </a:lnTo>
                  <a:cubicBezTo>
                    <a:pt x="9354" y="64"/>
                    <a:pt x="9045" y="1"/>
                    <a:pt x="8720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81225" tIns="81225" rIns="81225" bIns="812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14"/>
            <p:cNvSpPr/>
            <p:nvPr/>
          </p:nvSpPr>
          <p:spPr>
            <a:xfrm>
              <a:off x="3760888" y="2885900"/>
              <a:ext cx="414350" cy="444425"/>
            </a:xfrm>
            <a:custGeom>
              <a:avLst/>
              <a:gdLst/>
              <a:ahLst/>
              <a:cxnLst/>
              <a:rect l="l" t="t" r="r" b="b"/>
              <a:pathLst>
                <a:path w="16574" h="17777" extrusionOk="0">
                  <a:moveTo>
                    <a:pt x="14323" y="8073"/>
                  </a:moveTo>
                  <a:lnTo>
                    <a:pt x="0" y="1"/>
                  </a:lnTo>
                  <a:lnTo>
                    <a:pt x="0" y="8680"/>
                  </a:lnTo>
                  <a:cubicBezTo>
                    <a:pt x="0" y="8728"/>
                    <a:pt x="24" y="8764"/>
                    <a:pt x="71" y="8787"/>
                  </a:cubicBezTo>
                  <a:lnTo>
                    <a:pt x="15526" y="17705"/>
                  </a:lnTo>
                  <a:cubicBezTo>
                    <a:pt x="15669" y="17777"/>
                    <a:pt x="15835" y="17765"/>
                    <a:pt x="15966" y="17693"/>
                  </a:cubicBezTo>
                  <a:lnTo>
                    <a:pt x="16466" y="17408"/>
                  </a:lnTo>
                  <a:cubicBezTo>
                    <a:pt x="16526" y="17372"/>
                    <a:pt x="16574" y="17324"/>
                    <a:pt x="16574" y="17253"/>
                  </a:cubicBezTo>
                  <a:lnTo>
                    <a:pt x="16574" y="8573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81225" tIns="81225" rIns="81225" bIns="812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14"/>
            <p:cNvSpPr/>
            <p:nvPr/>
          </p:nvSpPr>
          <p:spPr>
            <a:xfrm>
              <a:off x="3759688" y="2873400"/>
              <a:ext cx="415550" cy="239350"/>
            </a:xfrm>
            <a:custGeom>
              <a:avLst/>
              <a:gdLst/>
              <a:ahLst/>
              <a:cxnLst/>
              <a:rect l="l" t="t" r="r" b="b"/>
              <a:pathLst>
                <a:path w="16622" h="9574" extrusionOk="0">
                  <a:moveTo>
                    <a:pt x="878" y="0"/>
                  </a:moveTo>
                  <a:cubicBezTo>
                    <a:pt x="796" y="0"/>
                    <a:pt x="714" y="21"/>
                    <a:pt x="643" y="60"/>
                  </a:cubicBezTo>
                  <a:lnTo>
                    <a:pt x="143" y="346"/>
                  </a:lnTo>
                  <a:cubicBezTo>
                    <a:pt x="12" y="429"/>
                    <a:pt x="0" y="536"/>
                    <a:pt x="119" y="608"/>
                  </a:cubicBezTo>
                  <a:lnTo>
                    <a:pt x="15574" y="9526"/>
                  </a:lnTo>
                  <a:cubicBezTo>
                    <a:pt x="15639" y="9558"/>
                    <a:pt x="15707" y="9574"/>
                    <a:pt x="15776" y="9574"/>
                  </a:cubicBezTo>
                  <a:cubicBezTo>
                    <a:pt x="15856" y="9574"/>
                    <a:pt x="15937" y="9552"/>
                    <a:pt x="16014" y="9514"/>
                  </a:cubicBezTo>
                  <a:lnTo>
                    <a:pt x="16502" y="9228"/>
                  </a:lnTo>
                  <a:cubicBezTo>
                    <a:pt x="16562" y="9204"/>
                    <a:pt x="16610" y="9145"/>
                    <a:pt x="16622" y="9073"/>
                  </a:cubicBezTo>
                  <a:cubicBezTo>
                    <a:pt x="16610" y="9026"/>
                    <a:pt x="16586" y="8990"/>
                    <a:pt x="16538" y="8966"/>
                  </a:cubicBezTo>
                  <a:lnTo>
                    <a:pt x="1084" y="48"/>
                  </a:lnTo>
                  <a:cubicBezTo>
                    <a:pt x="1018" y="15"/>
                    <a:pt x="948" y="0"/>
                    <a:pt x="878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81225" tIns="81225" rIns="81225" bIns="812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14"/>
            <p:cNvSpPr/>
            <p:nvPr/>
          </p:nvSpPr>
          <p:spPr>
            <a:xfrm>
              <a:off x="3248613" y="1504175"/>
              <a:ext cx="1450200" cy="1892225"/>
            </a:xfrm>
            <a:custGeom>
              <a:avLst/>
              <a:gdLst/>
              <a:ahLst/>
              <a:cxnLst/>
              <a:rect l="l" t="t" r="r" b="b"/>
              <a:pathLst>
                <a:path w="58008" h="75689" extrusionOk="0">
                  <a:moveTo>
                    <a:pt x="56710" y="31219"/>
                  </a:moveTo>
                  <a:lnTo>
                    <a:pt x="2977" y="203"/>
                  </a:lnTo>
                  <a:cubicBezTo>
                    <a:pt x="2655" y="13"/>
                    <a:pt x="2358" y="1"/>
                    <a:pt x="2132" y="132"/>
                  </a:cubicBezTo>
                  <a:lnTo>
                    <a:pt x="0" y="1358"/>
                  </a:lnTo>
                  <a:lnTo>
                    <a:pt x="1679" y="2549"/>
                  </a:lnTo>
                  <a:lnTo>
                    <a:pt x="1679" y="40875"/>
                  </a:lnTo>
                  <a:cubicBezTo>
                    <a:pt x="1679" y="41828"/>
                    <a:pt x="2263" y="42947"/>
                    <a:pt x="2977" y="43363"/>
                  </a:cubicBezTo>
                  <a:lnTo>
                    <a:pt x="55353" y="73605"/>
                  </a:lnTo>
                  <a:lnTo>
                    <a:pt x="55424" y="75689"/>
                  </a:lnTo>
                  <a:lnTo>
                    <a:pt x="57555" y="74451"/>
                  </a:lnTo>
                  <a:cubicBezTo>
                    <a:pt x="57829" y="74296"/>
                    <a:pt x="58008" y="73927"/>
                    <a:pt x="58008" y="73403"/>
                  </a:cubicBezTo>
                  <a:lnTo>
                    <a:pt x="58008" y="33707"/>
                  </a:lnTo>
                  <a:cubicBezTo>
                    <a:pt x="58008" y="32743"/>
                    <a:pt x="57424" y="31636"/>
                    <a:pt x="56710" y="31219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81225" tIns="81225" rIns="81225" bIns="812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14"/>
            <p:cNvSpPr/>
            <p:nvPr/>
          </p:nvSpPr>
          <p:spPr>
            <a:xfrm>
              <a:off x="3237288" y="1535150"/>
              <a:ext cx="1408250" cy="1864225"/>
            </a:xfrm>
            <a:custGeom>
              <a:avLst/>
              <a:gdLst/>
              <a:ahLst/>
              <a:cxnLst/>
              <a:rect l="l" t="t" r="r" b="b"/>
              <a:pathLst>
                <a:path w="56330" h="74569" extrusionOk="0">
                  <a:moveTo>
                    <a:pt x="55032" y="31206"/>
                  </a:moveTo>
                  <a:lnTo>
                    <a:pt x="1299" y="203"/>
                  </a:lnTo>
                  <a:cubicBezTo>
                    <a:pt x="977" y="12"/>
                    <a:pt x="680" y="0"/>
                    <a:pt x="453" y="131"/>
                  </a:cubicBezTo>
                  <a:cubicBezTo>
                    <a:pt x="180" y="286"/>
                    <a:pt x="1" y="655"/>
                    <a:pt x="1" y="1179"/>
                  </a:cubicBezTo>
                  <a:lnTo>
                    <a:pt x="1" y="40862"/>
                  </a:lnTo>
                  <a:cubicBezTo>
                    <a:pt x="1" y="41827"/>
                    <a:pt x="584" y="42934"/>
                    <a:pt x="1299" y="43351"/>
                  </a:cubicBezTo>
                  <a:lnTo>
                    <a:pt x="55032" y="74367"/>
                  </a:lnTo>
                  <a:cubicBezTo>
                    <a:pt x="55353" y="74557"/>
                    <a:pt x="55651" y="74569"/>
                    <a:pt x="55877" y="74438"/>
                  </a:cubicBezTo>
                  <a:cubicBezTo>
                    <a:pt x="56151" y="74283"/>
                    <a:pt x="56329" y="73914"/>
                    <a:pt x="56329" y="73390"/>
                  </a:cubicBezTo>
                  <a:lnTo>
                    <a:pt x="56329" y="33695"/>
                  </a:lnTo>
                  <a:cubicBezTo>
                    <a:pt x="56329" y="32742"/>
                    <a:pt x="55746" y="31623"/>
                    <a:pt x="55032" y="31206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81225" tIns="81225" rIns="81225" bIns="812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14"/>
            <p:cNvSpPr/>
            <p:nvPr/>
          </p:nvSpPr>
          <p:spPr>
            <a:xfrm>
              <a:off x="3266763" y="1573550"/>
              <a:ext cx="1349000" cy="1787150"/>
            </a:xfrm>
            <a:custGeom>
              <a:avLst/>
              <a:gdLst/>
              <a:ahLst/>
              <a:cxnLst/>
              <a:rect l="l" t="t" r="r" b="b"/>
              <a:pathLst>
                <a:path w="53960" h="71486" extrusionOk="0">
                  <a:moveTo>
                    <a:pt x="53174" y="30492"/>
                  </a:moveTo>
                  <a:lnTo>
                    <a:pt x="798" y="250"/>
                  </a:lnTo>
                  <a:cubicBezTo>
                    <a:pt x="358" y="0"/>
                    <a:pt x="1" y="274"/>
                    <a:pt x="1" y="845"/>
                  </a:cubicBezTo>
                  <a:lnTo>
                    <a:pt x="1" y="39481"/>
                  </a:lnTo>
                  <a:cubicBezTo>
                    <a:pt x="1" y="40065"/>
                    <a:pt x="358" y="40743"/>
                    <a:pt x="798" y="40993"/>
                  </a:cubicBezTo>
                  <a:lnTo>
                    <a:pt x="53174" y="71235"/>
                  </a:lnTo>
                  <a:cubicBezTo>
                    <a:pt x="53603" y="71485"/>
                    <a:pt x="53960" y="71223"/>
                    <a:pt x="53960" y="70640"/>
                  </a:cubicBezTo>
                  <a:lnTo>
                    <a:pt x="53960" y="32004"/>
                  </a:lnTo>
                  <a:cubicBezTo>
                    <a:pt x="53960" y="31421"/>
                    <a:pt x="53614" y="30742"/>
                    <a:pt x="53174" y="30492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81225" tIns="81225" rIns="81225" bIns="812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7" name="Google Shape;667;p14"/>
          <p:cNvSpPr/>
          <p:nvPr/>
        </p:nvSpPr>
        <p:spPr>
          <a:xfrm>
            <a:off x="3743229" y="2779420"/>
            <a:ext cx="192300" cy="1923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spcFirstLastPara="1" wrap="square" lIns="81225" tIns="81225" rIns="81225" bIns="812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8" name="Google Shape;668;p14"/>
          <p:cNvSpPr/>
          <p:nvPr/>
        </p:nvSpPr>
        <p:spPr>
          <a:xfrm>
            <a:off x="3865870" y="2533339"/>
            <a:ext cx="144600" cy="1446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spcFirstLastPara="1" wrap="square" lIns="81225" tIns="81225" rIns="81225" bIns="812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9" name="Google Shape;669;p14"/>
          <p:cNvSpPr/>
          <p:nvPr/>
        </p:nvSpPr>
        <p:spPr>
          <a:xfrm>
            <a:off x="4088368" y="2592894"/>
            <a:ext cx="163200" cy="1632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spcFirstLastPara="1" wrap="square" lIns="81225" tIns="81225" rIns="81225" bIns="812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0" name="Google Shape;670;p14"/>
          <p:cNvSpPr/>
          <p:nvPr/>
        </p:nvSpPr>
        <p:spPr>
          <a:xfrm>
            <a:off x="4128716" y="2348300"/>
            <a:ext cx="132000" cy="1320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spcFirstLastPara="1" wrap="square" lIns="81225" tIns="81225" rIns="81225" bIns="812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1" name="Google Shape;671;p14"/>
          <p:cNvSpPr/>
          <p:nvPr/>
        </p:nvSpPr>
        <p:spPr>
          <a:xfrm>
            <a:off x="4337003" y="2434746"/>
            <a:ext cx="111300" cy="1113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spcFirstLastPara="1" wrap="square" lIns="81225" tIns="81225" rIns="81225" bIns="812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2" name="Google Shape;672;p14"/>
          <p:cNvSpPr/>
          <p:nvPr/>
        </p:nvSpPr>
        <p:spPr>
          <a:xfrm>
            <a:off x="4566629" y="2577461"/>
            <a:ext cx="89400" cy="894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spcFirstLastPara="1" wrap="square" lIns="81225" tIns="81225" rIns="81225" bIns="812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3" name="Google Shape;673;p14"/>
          <p:cNvSpPr/>
          <p:nvPr/>
        </p:nvSpPr>
        <p:spPr>
          <a:xfrm>
            <a:off x="4566629" y="2381453"/>
            <a:ext cx="89400" cy="894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spcFirstLastPara="1" wrap="square" lIns="81225" tIns="81225" rIns="81225" bIns="812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4" name="Google Shape;674;p14"/>
          <p:cNvSpPr/>
          <p:nvPr/>
        </p:nvSpPr>
        <p:spPr>
          <a:xfrm>
            <a:off x="4774828" y="2533339"/>
            <a:ext cx="72900" cy="729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spcFirstLastPara="1" wrap="square" lIns="81225" tIns="81225" rIns="81225" bIns="812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75" name="Google Shape;675;p14"/>
          <p:cNvGrpSpPr/>
          <p:nvPr/>
        </p:nvGrpSpPr>
        <p:grpSpPr>
          <a:xfrm>
            <a:off x="4656119" y="2348273"/>
            <a:ext cx="1827076" cy="1426738"/>
            <a:chOff x="3018283" y="1634595"/>
            <a:chExt cx="3050210" cy="2381866"/>
          </a:xfrm>
        </p:grpSpPr>
        <p:grpSp>
          <p:nvGrpSpPr>
            <p:cNvPr id="676" name="Google Shape;676;p14"/>
            <p:cNvGrpSpPr/>
            <p:nvPr/>
          </p:nvGrpSpPr>
          <p:grpSpPr>
            <a:xfrm rot="3697694">
              <a:off x="4488459" y="2222237"/>
              <a:ext cx="1157423" cy="699014"/>
              <a:chOff x="3441057" y="2206786"/>
              <a:chExt cx="1157400" cy="699000"/>
            </a:xfrm>
          </p:grpSpPr>
          <p:cxnSp>
            <p:nvCxnSpPr>
              <p:cNvPr id="677" name="Google Shape;677;p14"/>
              <p:cNvCxnSpPr/>
              <p:nvPr/>
            </p:nvCxnSpPr>
            <p:spPr>
              <a:xfrm rot="10800000" flipH="1">
                <a:off x="3441057" y="2206786"/>
                <a:ext cx="1157400" cy="699000"/>
              </a:xfrm>
              <a:prstGeom prst="straightConnector1">
                <a:avLst/>
              </a:prstGeom>
              <a:noFill/>
              <a:ln w="4565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78" name="Google Shape;678;p14"/>
              <p:cNvCxnSpPr/>
              <p:nvPr/>
            </p:nvCxnSpPr>
            <p:spPr>
              <a:xfrm rot="10800000" flipH="1">
                <a:off x="3441057" y="2206786"/>
                <a:ext cx="1157400" cy="699000"/>
              </a:xfrm>
              <a:prstGeom prst="straightConnector1">
                <a:avLst/>
              </a:prstGeom>
              <a:noFill/>
              <a:ln w="17150" cap="flat" cmpd="sng">
                <a:solidFill>
                  <a:schemeClr val="accent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679" name="Google Shape;679;p14"/>
            <p:cNvGrpSpPr/>
            <p:nvPr/>
          </p:nvGrpSpPr>
          <p:grpSpPr>
            <a:xfrm rot="3697694">
              <a:off x="3953917" y="2602087"/>
              <a:ext cx="1157423" cy="699014"/>
              <a:chOff x="3441057" y="2206786"/>
              <a:chExt cx="1157400" cy="699000"/>
            </a:xfrm>
          </p:grpSpPr>
          <p:cxnSp>
            <p:nvCxnSpPr>
              <p:cNvPr id="680" name="Google Shape;680;p14"/>
              <p:cNvCxnSpPr/>
              <p:nvPr/>
            </p:nvCxnSpPr>
            <p:spPr>
              <a:xfrm rot="10800000" flipH="1">
                <a:off x="3441057" y="2206786"/>
                <a:ext cx="1157400" cy="699000"/>
              </a:xfrm>
              <a:prstGeom prst="straightConnector1">
                <a:avLst/>
              </a:prstGeom>
              <a:noFill/>
              <a:ln w="4565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1" name="Google Shape;681;p14"/>
              <p:cNvCxnSpPr/>
              <p:nvPr/>
            </p:nvCxnSpPr>
            <p:spPr>
              <a:xfrm rot="10800000" flipH="1">
                <a:off x="3441057" y="2206786"/>
                <a:ext cx="1157400" cy="699000"/>
              </a:xfrm>
              <a:prstGeom prst="straightConnector1">
                <a:avLst/>
              </a:prstGeom>
              <a:noFill/>
              <a:ln w="17150" cap="flat" cmpd="sng">
                <a:solidFill>
                  <a:schemeClr val="accent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682" name="Google Shape;682;p14"/>
            <p:cNvGrpSpPr/>
            <p:nvPr/>
          </p:nvGrpSpPr>
          <p:grpSpPr>
            <a:xfrm rot="3697694">
              <a:off x="3337463" y="2991674"/>
              <a:ext cx="1157423" cy="699014"/>
              <a:chOff x="3441057" y="2206786"/>
              <a:chExt cx="1157400" cy="699000"/>
            </a:xfrm>
          </p:grpSpPr>
          <p:cxnSp>
            <p:nvCxnSpPr>
              <p:cNvPr id="683" name="Google Shape;683;p14"/>
              <p:cNvCxnSpPr/>
              <p:nvPr/>
            </p:nvCxnSpPr>
            <p:spPr>
              <a:xfrm rot="10800000" flipH="1">
                <a:off x="3441057" y="2206786"/>
                <a:ext cx="1157400" cy="699000"/>
              </a:xfrm>
              <a:prstGeom prst="straightConnector1">
                <a:avLst/>
              </a:prstGeom>
              <a:noFill/>
              <a:ln w="4565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4" name="Google Shape;684;p14"/>
              <p:cNvCxnSpPr/>
              <p:nvPr/>
            </p:nvCxnSpPr>
            <p:spPr>
              <a:xfrm rot="10800000" flipH="1">
                <a:off x="3441057" y="2206786"/>
                <a:ext cx="1157400" cy="699000"/>
              </a:xfrm>
              <a:prstGeom prst="straightConnector1">
                <a:avLst/>
              </a:prstGeom>
              <a:noFill/>
              <a:ln w="17150" cap="flat" cmpd="sng">
                <a:solidFill>
                  <a:schemeClr val="accent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685" name="Google Shape;685;p14"/>
            <p:cNvGrpSpPr/>
            <p:nvPr/>
          </p:nvGrpSpPr>
          <p:grpSpPr>
            <a:xfrm>
              <a:off x="4028030" y="2544811"/>
              <a:ext cx="1157400" cy="699000"/>
              <a:chOff x="3441057" y="2206786"/>
              <a:chExt cx="1157400" cy="699000"/>
            </a:xfrm>
          </p:grpSpPr>
          <p:cxnSp>
            <p:nvCxnSpPr>
              <p:cNvPr id="686" name="Google Shape;686;p14"/>
              <p:cNvCxnSpPr/>
              <p:nvPr/>
            </p:nvCxnSpPr>
            <p:spPr>
              <a:xfrm rot="10800000" flipH="1">
                <a:off x="3441057" y="2206786"/>
                <a:ext cx="1157400" cy="699000"/>
              </a:xfrm>
              <a:prstGeom prst="straightConnector1">
                <a:avLst/>
              </a:prstGeom>
              <a:noFill/>
              <a:ln w="4565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7" name="Google Shape;687;p14"/>
              <p:cNvCxnSpPr/>
              <p:nvPr/>
            </p:nvCxnSpPr>
            <p:spPr>
              <a:xfrm rot="10800000" flipH="1">
                <a:off x="3441057" y="2206786"/>
                <a:ext cx="1157400" cy="699000"/>
              </a:xfrm>
              <a:prstGeom prst="straightConnector1">
                <a:avLst/>
              </a:prstGeom>
              <a:noFill/>
              <a:ln w="17150" cap="flat" cmpd="sng">
                <a:solidFill>
                  <a:schemeClr val="accent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688" name="Google Shape;688;p14"/>
            <p:cNvGrpSpPr/>
            <p:nvPr/>
          </p:nvGrpSpPr>
          <p:grpSpPr>
            <a:xfrm>
              <a:off x="4615002" y="2980236"/>
              <a:ext cx="1157400" cy="699000"/>
              <a:chOff x="3441057" y="2206786"/>
              <a:chExt cx="1157400" cy="699000"/>
            </a:xfrm>
          </p:grpSpPr>
          <p:cxnSp>
            <p:nvCxnSpPr>
              <p:cNvPr id="689" name="Google Shape;689;p14"/>
              <p:cNvCxnSpPr/>
              <p:nvPr/>
            </p:nvCxnSpPr>
            <p:spPr>
              <a:xfrm rot="10800000" flipH="1">
                <a:off x="3441057" y="2206786"/>
                <a:ext cx="1157400" cy="699000"/>
              </a:xfrm>
              <a:prstGeom prst="straightConnector1">
                <a:avLst/>
              </a:prstGeom>
              <a:noFill/>
              <a:ln w="4565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90" name="Google Shape;690;p14"/>
              <p:cNvCxnSpPr/>
              <p:nvPr/>
            </p:nvCxnSpPr>
            <p:spPr>
              <a:xfrm rot="10800000" flipH="1">
                <a:off x="3441057" y="2206786"/>
                <a:ext cx="1157400" cy="699000"/>
              </a:xfrm>
              <a:prstGeom prst="straightConnector1">
                <a:avLst/>
              </a:prstGeom>
              <a:noFill/>
              <a:ln w="17150" cap="flat" cmpd="sng">
                <a:solidFill>
                  <a:schemeClr val="accent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691" name="Google Shape;691;p14"/>
            <p:cNvGrpSpPr/>
            <p:nvPr/>
          </p:nvGrpSpPr>
          <p:grpSpPr>
            <a:xfrm>
              <a:off x="3441057" y="2206786"/>
              <a:ext cx="1157400" cy="699000"/>
              <a:chOff x="3441057" y="2206786"/>
              <a:chExt cx="1157400" cy="699000"/>
            </a:xfrm>
          </p:grpSpPr>
          <p:cxnSp>
            <p:nvCxnSpPr>
              <p:cNvPr id="692" name="Google Shape;692;p14"/>
              <p:cNvCxnSpPr/>
              <p:nvPr/>
            </p:nvCxnSpPr>
            <p:spPr>
              <a:xfrm rot="10800000" flipH="1">
                <a:off x="3441057" y="2206786"/>
                <a:ext cx="1157400" cy="699000"/>
              </a:xfrm>
              <a:prstGeom prst="straightConnector1">
                <a:avLst/>
              </a:prstGeom>
              <a:noFill/>
              <a:ln w="4565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93" name="Google Shape;693;p14"/>
              <p:cNvCxnSpPr/>
              <p:nvPr/>
            </p:nvCxnSpPr>
            <p:spPr>
              <a:xfrm rot="10800000" flipH="1">
                <a:off x="3441057" y="2206786"/>
                <a:ext cx="1157400" cy="699000"/>
              </a:xfrm>
              <a:prstGeom prst="straightConnector1">
                <a:avLst/>
              </a:prstGeom>
              <a:noFill/>
              <a:ln w="17150" cap="flat" cmpd="sng">
                <a:solidFill>
                  <a:schemeClr val="accent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694" name="Google Shape;694;p14"/>
            <p:cNvGrpSpPr/>
            <p:nvPr/>
          </p:nvGrpSpPr>
          <p:grpSpPr>
            <a:xfrm>
              <a:off x="4226889" y="1634595"/>
              <a:ext cx="598632" cy="805372"/>
              <a:chOff x="3478424" y="1308364"/>
              <a:chExt cx="2187185" cy="2942536"/>
            </a:xfrm>
          </p:grpSpPr>
          <p:sp>
            <p:nvSpPr>
              <p:cNvPr id="695" name="Google Shape;695;p14"/>
              <p:cNvSpPr/>
              <p:nvPr/>
            </p:nvSpPr>
            <p:spPr>
              <a:xfrm>
                <a:off x="3485139" y="2969821"/>
                <a:ext cx="2180470" cy="1281079"/>
              </a:xfrm>
              <a:custGeom>
                <a:avLst/>
                <a:gdLst/>
                <a:ahLst/>
                <a:cxnLst/>
                <a:rect l="l" t="t" r="r" b="b"/>
                <a:pathLst>
                  <a:path w="79261" h="46572" extrusionOk="0">
                    <a:moveTo>
                      <a:pt x="39635" y="1"/>
                    </a:moveTo>
                    <a:cubicBezTo>
                      <a:pt x="38749" y="1"/>
                      <a:pt x="37862" y="230"/>
                      <a:pt x="37065" y="688"/>
                    </a:cubicBezTo>
                    <a:lnTo>
                      <a:pt x="1679" y="21119"/>
                    </a:lnTo>
                    <a:cubicBezTo>
                      <a:pt x="1" y="22084"/>
                      <a:pt x="1" y="24489"/>
                      <a:pt x="1679" y="25453"/>
                    </a:cubicBezTo>
                    <a:lnTo>
                      <a:pt x="37065" y="45884"/>
                    </a:lnTo>
                    <a:cubicBezTo>
                      <a:pt x="37862" y="46343"/>
                      <a:pt x="38749" y="46572"/>
                      <a:pt x="39635" y="46572"/>
                    </a:cubicBezTo>
                    <a:cubicBezTo>
                      <a:pt x="40520" y="46572"/>
                      <a:pt x="41405" y="46343"/>
                      <a:pt x="42196" y="45884"/>
                    </a:cubicBezTo>
                    <a:lnTo>
                      <a:pt x="77594" y="25453"/>
                    </a:lnTo>
                    <a:cubicBezTo>
                      <a:pt x="79260" y="24489"/>
                      <a:pt x="79260" y="22084"/>
                      <a:pt x="77594" y="21119"/>
                    </a:cubicBezTo>
                    <a:lnTo>
                      <a:pt x="42196" y="688"/>
                    </a:lnTo>
                    <a:cubicBezTo>
                      <a:pt x="41405" y="230"/>
                      <a:pt x="40520" y="1"/>
                      <a:pt x="3963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" name="Google Shape;696;p14"/>
              <p:cNvSpPr/>
              <p:nvPr/>
            </p:nvSpPr>
            <p:spPr>
              <a:xfrm>
                <a:off x="3793045" y="1947520"/>
                <a:ext cx="1550129" cy="2096604"/>
              </a:xfrm>
              <a:custGeom>
                <a:avLst/>
                <a:gdLst/>
                <a:ahLst/>
                <a:cxnLst/>
                <a:rect l="l" t="t" r="r" b="b"/>
                <a:pathLst>
                  <a:path w="52721" h="71307" extrusionOk="0">
                    <a:moveTo>
                      <a:pt x="52709" y="0"/>
                    </a:moveTo>
                    <a:lnTo>
                      <a:pt x="0" y="0"/>
                    </a:lnTo>
                    <a:lnTo>
                      <a:pt x="0" y="55495"/>
                    </a:lnTo>
                    <a:cubicBezTo>
                      <a:pt x="0" y="56090"/>
                      <a:pt x="321" y="56650"/>
                      <a:pt x="845" y="56948"/>
                    </a:cubicBezTo>
                    <a:lnTo>
                      <a:pt x="24646" y="70699"/>
                    </a:lnTo>
                    <a:cubicBezTo>
                      <a:pt x="25706" y="71306"/>
                      <a:pt x="27027" y="71306"/>
                      <a:pt x="28087" y="70699"/>
                    </a:cubicBezTo>
                    <a:lnTo>
                      <a:pt x="51876" y="56948"/>
                    </a:lnTo>
                    <a:cubicBezTo>
                      <a:pt x="52399" y="56650"/>
                      <a:pt x="52721" y="56090"/>
                      <a:pt x="52721" y="55495"/>
                    </a:cubicBezTo>
                    <a:lnTo>
                      <a:pt x="52721" y="5549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" name="Google Shape;697;p14"/>
              <p:cNvSpPr/>
              <p:nvPr/>
            </p:nvSpPr>
            <p:spPr>
              <a:xfrm>
                <a:off x="3784988" y="1482593"/>
                <a:ext cx="1566242" cy="929825"/>
              </a:xfrm>
              <a:custGeom>
                <a:avLst/>
                <a:gdLst/>
                <a:ahLst/>
                <a:cxnLst/>
                <a:rect l="l" t="t" r="r" b="b"/>
                <a:pathLst>
                  <a:path w="53269" h="31624" extrusionOk="0">
                    <a:moveTo>
                      <a:pt x="24920" y="31004"/>
                    </a:moveTo>
                    <a:lnTo>
                      <a:pt x="1119" y="17265"/>
                    </a:lnTo>
                    <a:cubicBezTo>
                      <a:pt x="0" y="16622"/>
                      <a:pt x="0" y="15002"/>
                      <a:pt x="1119" y="14359"/>
                    </a:cubicBezTo>
                    <a:lnTo>
                      <a:pt x="24920" y="620"/>
                    </a:lnTo>
                    <a:cubicBezTo>
                      <a:pt x="25980" y="1"/>
                      <a:pt x="27301" y="1"/>
                      <a:pt x="28361" y="620"/>
                    </a:cubicBezTo>
                    <a:lnTo>
                      <a:pt x="52150" y="14359"/>
                    </a:lnTo>
                    <a:cubicBezTo>
                      <a:pt x="53269" y="15002"/>
                      <a:pt x="53269" y="16622"/>
                      <a:pt x="52150" y="17265"/>
                    </a:cubicBezTo>
                    <a:lnTo>
                      <a:pt x="28361" y="31004"/>
                    </a:lnTo>
                    <a:cubicBezTo>
                      <a:pt x="27289" y="31624"/>
                      <a:pt x="25980" y="31624"/>
                      <a:pt x="24920" y="3100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" name="Google Shape;698;p14"/>
              <p:cNvSpPr/>
              <p:nvPr/>
            </p:nvSpPr>
            <p:spPr>
              <a:xfrm>
                <a:off x="3818244" y="2089627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7"/>
                    </a:moveTo>
                    <a:lnTo>
                      <a:pt x="0" y="1561"/>
                    </a:lnTo>
                    <a:lnTo>
                      <a:pt x="0" y="1"/>
                    </a:lnTo>
                    <a:lnTo>
                      <a:pt x="24194" y="1395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" name="Google Shape;699;p14"/>
              <p:cNvSpPr/>
              <p:nvPr/>
            </p:nvSpPr>
            <p:spPr>
              <a:xfrm>
                <a:off x="3818244" y="2153697"/>
                <a:ext cx="711364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9" extrusionOk="0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" name="Google Shape;700;p14"/>
              <p:cNvSpPr/>
              <p:nvPr/>
            </p:nvSpPr>
            <p:spPr>
              <a:xfrm>
                <a:off x="3818244" y="2218120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" name="Google Shape;701;p14"/>
              <p:cNvSpPr/>
              <p:nvPr/>
            </p:nvSpPr>
            <p:spPr>
              <a:xfrm>
                <a:off x="3818244" y="2282543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" name="Google Shape;702;p14"/>
              <p:cNvSpPr/>
              <p:nvPr/>
            </p:nvSpPr>
            <p:spPr>
              <a:xfrm>
                <a:off x="3818244" y="2346966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" name="Google Shape;703;p14"/>
              <p:cNvSpPr/>
              <p:nvPr/>
            </p:nvSpPr>
            <p:spPr>
              <a:xfrm>
                <a:off x="3818244" y="246178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" name="Google Shape;704;p14"/>
              <p:cNvSpPr/>
              <p:nvPr/>
            </p:nvSpPr>
            <p:spPr>
              <a:xfrm>
                <a:off x="3818244" y="2526209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" name="Google Shape;705;p14"/>
              <p:cNvSpPr/>
              <p:nvPr/>
            </p:nvSpPr>
            <p:spPr>
              <a:xfrm>
                <a:off x="3818244" y="2590250"/>
                <a:ext cx="711364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9" extrusionOk="0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" name="Google Shape;706;p14"/>
              <p:cNvSpPr/>
              <p:nvPr/>
            </p:nvSpPr>
            <p:spPr>
              <a:xfrm>
                <a:off x="3818244" y="2654673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" name="Google Shape;707;p14"/>
              <p:cNvSpPr/>
              <p:nvPr/>
            </p:nvSpPr>
            <p:spPr>
              <a:xfrm>
                <a:off x="3818244" y="271909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" name="Google Shape;708;p14"/>
              <p:cNvSpPr/>
              <p:nvPr/>
            </p:nvSpPr>
            <p:spPr>
              <a:xfrm>
                <a:off x="3818244" y="283391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" name="Google Shape;709;p14"/>
              <p:cNvSpPr/>
              <p:nvPr/>
            </p:nvSpPr>
            <p:spPr>
              <a:xfrm>
                <a:off x="3818244" y="2898339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" name="Google Shape;710;p14"/>
              <p:cNvSpPr/>
              <p:nvPr/>
            </p:nvSpPr>
            <p:spPr>
              <a:xfrm>
                <a:off x="3818244" y="2962762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" name="Google Shape;711;p14"/>
              <p:cNvSpPr/>
              <p:nvPr/>
            </p:nvSpPr>
            <p:spPr>
              <a:xfrm>
                <a:off x="3818244" y="3026803"/>
                <a:ext cx="711364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9" extrusionOk="0">
                    <a:moveTo>
                      <a:pt x="24194" y="15539"/>
                    </a:moveTo>
                    <a:lnTo>
                      <a:pt x="0" y="1573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" name="Google Shape;712;p14"/>
              <p:cNvSpPr/>
              <p:nvPr/>
            </p:nvSpPr>
            <p:spPr>
              <a:xfrm>
                <a:off x="3818244" y="309122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" name="Google Shape;713;p14"/>
              <p:cNvSpPr/>
              <p:nvPr/>
            </p:nvSpPr>
            <p:spPr>
              <a:xfrm>
                <a:off x="3818244" y="320604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7"/>
                    </a:moveTo>
                    <a:lnTo>
                      <a:pt x="0" y="1573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" name="Google Shape;714;p14"/>
              <p:cNvSpPr/>
              <p:nvPr/>
            </p:nvSpPr>
            <p:spPr>
              <a:xfrm>
                <a:off x="3818244" y="3270469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5" name="Google Shape;715;p14"/>
              <p:cNvSpPr/>
              <p:nvPr/>
            </p:nvSpPr>
            <p:spPr>
              <a:xfrm>
                <a:off x="3818244" y="3334892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" name="Google Shape;716;p14"/>
              <p:cNvSpPr/>
              <p:nvPr/>
            </p:nvSpPr>
            <p:spPr>
              <a:xfrm>
                <a:off x="3818244" y="3399315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" name="Google Shape;717;p14"/>
              <p:cNvSpPr/>
              <p:nvPr/>
            </p:nvSpPr>
            <p:spPr>
              <a:xfrm>
                <a:off x="3818244" y="3463385"/>
                <a:ext cx="711364" cy="456856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8" extrusionOk="0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" name="Google Shape;718;p14"/>
              <p:cNvSpPr/>
              <p:nvPr/>
            </p:nvSpPr>
            <p:spPr>
              <a:xfrm>
                <a:off x="4606639" y="2089627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7"/>
                    </a:moveTo>
                    <a:lnTo>
                      <a:pt x="24182" y="1561"/>
                    </a:lnTo>
                    <a:lnTo>
                      <a:pt x="24182" y="1"/>
                    </a:lnTo>
                    <a:lnTo>
                      <a:pt x="0" y="1395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" name="Google Shape;719;p14"/>
              <p:cNvSpPr/>
              <p:nvPr/>
            </p:nvSpPr>
            <p:spPr>
              <a:xfrm>
                <a:off x="4606639" y="2153697"/>
                <a:ext cx="711011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9" extrusionOk="0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" name="Google Shape;720;p14"/>
              <p:cNvSpPr/>
              <p:nvPr/>
            </p:nvSpPr>
            <p:spPr>
              <a:xfrm>
                <a:off x="4606639" y="2218120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" name="Google Shape;721;p14"/>
              <p:cNvSpPr/>
              <p:nvPr/>
            </p:nvSpPr>
            <p:spPr>
              <a:xfrm>
                <a:off x="4606639" y="2282543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" name="Google Shape;722;p14"/>
              <p:cNvSpPr/>
              <p:nvPr/>
            </p:nvSpPr>
            <p:spPr>
              <a:xfrm>
                <a:off x="4606639" y="2346966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3" name="Google Shape;723;p14"/>
              <p:cNvSpPr/>
              <p:nvPr/>
            </p:nvSpPr>
            <p:spPr>
              <a:xfrm>
                <a:off x="4606639" y="246178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4" name="Google Shape;724;p14"/>
              <p:cNvSpPr/>
              <p:nvPr/>
            </p:nvSpPr>
            <p:spPr>
              <a:xfrm>
                <a:off x="4606639" y="2526209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5" name="Google Shape;725;p14"/>
              <p:cNvSpPr/>
              <p:nvPr/>
            </p:nvSpPr>
            <p:spPr>
              <a:xfrm>
                <a:off x="4606639" y="2590250"/>
                <a:ext cx="711011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9" extrusionOk="0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6" name="Google Shape;726;p14"/>
              <p:cNvSpPr/>
              <p:nvPr/>
            </p:nvSpPr>
            <p:spPr>
              <a:xfrm>
                <a:off x="4606639" y="2654673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7" name="Google Shape;727;p14"/>
              <p:cNvSpPr/>
              <p:nvPr/>
            </p:nvSpPr>
            <p:spPr>
              <a:xfrm>
                <a:off x="4606639" y="271909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8" name="Google Shape;728;p14"/>
              <p:cNvSpPr/>
              <p:nvPr/>
            </p:nvSpPr>
            <p:spPr>
              <a:xfrm>
                <a:off x="4606639" y="283391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9" name="Google Shape;729;p14"/>
              <p:cNvSpPr/>
              <p:nvPr/>
            </p:nvSpPr>
            <p:spPr>
              <a:xfrm>
                <a:off x="4606639" y="2898339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0" name="Google Shape;730;p14"/>
              <p:cNvSpPr/>
              <p:nvPr/>
            </p:nvSpPr>
            <p:spPr>
              <a:xfrm>
                <a:off x="4606639" y="2962762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1" name="Google Shape;731;p14"/>
              <p:cNvSpPr/>
              <p:nvPr/>
            </p:nvSpPr>
            <p:spPr>
              <a:xfrm>
                <a:off x="4606639" y="3026803"/>
                <a:ext cx="711011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9" extrusionOk="0">
                    <a:moveTo>
                      <a:pt x="0" y="15539"/>
                    </a:moveTo>
                    <a:lnTo>
                      <a:pt x="24182" y="1573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2" name="Google Shape;732;p14"/>
              <p:cNvSpPr/>
              <p:nvPr/>
            </p:nvSpPr>
            <p:spPr>
              <a:xfrm>
                <a:off x="4606639" y="309122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3" name="Google Shape;733;p14"/>
              <p:cNvSpPr/>
              <p:nvPr/>
            </p:nvSpPr>
            <p:spPr>
              <a:xfrm>
                <a:off x="4606639" y="320604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7"/>
                    </a:moveTo>
                    <a:lnTo>
                      <a:pt x="24182" y="1573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4" name="Google Shape;734;p14"/>
              <p:cNvSpPr/>
              <p:nvPr/>
            </p:nvSpPr>
            <p:spPr>
              <a:xfrm>
                <a:off x="4606639" y="3270469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5" name="Google Shape;735;p14"/>
              <p:cNvSpPr/>
              <p:nvPr/>
            </p:nvSpPr>
            <p:spPr>
              <a:xfrm>
                <a:off x="4606639" y="3334892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" name="Google Shape;736;p14"/>
              <p:cNvSpPr/>
              <p:nvPr/>
            </p:nvSpPr>
            <p:spPr>
              <a:xfrm>
                <a:off x="4606639" y="3399315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" name="Google Shape;737;p14"/>
              <p:cNvSpPr/>
              <p:nvPr/>
            </p:nvSpPr>
            <p:spPr>
              <a:xfrm>
                <a:off x="4606639" y="3463385"/>
                <a:ext cx="711011" cy="456856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8" extrusionOk="0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738" name="Google Shape;738;p14"/>
              <p:cNvGrpSpPr/>
              <p:nvPr/>
            </p:nvGrpSpPr>
            <p:grpSpPr>
              <a:xfrm>
                <a:off x="3478424" y="1308364"/>
                <a:ext cx="2180470" cy="1878295"/>
                <a:chOff x="5553063" y="1487604"/>
                <a:chExt cx="1981525" cy="1707075"/>
              </a:xfrm>
            </p:grpSpPr>
            <p:sp>
              <p:nvSpPr>
                <p:cNvPr id="739" name="Google Shape;739;p14"/>
                <p:cNvSpPr/>
                <p:nvPr/>
              </p:nvSpPr>
              <p:spPr>
                <a:xfrm>
                  <a:off x="5563488" y="2071829"/>
                  <a:ext cx="1960975" cy="1122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439" h="44914" extrusionOk="0">
                      <a:moveTo>
                        <a:pt x="12" y="1"/>
                      </a:moveTo>
                      <a:cubicBezTo>
                        <a:pt x="12" y="72"/>
                        <a:pt x="12" y="132"/>
                        <a:pt x="12" y="191"/>
                      </a:cubicBezTo>
                      <a:cubicBezTo>
                        <a:pt x="12" y="263"/>
                        <a:pt x="12" y="322"/>
                        <a:pt x="12" y="394"/>
                      </a:cubicBezTo>
                      <a:cubicBezTo>
                        <a:pt x="12" y="453"/>
                        <a:pt x="12" y="525"/>
                        <a:pt x="12" y="584"/>
                      </a:cubicBezTo>
                      <a:cubicBezTo>
                        <a:pt x="12" y="656"/>
                        <a:pt x="12" y="715"/>
                        <a:pt x="12" y="775"/>
                      </a:cubicBezTo>
                      <a:cubicBezTo>
                        <a:pt x="12" y="846"/>
                        <a:pt x="12" y="906"/>
                        <a:pt x="12" y="977"/>
                      </a:cubicBezTo>
                      <a:cubicBezTo>
                        <a:pt x="12" y="1037"/>
                        <a:pt x="12" y="1108"/>
                        <a:pt x="12" y="1167"/>
                      </a:cubicBezTo>
                      <a:cubicBezTo>
                        <a:pt x="12" y="1239"/>
                        <a:pt x="12" y="1298"/>
                        <a:pt x="12" y="1358"/>
                      </a:cubicBezTo>
                      <a:cubicBezTo>
                        <a:pt x="12" y="1429"/>
                        <a:pt x="12" y="1489"/>
                        <a:pt x="12" y="1560"/>
                      </a:cubicBezTo>
                      <a:cubicBezTo>
                        <a:pt x="12" y="1620"/>
                        <a:pt x="12" y="1691"/>
                        <a:pt x="12" y="1751"/>
                      </a:cubicBezTo>
                      <a:cubicBezTo>
                        <a:pt x="12" y="1822"/>
                        <a:pt x="12" y="1882"/>
                        <a:pt x="12" y="1941"/>
                      </a:cubicBezTo>
                      <a:cubicBezTo>
                        <a:pt x="12" y="2013"/>
                        <a:pt x="12" y="2072"/>
                        <a:pt x="12" y="2144"/>
                      </a:cubicBezTo>
                      <a:cubicBezTo>
                        <a:pt x="12" y="2203"/>
                        <a:pt x="12" y="2275"/>
                        <a:pt x="12" y="2334"/>
                      </a:cubicBezTo>
                      <a:cubicBezTo>
                        <a:pt x="12" y="2406"/>
                        <a:pt x="12" y="2465"/>
                        <a:pt x="12" y="2525"/>
                      </a:cubicBezTo>
                      <a:cubicBezTo>
                        <a:pt x="12" y="2596"/>
                        <a:pt x="12" y="2656"/>
                        <a:pt x="12" y="2727"/>
                      </a:cubicBezTo>
                      <a:cubicBezTo>
                        <a:pt x="12" y="2787"/>
                        <a:pt x="12" y="2858"/>
                        <a:pt x="12" y="2918"/>
                      </a:cubicBezTo>
                      <a:cubicBezTo>
                        <a:pt x="12" y="2989"/>
                        <a:pt x="12" y="3049"/>
                        <a:pt x="12" y="3108"/>
                      </a:cubicBezTo>
                      <a:cubicBezTo>
                        <a:pt x="12" y="3180"/>
                        <a:pt x="12" y="3239"/>
                        <a:pt x="12" y="3311"/>
                      </a:cubicBezTo>
                      <a:cubicBezTo>
                        <a:pt x="12" y="3370"/>
                        <a:pt x="12" y="3442"/>
                        <a:pt x="12" y="3501"/>
                      </a:cubicBezTo>
                      <a:cubicBezTo>
                        <a:pt x="12" y="3573"/>
                        <a:pt x="12" y="3632"/>
                        <a:pt x="12" y="3692"/>
                      </a:cubicBezTo>
                      <a:cubicBezTo>
                        <a:pt x="12" y="3763"/>
                        <a:pt x="12" y="3823"/>
                        <a:pt x="12" y="3894"/>
                      </a:cubicBezTo>
                      <a:cubicBezTo>
                        <a:pt x="12" y="3954"/>
                        <a:pt x="12" y="4025"/>
                        <a:pt x="12" y="4085"/>
                      </a:cubicBezTo>
                      <a:cubicBezTo>
                        <a:pt x="12" y="4156"/>
                        <a:pt x="12" y="4215"/>
                        <a:pt x="12" y="4275"/>
                      </a:cubicBezTo>
                      <a:cubicBezTo>
                        <a:pt x="12" y="4346"/>
                        <a:pt x="12" y="4406"/>
                        <a:pt x="12" y="4477"/>
                      </a:cubicBezTo>
                      <a:cubicBezTo>
                        <a:pt x="12" y="4537"/>
                        <a:pt x="12" y="4608"/>
                        <a:pt x="12" y="4668"/>
                      </a:cubicBezTo>
                      <a:cubicBezTo>
                        <a:pt x="12" y="4739"/>
                        <a:pt x="12" y="4799"/>
                        <a:pt x="12" y="4858"/>
                      </a:cubicBezTo>
                      <a:cubicBezTo>
                        <a:pt x="12" y="4930"/>
                        <a:pt x="12" y="4989"/>
                        <a:pt x="12" y="5061"/>
                      </a:cubicBezTo>
                      <a:cubicBezTo>
                        <a:pt x="12" y="5120"/>
                        <a:pt x="12" y="5192"/>
                        <a:pt x="12" y="5251"/>
                      </a:cubicBezTo>
                      <a:cubicBezTo>
                        <a:pt x="12" y="5323"/>
                        <a:pt x="12" y="5382"/>
                        <a:pt x="12" y="5442"/>
                      </a:cubicBezTo>
                      <a:cubicBezTo>
                        <a:pt x="12" y="5513"/>
                        <a:pt x="12" y="5573"/>
                        <a:pt x="12" y="5644"/>
                      </a:cubicBezTo>
                      <a:cubicBezTo>
                        <a:pt x="12" y="5704"/>
                        <a:pt x="12" y="5775"/>
                        <a:pt x="12" y="5835"/>
                      </a:cubicBezTo>
                      <a:cubicBezTo>
                        <a:pt x="12" y="5906"/>
                        <a:pt x="12" y="5966"/>
                        <a:pt x="12" y="6025"/>
                      </a:cubicBezTo>
                      <a:cubicBezTo>
                        <a:pt x="12" y="6097"/>
                        <a:pt x="12" y="6156"/>
                        <a:pt x="12" y="6228"/>
                      </a:cubicBezTo>
                      <a:cubicBezTo>
                        <a:pt x="12" y="6287"/>
                        <a:pt x="12" y="6359"/>
                        <a:pt x="12" y="6418"/>
                      </a:cubicBezTo>
                      <a:cubicBezTo>
                        <a:pt x="12" y="6490"/>
                        <a:pt x="12" y="6549"/>
                        <a:pt x="12" y="6609"/>
                      </a:cubicBezTo>
                      <a:cubicBezTo>
                        <a:pt x="12" y="6680"/>
                        <a:pt x="12" y="6740"/>
                        <a:pt x="12" y="6811"/>
                      </a:cubicBezTo>
                      <a:cubicBezTo>
                        <a:pt x="12" y="6871"/>
                        <a:pt x="12" y="6942"/>
                        <a:pt x="12" y="7002"/>
                      </a:cubicBezTo>
                      <a:cubicBezTo>
                        <a:pt x="12" y="7073"/>
                        <a:pt x="12" y="7132"/>
                        <a:pt x="12" y="7192"/>
                      </a:cubicBezTo>
                      <a:cubicBezTo>
                        <a:pt x="12" y="7263"/>
                        <a:pt x="12" y="7323"/>
                        <a:pt x="12" y="7394"/>
                      </a:cubicBezTo>
                      <a:cubicBezTo>
                        <a:pt x="12" y="7454"/>
                        <a:pt x="12" y="7525"/>
                        <a:pt x="12" y="7585"/>
                      </a:cubicBezTo>
                      <a:cubicBezTo>
                        <a:pt x="12" y="7656"/>
                        <a:pt x="12" y="7716"/>
                        <a:pt x="12" y="7775"/>
                      </a:cubicBezTo>
                      <a:cubicBezTo>
                        <a:pt x="12" y="7847"/>
                        <a:pt x="12" y="7906"/>
                        <a:pt x="12" y="7978"/>
                      </a:cubicBezTo>
                      <a:cubicBezTo>
                        <a:pt x="12" y="8037"/>
                        <a:pt x="12" y="8109"/>
                        <a:pt x="12" y="8168"/>
                      </a:cubicBezTo>
                      <a:cubicBezTo>
                        <a:pt x="12" y="8228"/>
                        <a:pt x="12" y="8299"/>
                        <a:pt x="12" y="8359"/>
                      </a:cubicBezTo>
                      <a:cubicBezTo>
                        <a:pt x="12" y="8430"/>
                        <a:pt x="12" y="8490"/>
                        <a:pt x="12" y="8561"/>
                      </a:cubicBezTo>
                      <a:cubicBezTo>
                        <a:pt x="12" y="8621"/>
                        <a:pt x="12" y="8692"/>
                        <a:pt x="12" y="8752"/>
                      </a:cubicBezTo>
                      <a:cubicBezTo>
                        <a:pt x="12" y="8811"/>
                        <a:pt x="12" y="8883"/>
                        <a:pt x="12" y="8942"/>
                      </a:cubicBezTo>
                      <a:cubicBezTo>
                        <a:pt x="12" y="9014"/>
                        <a:pt x="12" y="9073"/>
                        <a:pt x="12" y="9145"/>
                      </a:cubicBezTo>
                      <a:cubicBezTo>
                        <a:pt x="12" y="9204"/>
                        <a:pt x="12" y="9276"/>
                        <a:pt x="12" y="9335"/>
                      </a:cubicBezTo>
                      <a:cubicBezTo>
                        <a:pt x="12" y="9395"/>
                        <a:pt x="12" y="9466"/>
                        <a:pt x="12" y="9526"/>
                      </a:cubicBezTo>
                      <a:cubicBezTo>
                        <a:pt x="12" y="9597"/>
                        <a:pt x="12" y="9657"/>
                        <a:pt x="12" y="9728"/>
                      </a:cubicBezTo>
                      <a:cubicBezTo>
                        <a:pt x="12" y="9788"/>
                        <a:pt x="12" y="9859"/>
                        <a:pt x="12" y="9919"/>
                      </a:cubicBezTo>
                      <a:cubicBezTo>
                        <a:pt x="12" y="9978"/>
                        <a:pt x="12" y="10050"/>
                        <a:pt x="12" y="10109"/>
                      </a:cubicBezTo>
                      <a:cubicBezTo>
                        <a:pt x="12" y="10180"/>
                        <a:pt x="12" y="10240"/>
                        <a:pt x="12" y="10311"/>
                      </a:cubicBezTo>
                      <a:cubicBezTo>
                        <a:pt x="12" y="10371"/>
                        <a:pt x="12" y="10442"/>
                        <a:pt x="12" y="10502"/>
                      </a:cubicBezTo>
                      <a:cubicBezTo>
                        <a:pt x="12" y="10561"/>
                        <a:pt x="12" y="10633"/>
                        <a:pt x="12" y="10692"/>
                      </a:cubicBezTo>
                      <a:cubicBezTo>
                        <a:pt x="12" y="10764"/>
                        <a:pt x="12" y="10823"/>
                        <a:pt x="12" y="10895"/>
                      </a:cubicBezTo>
                      <a:cubicBezTo>
                        <a:pt x="12" y="10954"/>
                        <a:pt x="12" y="11026"/>
                        <a:pt x="12" y="11085"/>
                      </a:cubicBezTo>
                      <a:cubicBezTo>
                        <a:pt x="12" y="11145"/>
                        <a:pt x="12" y="11216"/>
                        <a:pt x="12" y="11276"/>
                      </a:cubicBezTo>
                      <a:cubicBezTo>
                        <a:pt x="12" y="11347"/>
                        <a:pt x="12" y="11407"/>
                        <a:pt x="12" y="11478"/>
                      </a:cubicBezTo>
                      <a:cubicBezTo>
                        <a:pt x="12" y="11538"/>
                        <a:pt x="12" y="11609"/>
                        <a:pt x="12" y="11669"/>
                      </a:cubicBezTo>
                      <a:cubicBezTo>
                        <a:pt x="12" y="11728"/>
                        <a:pt x="12" y="11800"/>
                        <a:pt x="12" y="11859"/>
                      </a:cubicBezTo>
                      <a:cubicBezTo>
                        <a:pt x="12" y="11931"/>
                        <a:pt x="12" y="11990"/>
                        <a:pt x="12" y="12062"/>
                      </a:cubicBezTo>
                      <a:cubicBezTo>
                        <a:pt x="12" y="12121"/>
                        <a:pt x="12" y="12193"/>
                        <a:pt x="12" y="12252"/>
                      </a:cubicBezTo>
                      <a:cubicBezTo>
                        <a:pt x="12" y="12312"/>
                        <a:pt x="12" y="12383"/>
                        <a:pt x="12" y="12443"/>
                      </a:cubicBezTo>
                      <a:cubicBezTo>
                        <a:pt x="12" y="12514"/>
                        <a:pt x="12" y="12574"/>
                        <a:pt x="12" y="12645"/>
                      </a:cubicBezTo>
                      <a:cubicBezTo>
                        <a:pt x="12" y="12705"/>
                        <a:pt x="12" y="12776"/>
                        <a:pt x="12" y="12836"/>
                      </a:cubicBezTo>
                      <a:cubicBezTo>
                        <a:pt x="12" y="12895"/>
                        <a:pt x="12" y="12967"/>
                        <a:pt x="12" y="13026"/>
                      </a:cubicBezTo>
                      <a:cubicBezTo>
                        <a:pt x="12" y="13098"/>
                        <a:pt x="12" y="13157"/>
                        <a:pt x="12" y="13228"/>
                      </a:cubicBezTo>
                      <a:cubicBezTo>
                        <a:pt x="12" y="13288"/>
                        <a:pt x="12" y="13359"/>
                        <a:pt x="12" y="13419"/>
                      </a:cubicBezTo>
                      <a:cubicBezTo>
                        <a:pt x="12" y="13479"/>
                        <a:pt x="12" y="13550"/>
                        <a:pt x="12" y="13609"/>
                      </a:cubicBezTo>
                      <a:cubicBezTo>
                        <a:pt x="12" y="13681"/>
                        <a:pt x="12" y="13740"/>
                        <a:pt x="12" y="13812"/>
                      </a:cubicBezTo>
                      <a:cubicBezTo>
                        <a:pt x="12" y="13871"/>
                        <a:pt x="12" y="13943"/>
                        <a:pt x="12" y="14002"/>
                      </a:cubicBezTo>
                      <a:cubicBezTo>
                        <a:pt x="12" y="14062"/>
                        <a:pt x="12" y="14133"/>
                        <a:pt x="12" y="14193"/>
                      </a:cubicBezTo>
                      <a:cubicBezTo>
                        <a:pt x="12" y="14264"/>
                        <a:pt x="12" y="14324"/>
                        <a:pt x="12" y="14395"/>
                      </a:cubicBezTo>
                      <a:cubicBezTo>
                        <a:pt x="12" y="14455"/>
                        <a:pt x="12" y="14526"/>
                        <a:pt x="12" y="14586"/>
                      </a:cubicBezTo>
                      <a:cubicBezTo>
                        <a:pt x="12" y="14645"/>
                        <a:pt x="12" y="14717"/>
                        <a:pt x="12" y="14776"/>
                      </a:cubicBezTo>
                      <a:cubicBezTo>
                        <a:pt x="12" y="14848"/>
                        <a:pt x="12" y="14907"/>
                        <a:pt x="12" y="14979"/>
                      </a:cubicBezTo>
                      <a:cubicBezTo>
                        <a:pt x="12" y="15038"/>
                        <a:pt x="12" y="15110"/>
                        <a:pt x="12" y="15169"/>
                      </a:cubicBezTo>
                      <a:cubicBezTo>
                        <a:pt x="12" y="15229"/>
                        <a:pt x="12" y="15300"/>
                        <a:pt x="12" y="15360"/>
                      </a:cubicBezTo>
                      <a:cubicBezTo>
                        <a:pt x="12" y="15431"/>
                        <a:pt x="12" y="15491"/>
                        <a:pt x="12" y="15562"/>
                      </a:cubicBezTo>
                      <a:cubicBezTo>
                        <a:pt x="12" y="15622"/>
                        <a:pt x="12" y="15693"/>
                        <a:pt x="12" y="15753"/>
                      </a:cubicBezTo>
                      <a:cubicBezTo>
                        <a:pt x="12" y="15812"/>
                        <a:pt x="12" y="15884"/>
                        <a:pt x="12" y="15943"/>
                      </a:cubicBezTo>
                      <a:cubicBezTo>
                        <a:pt x="12" y="16015"/>
                        <a:pt x="12" y="16074"/>
                        <a:pt x="12" y="16146"/>
                      </a:cubicBezTo>
                      <a:cubicBezTo>
                        <a:pt x="12" y="16205"/>
                        <a:pt x="12" y="16276"/>
                        <a:pt x="12" y="16336"/>
                      </a:cubicBezTo>
                      <a:cubicBezTo>
                        <a:pt x="12" y="16396"/>
                        <a:pt x="12" y="16467"/>
                        <a:pt x="12" y="16527"/>
                      </a:cubicBezTo>
                      <a:cubicBezTo>
                        <a:pt x="12" y="16598"/>
                        <a:pt x="12" y="16657"/>
                        <a:pt x="12" y="16729"/>
                      </a:cubicBezTo>
                      <a:cubicBezTo>
                        <a:pt x="12" y="16788"/>
                        <a:pt x="12" y="16860"/>
                        <a:pt x="12" y="16919"/>
                      </a:cubicBezTo>
                      <a:cubicBezTo>
                        <a:pt x="12" y="16979"/>
                        <a:pt x="12" y="17050"/>
                        <a:pt x="12" y="17110"/>
                      </a:cubicBezTo>
                      <a:cubicBezTo>
                        <a:pt x="12" y="17181"/>
                        <a:pt x="12" y="17241"/>
                        <a:pt x="12" y="17312"/>
                      </a:cubicBezTo>
                      <a:cubicBezTo>
                        <a:pt x="12" y="17372"/>
                        <a:pt x="12" y="17443"/>
                        <a:pt x="12" y="17503"/>
                      </a:cubicBezTo>
                      <a:cubicBezTo>
                        <a:pt x="12" y="17562"/>
                        <a:pt x="12" y="17634"/>
                        <a:pt x="12" y="17693"/>
                      </a:cubicBezTo>
                      <a:cubicBezTo>
                        <a:pt x="12" y="17765"/>
                        <a:pt x="12" y="17824"/>
                        <a:pt x="12" y="17896"/>
                      </a:cubicBezTo>
                      <a:cubicBezTo>
                        <a:pt x="12" y="17955"/>
                        <a:pt x="12" y="18015"/>
                        <a:pt x="12" y="18086"/>
                      </a:cubicBezTo>
                      <a:cubicBezTo>
                        <a:pt x="12" y="18146"/>
                        <a:pt x="12" y="18217"/>
                        <a:pt x="12" y="18277"/>
                      </a:cubicBezTo>
                      <a:cubicBezTo>
                        <a:pt x="12" y="18348"/>
                        <a:pt x="12" y="18408"/>
                        <a:pt x="12" y="18479"/>
                      </a:cubicBezTo>
                      <a:cubicBezTo>
                        <a:pt x="12" y="18539"/>
                        <a:pt x="12" y="18598"/>
                        <a:pt x="12" y="18670"/>
                      </a:cubicBezTo>
                      <a:cubicBezTo>
                        <a:pt x="12" y="18729"/>
                        <a:pt x="12" y="18801"/>
                        <a:pt x="12" y="18860"/>
                      </a:cubicBezTo>
                      <a:cubicBezTo>
                        <a:pt x="12" y="18932"/>
                        <a:pt x="12" y="18991"/>
                        <a:pt x="12" y="19063"/>
                      </a:cubicBezTo>
                      <a:cubicBezTo>
                        <a:pt x="12" y="19122"/>
                        <a:pt x="12" y="19182"/>
                        <a:pt x="12" y="19253"/>
                      </a:cubicBezTo>
                      <a:cubicBezTo>
                        <a:pt x="12" y="19313"/>
                        <a:pt x="12" y="19384"/>
                        <a:pt x="12" y="19444"/>
                      </a:cubicBezTo>
                      <a:cubicBezTo>
                        <a:pt x="12" y="19515"/>
                        <a:pt x="12" y="19575"/>
                        <a:pt x="12" y="19646"/>
                      </a:cubicBezTo>
                      <a:cubicBezTo>
                        <a:pt x="12" y="19705"/>
                        <a:pt x="12" y="19765"/>
                        <a:pt x="12" y="19836"/>
                      </a:cubicBezTo>
                      <a:cubicBezTo>
                        <a:pt x="12" y="19896"/>
                        <a:pt x="12" y="19967"/>
                        <a:pt x="12" y="20027"/>
                      </a:cubicBezTo>
                      <a:cubicBezTo>
                        <a:pt x="12" y="20098"/>
                        <a:pt x="12" y="20158"/>
                        <a:pt x="12" y="20229"/>
                      </a:cubicBezTo>
                      <a:cubicBezTo>
                        <a:pt x="12" y="20289"/>
                        <a:pt x="12" y="20348"/>
                        <a:pt x="12" y="20420"/>
                      </a:cubicBezTo>
                      <a:cubicBezTo>
                        <a:pt x="12" y="20479"/>
                        <a:pt x="12" y="20551"/>
                        <a:pt x="12" y="20610"/>
                      </a:cubicBezTo>
                      <a:cubicBezTo>
                        <a:pt x="12" y="20682"/>
                        <a:pt x="12" y="20741"/>
                        <a:pt x="12" y="20813"/>
                      </a:cubicBezTo>
                      <a:cubicBezTo>
                        <a:pt x="12" y="20872"/>
                        <a:pt x="12" y="20932"/>
                        <a:pt x="12" y="21003"/>
                      </a:cubicBezTo>
                      <a:cubicBezTo>
                        <a:pt x="12" y="21063"/>
                        <a:pt x="12" y="21134"/>
                        <a:pt x="12" y="21194"/>
                      </a:cubicBezTo>
                      <a:cubicBezTo>
                        <a:pt x="12" y="21265"/>
                        <a:pt x="12" y="21325"/>
                        <a:pt x="12" y="21396"/>
                      </a:cubicBezTo>
                      <a:cubicBezTo>
                        <a:pt x="12" y="21456"/>
                        <a:pt x="12" y="21515"/>
                        <a:pt x="12" y="21587"/>
                      </a:cubicBezTo>
                      <a:cubicBezTo>
                        <a:pt x="0" y="22515"/>
                        <a:pt x="500" y="23373"/>
                        <a:pt x="1310" y="23837"/>
                      </a:cubicBezTo>
                      <a:lnTo>
                        <a:pt x="36612" y="44208"/>
                      </a:lnTo>
                      <a:cubicBezTo>
                        <a:pt x="37416" y="44679"/>
                        <a:pt x="38315" y="44914"/>
                        <a:pt x="39215" y="44914"/>
                      </a:cubicBezTo>
                      <a:cubicBezTo>
                        <a:pt x="40115" y="44914"/>
                        <a:pt x="41017" y="44679"/>
                        <a:pt x="41827" y="44208"/>
                      </a:cubicBezTo>
                      <a:lnTo>
                        <a:pt x="77129" y="23837"/>
                      </a:lnTo>
                      <a:cubicBezTo>
                        <a:pt x="77939" y="23373"/>
                        <a:pt x="78439" y="22515"/>
                        <a:pt x="78427" y="21587"/>
                      </a:cubicBezTo>
                      <a:lnTo>
                        <a:pt x="78427" y="21384"/>
                      </a:lnTo>
                      <a:lnTo>
                        <a:pt x="78427" y="21194"/>
                      </a:lnTo>
                      <a:lnTo>
                        <a:pt x="78427" y="21003"/>
                      </a:lnTo>
                      <a:lnTo>
                        <a:pt x="78427" y="20801"/>
                      </a:lnTo>
                      <a:lnTo>
                        <a:pt x="78427" y="20610"/>
                      </a:lnTo>
                      <a:lnTo>
                        <a:pt x="78427" y="20420"/>
                      </a:lnTo>
                      <a:lnTo>
                        <a:pt x="78427" y="20217"/>
                      </a:lnTo>
                      <a:lnTo>
                        <a:pt x="78427" y="20027"/>
                      </a:lnTo>
                      <a:lnTo>
                        <a:pt x="78427" y="19836"/>
                      </a:lnTo>
                      <a:lnTo>
                        <a:pt x="78427" y="19634"/>
                      </a:lnTo>
                      <a:lnTo>
                        <a:pt x="78427" y="19444"/>
                      </a:lnTo>
                      <a:lnTo>
                        <a:pt x="78427" y="19253"/>
                      </a:lnTo>
                      <a:lnTo>
                        <a:pt x="78427" y="19051"/>
                      </a:lnTo>
                      <a:lnTo>
                        <a:pt x="78427" y="18860"/>
                      </a:lnTo>
                      <a:lnTo>
                        <a:pt x="78427" y="18670"/>
                      </a:lnTo>
                      <a:lnTo>
                        <a:pt x="78427" y="18467"/>
                      </a:lnTo>
                      <a:lnTo>
                        <a:pt x="78427" y="18277"/>
                      </a:lnTo>
                      <a:lnTo>
                        <a:pt x="78427" y="18086"/>
                      </a:lnTo>
                      <a:lnTo>
                        <a:pt x="78427" y="17884"/>
                      </a:lnTo>
                      <a:lnTo>
                        <a:pt x="78427" y="17693"/>
                      </a:lnTo>
                      <a:lnTo>
                        <a:pt x="78427" y="17503"/>
                      </a:lnTo>
                      <a:lnTo>
                        <a:pt x="78427" y="17300"/>
                      </a:lnTo>
                      <a:lnTo>
                        <a:pt x="78427" y="17110"/>
                      </a:lnTo>
                      <a:lnTo>
                        <a:pt x="78427" y="16919"/>
                      </a:lnTo>
                      <a:lnTo>
                        <a:pt x="78427" y="16717"/>
                      </a:lnTo>
                      <a:lnTo>
                        <a:pt x="78427" y="16527"/>
                      </a:lnTo>
                      <a:lnTo>
                        <a:pt x="78427" y="16336"/>
                      </a:lnTo>
                      <a:lnTo>
                        <a:pt x="78427" y="16146"/>
                      </a:lnTo>
                      <a:lnTo>
                        <a:pt x="78427" y="15943"/>
                      </a:lnTo>
                      <a:lnTo>
                        <a:pt x="78427" y="15753"/>
                      </a:lnTo>
                      <a:lnTo>
                        <a:pt x="78427" y="15562"/>
                      </a:lnTo>
                      <a:lnTo>
                        <a:pt x="78427" y="15360"/>
                      </a:lnTo>
                      <a:lnTo>
                        <a:pt x="78427" y="15169"/>
                      </a:lnTo>
                      <a:lnTo>
                        <a:pt x="78427" y="14979"/>
                      </a:lnTo>
                      <a:lnTo>
                        <a:pt x="78427" y="14776"/>
                      </a:lnTo>
                      <a:lnTo>
                        <a:pt x="78427" y="14586"/>
                      </a:lnTo>
                      <a:lnTo>
                        <a:pt x="78427" y="14395"/>
                      </a:lnTo>
                      <a:lnTo>
                        <a:pt x="78427" y="14193"/>
                      </a:lnTo>
                      <a:lnTo>
                        <a:pt x="78427" y="14002"/>
                      </a:lnTo>
                      <a:lnTo>
                        <a:pt x="78427" y="13812"/>
                      </a:lnTo>
                      <a:lnTo>
                        <a:pt x="78427" y="13609"/>
                      </a:lnTo>
                      <a:lnTo>
                        <a:pt x="78427" y="13419"/>
                      </a:lnTo>
                      <a:lnTo>
                        <a:pt x="78427" y="13228"/>
                      </a:lnTo>
                      <a:lnTo>
                        <a:pt x="78427" y="13026"/>
                      </a:lnTo>
                      <a:lnTo>
                        <a:pt x="78427" y="12836"/>
                      </a:lnTo>
                      <a:lnTo>
                        <a:pt x="78427" y="12645"/>
                      </a:lnTo>
                      <a:lnTo>
                        <a:pt x="78427" y="12443"/>
                      </a:lnTo>
                      <a:lnTo>
                        <a:pt x="78427" y="12252"/>
                      </a:lnTo>
                      <a:lnTo>
                        <a:pt x="78427" y="12062"/>
                      </a:lnTo>
                      <a:lnTo>
                        <a:pt x="78427" y="11859"/>
                      </a:lnTo>
                      <a:lnTo>
                        <a:pt x="78427" y="11669"/>
                      </a:lnTo>
                      <a:lnTo>
                        <a:pt x="78427" y="11478"/>
                      </a:lnTo>
                      <a:lnTo>
                        <a:pt x="78427" y="11276"/>
                      </a:lnTo>
                      <a:lnTo>
                        <a:pt x="78427" y="11085"/>
                      </a:lnTo>
                      <a:lnTo>
                        <a:pt x="78427" y="10895"/>
                      </a:lnTo>
                      <a:lnTo>
                        <a:pt x="78427" y="10692"/>
                      </a:lnTo>
                      <a:lnTo>
                        <a:pt x="78427" y="10502"/>
                      </a:lnTo>
                      <a:lnTo>
                        <a:pt x="78427" y="10311"/>
                      </a:lnTo>
                      <a:lnTo>
                        <a:pt x="78427" y="10109"/>
                      </a:lnTo>
                      <a:lnTo>
                        <a:pt x="78427" y="9919"/>
                      </a:lnTo>
                      <a:lnTo>
                        <a:pt x="78427" y="9728"/>
                      </a:lnTo>
                      <a:lnTo>
                        <a:pt x="78427" y="9526"/>
                      </a:lnTo>
                      <a:lnTo>
                        <a:pt x="78427" y="9335"/>
                      </a:lnTo>
                      <a:lnTo>
                        <a:pt x="78427" y="9145"/>
                      </a:lnTo>
                      <a:lnTo>
                        <a:pt x="78427" y="8942"/>
                      </a:lnTo>
                      <a:lnTo>
                        <a:pt x="78427" y="8752"/>
                      </a:lnTo>
                      <a:lnTo>
                        <a:pt x="78427" y="8561"/>
                      </a:lnTo>
                      <a:lnTo>
                        <a:pt x="78427" y="8359"/>
                      </a:lnTo>
                      <a:lnTo>
                        <a:pt x="78427" y="8168"/>
                      </a:lnTo>
                      <a:lnTo>
                        <a:pt x="78427" y="7978"/>
                      </a:lnTo>
                      <a:lnTo>
                        <a:pt x="78427" y="7775"/>
                      </a:lnTo>
                      <a:lnTo>
                        <a:pt x="78427" y="7585"/>
                      </a:lnTo>
                      <a:lnTo>
                        <a:pt x="78427" y="7394"/>
                      </a:lnTo>
                      <a:lnTo>
                        <a:pt x="78427" y="7192"/>
                      </a:lnTo>
                      <a:lnTo>
                        <a:pt x="78427" y="7002"/>
                      </a:lnTo>
                      <a:lnTo>
                        <a:pt x="78427" y="6811"/>
                      </a:lnTo>
                      <a:lnTo>
                        <a:pt x="78427" y="6609"/>
                      </a:lnTo>
                      <a:lnTo>
                        <a:pt x="78427" y="6418"/>
                      </a:lnTo>
                      <a:lnTo>
                        <a:pt x="78427" y="6228"/>
                      </a:lnTo>
                      <a:lnTo>
                        <a:pt x="78427" y="6025"/>
                      </a:lnTo>
                      <a:lnTo>
                        <a:pt x="78427" y="5835"/>
                      </a:lnTo>
                      <a:lnTo>
                        <a:pt x="78427" y="5644"/>
                      </a:lnTo>
                      <a:lnTo>
                        <a:pt x="78427" y="5442"/>
                      </a:lnTo>
                      <a:lnTo>
                        <a:pt x="78427" y="5251"/>
                      </a:lnTo>
                      <a:lnTo>
                        <a:pt x="78427" y="5061"/>
                      </a:lnTo>
                      <a:lnTo>
                        <a:pt x="78427" y="4858"/>
                      </a:lnTo>
                      <a:lnTo>
                        <a:pt x="78427" y="4668"/>
                      </a:lnTo>
                      <a:lnTo>
                        <a:pt x="78427" y="4477"/>
                      </a:lnTo>
                      <a:lnTo>
                        <a:pt x="78427" y="4275"/>
                      </a:lnTo>
                      <a:lnTo>
                        <a:pt x="78427" y="4085"/>
                      </a:lnTo>
                      <a:lnTo>
                        <a:pt x="78427" y="3894"/>
                      </a:lnTo>
                      <a:lnTo>
                        <a:pt x="78427" y="3692"/>
                      </a:lnTo>
                      <a:lnTo>
                        <a:pt x="78427" y="3501"/>
                      </a:lnTo>
                      <a:lnTo>
                        <a:pt x="78427" y="3311"/>
                      </a:lnTo>
                      <a:lnTo>
                        <a:pt x="78427" y="3108"/>
                      </a:lnTo>
                      <a:lnTo>
                        <a:pt x="78427" y="2918"/>
                      </a:lnTo>
                      <a:lnTo>
                        <a:pt x="78427" y="2727"/>
                      </a:lnTo>
                      <a:lnTo>
                        <a:pt x="78427" y="2525"/>
                      </a:lnTo>
                      <a:lnTo>
                        <a:pt x="78427" y="2334"/>
                      </a:lnTo>
                      <a:lnTo>
                        <a:pt x="78427" y="2144"/>
                      </a:lnTo>
                      <a:lnTo>
                        <a:pt x="78427" y="1941"/>
                      </a:lnTo>
                      <a:lnTo>
                        <a:pt x="78427" y="1751"/>
                      </a:lnTo>
                      <a:lnTo>
                        <a:pt x="78427" y="1560"/>
                      </a:lnTo>
                      <a:lnTo>
                        <a:pt x="78427" y="1358"/>
                      </a:lnTo>
                      <a:lnTo>
                        <a:pt x="78427" y="1167"/>
                      </a:lnTo>
                      <a:lnTo>
                        <a:pt x="78427" y="977"/>
                      </a:lnTo>
                      <a:lnTo>
                        <a:pt x="78427" y="775"/>
                      </a:lnTo>
                      <a:lnTo>
                        <a:pt x="78427" y="584"/>
                      </a:lnTo>
                      <a:lnTo>
                        <a:pt x="78427" y="394"/>
                      </a:lnTo>
                      <a:lnTo>
                        <a:pt x="78427" y="191"/>
                      </a:lnTo>
                      <a:lnTo>
                        <a:pt x="78427" y="1"/>
                      </a:lnTo>
                      <a:lnTo>
                        <a:pt x="78212" y="1"/>
                      </a:lnTo>
                      <a:cubicBezTo>
                        <a:pt x="78224" y="858"/>
                        <a:pt x="77760" y="1644"/>
                        <a:pt x="77022" y="2072"/>
                      </a:cubicBezTo>
                      <a:lnTo>
                        <a:pt x="41720" y="22444"/>
                      </a:lnTo>
                      <a:cubicBezTo>
                        <a:pt x="40946" y="22890"/>
                        <a:pt x="40083" y="23114"/>
                        <a:pt x="39218" y="23114"/>
                      </a:cubicBezTo>
                      <a:cubicBezTo>
                        <a:pt x="38353" y="23114"/>
                        <a:pt x="37487" y="22890"/>
                        <a:pt x="36707" y="22444"/>
                      </a:cubicBezTo>
                      <a:lnTo>
                        <a:pt x="1417" y="2072"/>
                      </a:lnTo>
                      <a:cubicBezTo>
                        <a:pt x="667" y="1644"/>
                        <a:pt x="215" y="858"/>
                        <a:pt x="226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A0FDF1">
                        <a:alpha val="41568"/>
                        <a:alpha val="41520"/>
                      </a:srgbClr>
                    </a:gs>
                    <a:gs pos="100000">
                      <a:srgbClr val="FFFFFF">
                        <a:alpha val="37254"/>
                        <a:alpha val="4152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54750" tIns="54750" rIns="54750" bIns="5475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0" name="Google Shape;740;p14"/>
                <p:cNvSpPr/>
                <p:nvPr/>
              </p:nvSpPr>
              <p:spPr>
                <a:xfrm>
                  <a:off x="5553063" y="1487604"/>
                  <a:ext cx="1981525" cy="116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261" h="46572" extrusionOk="0">
                      <a:moveTo>
                        <a:pt x="39635" y="1"/>
                      </a:moveTo>
                      <a:cubicBezTo>
                        <a:pt x="38749" y="1"/>
                        <a:pt x="37862" y="230"/>
                        <a:pt x="37065" y="688"/>
                      </a:cubicBezTo>
                      <a:lnTo>
                        <a:pt x="1679" y="21119"/>
                      </a:lnTo>
                      <a:cubicBezTo>
                        <a:pt x="1" y="22084"/>
                        <a:pt x="1" y="24489"/>
                        <a:pt x="1679" y="25453"/>
                      </a:cubicBezTo>
                      <a:lnTo>
                        <a:pt x="37065" y="45884"/>
                      </a:lnTo>
                      <a:cubicBezTo>
                        <a:pt x="37862" y="46343"/>
                        <a:pt x="38749" y="46572"/>
                        <a:pt x="39635" y="46572"/>
                      </a:cubicBezTo>
                      <a:cubicBezTo>
                        <a:pt x="40520" y="46572"/>
                        <a:pt x="41405" y="46343"/>
                        <a:pt x="42196" y="45884"/>
                      </a:cubicBezTo>
                      <a:lnTo>
                        <a:pt x="77594" y="25453"/>
                      </a:lnTo>
                      <a:cubicBezTo>
                        <a:pt x="79260" y="24489"/>
                        <a:pt x="79260" y="22084"/>
                        <a:pt x="77594" y="21119"/>
                      </a:cubicBezTo>
                      <a:lnTo>
                        <a:pt x="42196" y="688"/>
                      </a:lnTo>
                      <a:cubicBezTo>
                        <a:pt x="41405" y="230"/>
                        <a:pt x="40520" y="1"/>
                        <a:pt x="39635" y="1"/>
                      </a:cubicBezTo>
                      <a:close/>
                    </a:path>
                  </a:pathLst>
                </a:custGeom>
                <a:solidFill>
                  <a:srgbClr val="A0FDF1">
                    <a:alpha val="41520"/>
                  </a:srgbClr>
                </a:solidFill>
                <a:ln>
                  <a:noFill/>
                </a:ln>
              </p:spPr>
              <p:txBody>
                <a:bodyPr spcFirstLastPara="1" wrap="square" lIns="54750" tIns="54750" rIns="54750" bIns="5475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741" name="Google Shape;741;p14"/>
            <p:cNvGrpSpPr/>
            <p:nvPr/>
          </p:nvGrpSpPr>
          <p:grpSpPr>
            <a:xfrm>
              <a:off x="4819732" y="1979138"/>
              <a:ext cx="598632" cy="805372"/>
              <a:chOff x="3478424" y="1308364"/>
              <a:chExt cx="2187185" cy="2942536"/>
            </a:xfrm>
          </p:grpSpPr>
          <p:sp>
            <p:nvSpPr>
              <p:cNvPr id="742" name="Google Shape;742;p14"/>
              <p:cNvSpPr/>
              <p:nvPr/>
            </p:nvSpPr>
            <p:spPr>
              <a:xfrm>
                <a:off x="3485139" y="2969821"/>
                <a:ext cx="2180470" cy="1281079"/>
              </a:xfrm>
              <a:custGeom>
                <a:avLst/>
                <a:gdLst/>
                <a:ahLst/>
                <a:cxnLst/>
                <a:rect l="l" t="t" r="r" b="b"/>
                <a:pathLst>
                  <a:path w="79261" h="46572" extrusionOk="0">
                    <a:moveTo>
                      <a:pt x="39635" y="1"/>
                    </a:moveTo>
                    <a:cubicBezTo>
                      <a:pt x="38749" y="1"/>
                      <a:pt x="37862" y="230"/>
                      <a:pt x="37065" y="688"/>
                    </a:cubicBezTo>
                    <a:lnTo>
                      <a:pt x="1679" y="21119"/>
                    </a:lnTo>
                    <a:cubicBezTo>
                      <a:pt x="1" y="22084"/>
                      <a:pt x="1" y="24489"/>
                      <a:pt x="1679" y="25453"/>
                    </a:cubicBezTo>
                    <a:lnTo>
                      <a:pt x="37065" y="45884"/>
                    </a:lnTo>
                    <a:cubicBezTo>
                      <a:pt x="37862" y="46343"/>
                      <a:pt x="38749" y="46572"/>
                      <a:pt x="39635" y="46572"/>
                    </a:cubicBezTo>
                    <a:cubicBezTo>
                      <a:pt x="40520" y="46572"/>
                      <a:pt x="41405" y="46343"/>
                      <a:pt x="42196" y="45884"/>
                    </a:cubicBezTo>
                    <a:lnTo>
                      <a:pt x="77594" y="25453"/>
                    </a:lnTo>
                    <a:cubicBezTo>
                      <a:pt x="79260" y="24489"/>
                      <a:pt x="79260" y="22084"/>
                      <a:pt x="77594" y="21119"/>
                    </a:cubicBezTo>
                    <a:lnTo>
                      <a:pt x="42196" y="688"/>
                    </a:lnTo>
                    <a:cubicBezTo>
                      <a:pt x="41405" y="230"/>
                      <a:pt x="40520" y="1"/>
                      <a:pt x="3963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3" name="Google Shape;743;p14"/>
              <p:cNvSpPr/>
              <p:nvPr/>
            </p:nvSpPr>
            <p:spPr>
              <a:xfrm>
                <a:off x="3793045" y="1947520"/>
                <a:ext cx="1550129" cy="2096604"/>
              </a:xfrm>
              <a:custGeom>
                <a:avLst/>
                <a:gdLst/>
                <a:ahLst/>
                <a:cxnLst/>
                <a:rect l="l" t="t" r="r" b="b"/>
                <a:pathLst>
                  <a:path w="52721" h="71307" extrusionOk="0">
                    <a:moveTo>
                      <a:pt x="52709" y="0"/>
                    </a:moveTo>
                    <a:lnTo>
                      <a:pt x="0" y="0"/>
                    </a:lnTo>
                    <a:lnTo>
                      <a:pt x="0" y="55495"/>
                    </a:lnTo>
                    <a:cubicBezTo>
                      <a:pt x="0" y="56090"/>
                      <a:pt x="321" y="56650"/>
                      <a:pt x="845" y="56948"/>
                    </a:cubicBezTo>
                    <a:lnTo>
                      <a:pt x="24646" y="70699"/>
                    </a:lnTo>
                    <a:cubicBezTo>
                      <a:pt x="25706" y="71306"/>
                      <a:pt x="27027" y="71306"/>
                      <a:pt x="28087" y="70699"/>
                    </a:cubicBezTo>
                    <a:lnTo>
                      <a:pt x="51876" y="56948"/>
                    </a:lnTo>
                    <a:cubicBezTo>
                      <a:pt x="52399" y="56650"/>
                      <a:pt x="52721" y="56090"/>
                      <a:pt x="52721" y="55495"/>
                    </a:cubicBezTo>
                    <a:lnTo>
                      <a:pt x="52721" y="5549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4" name="Google Shape;744;p14"/>
              <p:cNvSpPr/>
              <p:nvPr/>
            </p:nvSpPr>
            <p:spPr>
              <a:xfrm>
                <a:off x="3784988" y="1482593"/>
                <a:ext cx="1566242" cy="929825"/>
              </a:xfrm>
              <a:custGeom>
                <a:avLst/>
                <a:gdLst/>
                <a:ahLst/>
                <a:cxnLst/>
                <a:rect l="l" t="t" r="r" b="b"/>
                <a:pathLst>
                  <a:path w="53269" h="31624" extrusionOk="0">
                    <a:moveTo>
                      <a:pt x="24920" y="31004"/>
                    </a:moveTo>
                    <a:lnTo>
                      <a:pt x="1119" y="17265"/>
                    </a:lnTo>
                    <a:cubicBezTo>
                      <a:pt x="0" y="16622"/>
                      <a:pt x="0" y="15002"/>
                      <a:pt x="1119" y="14359"/>
                    </a:cubicBezTo>
                    <a:lnTo>
                      <a:pt x="24920" y="620"/>
                    </a:lnTo>
                    <a:cubicBezTo>
                      <a:pt x="25980" y="1"/>
                      <a:pt x="27301" y="1"/>
                      <a:pt x="28361" y="620"/>
                    </a:cubicBezTo>
                    <a:lnTo>
                      <a:pt x="52150" y="14359"/>
                    </a:lnTo>
                    <a:cubicBezTo>
                      <a:pt x="53269" y="15002"/>
                      <a:pt x="53269" y="16622"/>
                      <a:pt x="52150" y="17265"/>
                    </a:cubicBezTo>
                    <a:lnTo>
                      <a:pt x="28361" y="31004"/>
                    </a:lnTo>
                    <a:cubicBezTo>
                      <a:pt x="27289" y="31624"/>
                      <a:pt x="25980" y="31624"/>
                      <a:pt x="24920" y="3100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5" name="Google Shape;745;p14"/>
              <p:cNvSpPr/>
              <p:nvPr/>
            </p:nvSpPr>
            <p:spPr>
              <a:xfrm>
                <a:off x="3818244" y="2089627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7"/>
                    </a:moveTo>
                    <a:lnTo>
                      <a:pt x="0" y="1561"/>
                    </a:lnTo>
                    <a:lnTo>
                      <a:pt x="0" y="1"/>
                    </a:lnTo>
                    <a:lnTo>
                      <a:pt x="24194" y="1395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6" name="Google Shape;746;p14"/>
              <p:cNvSpPr/>
              <p:nvPr/>
            </p:nvSpPr>
            <p:spPr>
              <a:xfrm>
                <a:off x="3818244" y="2153697"/>
                <a:ext cx="711364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9" extrusionOk="0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7" name="Google Shape;747;p14"/>
              <p:cNvSpPr/>
              <p:nvPr/>
            </p:nvSpPr>
            <p:spPr>
              <a:xfrm>
                <a:off x="3818244" y="2218120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" name="Google Shape;748;p14"/>
              <p:cNvSpPr/>
              <p:nvPr/>
            </p:nvSpPr>
            <p:spPr>
              <a:xfrm>
                <a:off x="3818244" y="2282543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" name="Google Shape;749;p14"/>
              <p:cNvSpPr/>
              <p:nvPr/>
            </p:nvSpPr>
            <p:spPr>
              <a:xfrm>
                <a:off x="3818244" y="2346966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" name="Google Shape;750;p14"/>
              <p:cNvSpPr/>
              <p:nvPr/>
            </p:nvSpPr>
            <p:spPr>
              <a:xfrm>
                <a:off x="3818244" y="246178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" name="Google Shape;751;p14"/>
              <p:cNvSpPr/>
              <p:nvPr/>
            </p:nvSpPr>
            <p:spPr>
              <a:xfrm>
                <a:off x="3818244" y="2526209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" name="Google Shape;752;p14"/>
              <p:cNvSpPr/>
              <p:nvPr/>
            </p:nvSpPr>
            <p:spPr>
              <a:xfrm>
                <a:off x="3818244" y="2590250"/>
                <a:ext cx="711364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9" extrusionOk="0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" name="Google Shape;753;p14"/>
              <p:cNvSpPr/>
              <p:nvPr/>
            </p:nvSpPr>
            <p:spPr>
              <a:xfrm>
                <a:off x="3818244" y="2654673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" name="Google Shape;754;p14"/>
              <p:cNvSpPr/>
              <p:nvPr/>
            </p:nvSpPr>
            <p:spPr>
              <a:xfrm>
                <a:off x="3818244" y="271909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" name="Google Shape;755;p14"/>
              <p:cNvSpPr/>
              <p:nvPr/>
            </p:nvSpPr>
            <p:spPr>
              <a:xfrm>
                <a:off x="3818244" y="283391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" name="Google Shape;756;p14"/>
              <p:cNvSpPr/>
              <p:nvPr/>
            </p:nvSpPr>
            <p:spPr>
              <a:xfrm>
                <a:off x="3818244" y="2898339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" name="Google Shape;757;p14"/>
              <p:cNvSpPr/>
              <p:nvPr/>
            </p:nvSpPr>
            <p:spPr>
              <a:xfrm>
                <a:off x="3818244" y="2962762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Google Shape;758;p14"/>
              <p:cNvSpPr/>
              <p:nvPr/>
            </p:nvSpPr>
            <p:spPr>
              <a:xfrm>
                <a:off x="3818244" y="3026803"/>
                <a:ext cx="711364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9" extrusionOk="0">
                    <a:moveTo>
                      <a:pt x="24194" y="15539"/>
                    </a:moveTo>
                    <a:lnTo>
                      <a:pt x="0" y="1573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" name="Google Shape;759;p14"/>
              <p:cNvSpPr/>
              <p:nvPr/>
            </p:nvSpPr>
            <p:spPr>
              <a:xfrm>
                <a:off x="3818244" y="309122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" name="Google Shape;760;p14"/>
              <p:cNvSpPr/>
              <p:nvPr/>
            </p:nvSpPr>
            <p:spPr>
              <a:xfrm>
                <a:off x="3818244" y="320604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7"/>
                    </a:moveTo>
                    <a:lnTo>
                      <a:pt x="0" y="1573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Google Shape;761;p14"/>
              <p:cNvSpPr/>
              <p:nvPr/>
            </p:nvSpPr>
            <p:spPr>
              <a:xfrm>
                <a:off x="3818244" y="3270469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Google Shape;762;p14"/>
              <p:cNvSpPr/>
              <p:nvPr/>
            </p:nvSpPr>
            <p:spPr>
              <a:xfrm>
                <a:off x="3818244" y="3334892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" name="Google Shape;763;p14"/>
              <p:cNvSpPr/>
              <p:nvPr/>
            </p:nvSpPr>
            <p:spPr>
              <a:xfrm>
                <a:off x="3818244" y="3399315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" name="Google Shape;764;p14"/>
              <p:cNvSpPr/>
              <p:nvPr/>
            </p:nvSpPr>
            <p:spPr>
              <a:xfrm>
                <a:off x="3818244" y="3463385"/>
                <a:ext cx="711364" cy="456856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8" extrusionOk="0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" name="Google Shape;765;p14"/>
              <p:cNvSpPr/>
              <p:nvPr/>
            </p:nvSpPr>
            <p:spPr>
              <a:xfrm>
                <a:off x="4606639" y="2089627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7"/>
                    </a:moveTo>
                    <a:lnTo>
                      <a:pt x="24182" y="1561"/>
                    </a:lnTo>
                    <a:lnTo>
                      <a:pt x="24182" y="1"/>
                    </a:lnTo>
                    <a:lnTo>
                      <a:pt x="0" y="1395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" name="Google Shape;766;p14"/>
              <p:cNvSpPr/>
              <p:nvPr/>
            </p:nvSpPr>
            <p:spPr>
              <a:xfrm>
                <a:off x="4606639" y="2153697"/>
                <a:ext cx="711011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9" extrusionOk="0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Google Shape;767;p14"/>
              <p:cNvSpPr/>
              <p:nvPr/>
            </p:nvSpPr>
            <p:spPr>
              <a:xfrm>
                <a:off x="4606639" y="2218120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" name="Google Shape;768;p14"/>
              <p:cNvSpPr/>
              <p:nvPr/>
            </p:nvSpPr>
            <p:spPr>
              <a:xfrm>
                <a:off x="4606639" y="2282543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" name="Google Shape;769;p14"/>
              <p:cNvSpPr/>
              <p:nvPr/>
            </p:nvSpPr>
            <p:spPr>
              <a:xfrm>
                <a:off x="4606639" y="2346966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" name="Google Shape;770;p14"/>
              <p:cNvSpPr/>
              <p:nvPr/>
            </p:nvSpPr>
            <p:spPr>
              <a:xfrm>
                <a:off x="4606639" y="246178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" name="Google Shape;771;p14"/>
              <p:cNvSpPr/>
              <p:nvPr/>
            </p:nvSpPr>
            <p:spPr>
              <a:xfrm>
                <a:off x="4606639" y="2526209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2" name="Google Shape;772;p14"/>
              <p:cNvSpPr/>
              <p:nvPr/>
            </p:nvSpPr>
            <p:spPr>
              <a:xfrm>
                <a:off x="4606639" y="2590250"/>
                <a:ext cx="711011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9" extrusionOk="0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3" name="Google Shape;773;p14"/>
              <p:cNvSpPr/>
              <p:nvPr/>
            </p:nvSpPr>
            <p:spPr>
              <a:xfrm>
                <a:off x="4606639" y="2654673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4" name="Google Shape;774;p14"/>
              <p:cNvSpPr/>
              <p:nvPr/>
            </p:nvSpPr>
            <p:spPr>
              <a:xfrm>
                <a:off x="4606639" y="271909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" name="Google Shape;775;p14"/>
              <p:cNvSpPr/>
              <p:nvPr/>
            </p:nvSpPr>
            <p:spPr>
              <a:xfrm>
                <a:off x="4606639" y="283391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6" name="Google Shape;776;p14"/>
              <p:cNvSpPr/>
              <p:nvPr/>
            </p:nvSpPr>
            <p:spPr>
              <a:xfrm>
                <a:off x="4606639" y="2898339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7" name="Google Shape;777;p14"/>
              <p:cNvSpPr/>
              <p:nvPr/>
            </p:nvSpPr>
            <p:spPr>
              <a:xfrm>
                <a:off x="4606639" y="2962762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8" name="Google Shape;778;p14"/>
              <p:cNvSpPr/>
              <p:nvPr/>
            </p:nvSpPr>
            <p:spPr>
              <a:xfrm>
                <a:off x="4606639" y="3026803"/>
                <a:ext cx="711011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9" extrusionOk="0">
                    <a:moveTo>
                      <a:pt x="0" y="15539"/>
                    </a:moveTo>
                    <a:lnTo>
                      <a:pt x="24182" y="1573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9" name="Google Shape;779;p14"/>
              <p:cNvSpPr/>
              <p:nvPr/>
            </p:nvSpPr>
            <p:spPr>
              <a:xfrm>
                <a:off x="4606639" y="309122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0" name="Google Shape;780;p14"/>
              <p:cNvSpPr/>
              <p:nvPr/>
            </p:nvSpPr>
            <p:spPr>
              <a:xfrm>
                <a:off x="4606639" y="320604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7"/>
                    </a:moveTo>
                    <a:lnTo>
                      <a:pt x="24182" y="1573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" name="Google Shape;781;p14"/>
              <p:cNvSpPr/>
              <p:nvPr/>
            </p:nvSpPr>
            <p:spPr>
              <a:xfrm>
                <a:off x="4606639" y="3270469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" name="Google Shape;782;p14"/>
              <p:cNvSpPr/>
              <p:nvPr/>
            </p:nvSpPr>
            <p:spPr>
              <a:xfrm>
                <a:off x="4606639" y="3334892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3" name="Google Shape;783;p14"/>
              <p:cNvSpPr/>
              <p:nvPr/>
            </p:nvSpPr>
            <p:spPr>
              <a:xfrm>
                <a:off x="4606639" y="3399315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" name="Google Shape;784;p14"/>
              <p:cNvSpPr/>
              <p:nvPr/>
            </p:nvSpPr>
            <p:spPr>
              <a:xfrm>
                <a:off x="4606639" y="3463385"/>
                <a:ext cx="711011" cy="456856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8" extrusionOk="0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785" name="Google Shape;785;p14"/>
              <p:cNvGrpSpPr/>
              <p:nvPr/>
            </p:nvGrpSpPr>
            <p:grpSpPr>
              <a:xfrm>
                <a:off x="3478424" y="1308364"/>
                <a:ext cx="2180470" cy="1878295"/>
                <a:chOff x="5553063" y="1487604"/>
                <a:chExt cx="1981525" cy="1707075"/>
              </a:xfrm>
            </p:grpSpPr>
            <p:sp>
              <p:nvSpPr>
                <p:cNvPr id="786" name="Google Shape;786;p14"/>
                <p:cNvSpPr/>
                <p:nvPr/>
              </p:nvSpPr>
              <p:spPr>
                <a:xfrm>
                  <a:off x="5563488" y="2071829"/>
                  <a:ext cx="1960975" cy="1122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439" h="44914" extrusionOk="0">
                      <a:moveTo>
                        <a:pt x="12" y="1"/>
                      </a:moveTo>
                      <a:cubicBezTo>
                        <a:pt x="12" y="72"/>
                        <a:pt x="12" y="132"/>
                        <a:pt x="12" y="191"/>
                      </a:cubicBezTo>
                      <a:cubicBezTo>
                        <a:pt x="12" y="263"/>
                        <a:pt x="12" y="322"/>
                        <a:pt x="12" y="394"/>
                      </a:cubicBezTo>
                      <a:cubicBezTo>
                        <a:pt x="12" y="453"/>
                        <a:pt x="12" y="525"/>
                        <a:pt x="12" y="584"/>
                      </a:cubicBezTo>
                      <a:cubicBezTo>
                        <a:pt x="12" y="656"/>
                        <a:pt x="12" y="715"/>
                        <a:pt x="12" y="775"/>
                      </a:cubicBezTo>
                      <a:cubicBezTo>
                        <a:pt x="12" y="846"/>
                        <a:pt x="12" y="906"/>
                        <a:pt x="12" y="977"/>
                      </a:cubicBezTo>
                      <a:cubicBezTo>
                        <a:pt x="12" y="1037"/>
                        <a:pt x="12" y="1108"/>
                        <a:pt x="12" y="1167"/>
                      </a:cubicBezTo>
                      <a:cubicBezTo>
                        <a:pt x="12" y="1239"/>
                        <a:pt x="12" y="1298"/>
                        <a:pt x="12" y="1358"/>
                      </a:cubicBezTo>
                      <a:cubicBezTo>
                        <a:pt x="12" y="1429"/>
                        <a:pt x="12" y="1489"/>
                        <a:pt x="12" y="1560"/>
                      </a:cubicBezTo>
                      <a:cubicBezTo>
                        <a:pt x="12" y="1620"/>
                        <a:pt x="12" y="1691"/>
                        <a:pt x="12" y="1751"/>
                      </a:cubicBezTo>
                      <a:cubicBezTo>
                        <a:pt x="12" y="1822"/>
                        <a:pt x="12" y="1882"/>
                        <a:pt x="12" y="1941"/>
                      </a:cubicBezTo>
                      <a:cubicBezTo>
                        <a:pt x="12" y="2013"/>
                        <a:pt x="12" y="2072"/>
                        <a:pt x="12" y="2144"/>
                      </a:cubicBezTo>
                      <a:cubicBezTo>
                        <a:pt x="12" y="2203"/>
                        <a:pt x="12" y="2275"/>
                        <a:pt x="12" y="2334"/>
                      </a:cubicBezTo>
                      <a:cubicBezTo>
                        <a:pt x="12" y="2406"/>
                        <a:pt x="12" y="2465"/>
                        <a:pt x="12" y="2525"/>
                      </a:cubicBezTo>
                      <a:cubicBezTo>
                        <a:pt x="12" y="2596"/>
                        <a:pt x="12" y="2656"/>
                        <a:pt x="12" y="2727"/>
                      </a:cubicBezTo>
                      <a:cubicBezTo>
                        <a:pt x="12" y="2787"/>
                        <a:pt x="12" y="2858"/>
                        <a:pt x="12" y="2918"/>
                      </a:cubicBezTo>
                      <a:cubicBezTo>
                        <a:pt x="12" y="2989"/>
                        <a:pt x="12" y="3049"/>
                        <a:pt x="12" y="3108"/>
                      </a:cubicBezTo>
                      <a:cubicBezTo>
                        <a:pt x="12" y="3180"/>
                        <a:pt x="12" y="3239"/>
                        <a:pt x="12" y="3311"/>
                      </a:cubicBezTo>
                      <a:cubicBezTo>
                        <a:pt x="12" y="3370"/>
                        <a:pt x="12" y="3442"/>
                        <a:pt x="12" y="3501"/>
                      </a:cubicBezTo>
                      <a:cubicBezTo>
                        <a:pt x="12" y="3573"/>
                        <a:pt x="12" y="3632"/>
                        <a:pt x="12" y="3692"/>
                      </a:cubicBezTo>
                      <a:cubicBezTo>
                        <a:pt x="12" y="3763"/>
                        <a:pt x="12" y="3823"/>
                        <a:pt x="12" y="3894"/>
                      </a:cubicBezTo>
                      <a:cubicBezTo>
                        <a:pt x="12" y="3954"/>
                        <a:pt x="12" y="4025"/>
                        <a:pt x="12" y="4085"/>
                      </a:cubicBezTo>
                      <a:cubicBezTo>
                        <a:pt x="12" y="4156"/>
                        <a:pt x="12" y="4215"/>
                        <a:pt x="12" y="4275"/>
                      </a:cubicBezTo>
                      <a:cubicBezTo>
                        <a:pt x="12" y="4346"/>
                        <a:pt x="12" y="4406"/>
                        <a:pt x="12" y="4477"/>
                      </a:cubicBezTo>
                      <a:cubicBezTo>
                        <a:pt x="12" y="4537"/>
                        <a:pt x="12" y="4608"/>
                        <a:pt x="12" y="4668"/>
                      </a:cubicBezTo>
                      <a:cubicBezTo>
                        <a:pt x="12" y="4739"/>
                        <a:pt x="12" y="4799"/>
                        <a:pt x="12" y="4858"/>
                      </a:cubicBezTo>
                      <a:cubicBezTo>
                        <a:pt x="12" y="4930"/>
                        <a:pt x="12" y="4989"/>
                        <a:pt x="12" y="5061"/>
                      </a:cubicBezTo>
                      <a:cubicBezTo>
                        <a:pt x="12" y="5120"/>
                        <a:pt x="12" y="5192"/>
                        <a:pt x="12" y="5251"/>
                      </a:cubicBezTo>
                      <a:cubicBezTo>
                        <a:pt x="12" y="5323"/>
                        <a:pt x="12" y="5382"/>
                        <a:pt x="12" y="5442"/>
                      </a:cubicBezTo>
                      <a:cubicBezTo>
                        <a:pt x="12" y="5513"/>
                        <a:pt x="12" y="5573"/>
                        <a:pt x="12" y="5644"/>
                      </a:cubicBezTo>
                      <a:cubicBezTo>
                        <a:pt x="12" y="5704"/>
                        <a:pt x="12" y="5775"/>
                        <a:pt x="12" y="5835"/>
                      </a:cubicBezTo>
                      <a:cubicBezTo>
                        <a:pt x="12" y="5906"/>
                        <a:pt x="12" y="5966"/>
                        <a:pt x="12" y="6025"/>
                      </a:cubicBezTo>
                      <a:cubicBezTo>
                        <a:pt x="12" y="6097"/>
                        <a:pt x="12" y="6156"/>
                        <a:pt x="12" y="6228"/>
                      </a:cubicBezTo>
                      <a:cubicBezTo>
                        <a:pt x="12" y="6287"/>
                        <a:pt x="12" y="6359"/>
                        <a:pt x="12" y="6418"/>
                      </a:cubicBezTo>
                      <a:cubicBezTo>
                        <a:pt x="12" y="6490"/>
                        <a:pt x="12" y="6549"/>
                        <a:pt x="12" y="6609"/>
                      </a:cubicBezTo>
                      <a:cubicBezTo>
                        <a:pt x="12" y="6680"/>
                        <a:pt x="12" y="6740"/>
                        <a:pt x="12" y="6811"/>
                      </a:cubicBezTo>
                      <a:cubicBezTo>
                        <a:pt x="12" y="6871"/>
                        <a:pt x="12" y="6942"/>
                        <a:pt x="12" y="7002"/>
                      </a:cubicBezTo>
                      <a:cubicBezTo>
                        <a:pt x="12" y="7073"/>
                        <a:pt x="12" y="7132"/>
                        <a:pt x="12" y="7192"/>
                      </a:cubicBezTo>
                      <a:cubicBezTo>
                        <a:pt x="12" y="7263"/>
                        <a:pt x="12" y="7323"/>
                        <a:pt x="12" y="7394"/>
                      </a:cubicBezTo>
                      <a:cubicBezTo>
                        <a:pt x="12" y="7454"/>
                        <a:pt x="12" y="7525"/>
                        <a:pt x="12" y="7585"/>
                      </a:cubicBezTo>
                      <a:cubicBezTo>
                        <a:pt x="12" y="7656"/>
                        <a:pt x="12" y="7716"/>
                        <a:pt x="12" y="7775"/>
                      </a:cubicBezTo>
                      <a:cubicBezTo>
                        <a:pt x="12" y="7847"/>
                        <a:pt x="12" y="7906"/>
                        <a:pt x="12" y="7978"/>
                      </a:cubicBezTo>
                      <a:cubicBezTo>
                        <a:pt x="12" y="8037"/>
                        <a:pt x="12" y="8109"/>
                        <a:pt x="12" y="8168"/>
                      </a:cubicBezTo>
                      <a:cubicBezTo>
                        <a:pt x="12" y="8228"/>
                        <a:pt x="12" y="8299"/>
                        <a:pt x="12" y="8359"/>
                      </a:cubicBezTo>
                      <a:cubicBezTo>
                        <a:pt x="12" y="8430"/>
                        <a:pt x="12" y="8490"/>
                        <a:pt x="12" y="8561"/>
                      </a:cubicBezTo>
                      <a:cubicBezTo>
                        <a:pt x="12" y="8621"/>
                        <a:pt x="12" y="8692"/>
                        <a:pt x="12" y="8752"/>
                      </a:cubicBezTo>
                      <a:cubicBezTo>
                        <a:pt x="12" y="8811"/>
                        <a:pt x="12" y="8883"/>
                        <a:pt x="12" y="8942"/>
                      </a:cubicBezTo>
                      <a:cubicBezTo>
                        <a:pt x="12" y="9014"/>
                        <a:pt x="12" y="9073"/>
                        <a:pt x="12" y="9145"/>
                      </a:cubicBezTo>
                      <a:cubicBezTo>
                        <a:pt x="12" y="9204"/>
                        <a:pt x="12" y="9276"/>
                        <a:pt x="12" y="9335"/>
                      </a:cubicBezTo>
                      <a:cubicBezTo>
                        <a:pt x="12" y="9395"/>
                        <a:pt x="12" y="9466"/>
                        <a:pt x="12" y="9526"/>
                      </a:cubicBezTo>
                      <a:cubicBezTo>
                        <a:pt x="12" y="9597"/>
                        <a:pt x="12" y="9657"/>
                        <a:pt x="12" y="9728"/>
                      </a:cubicBezTo>
                      <a:cubicBezTo>
                        <a:pt x="12" y="9788"/>
                        <a:pt x="12" y="9859"/>
                        <a:pt x="12" y="9919"/>
                      </a:cubicBezTo>
                      <a:cubicBezTo>
                        <a:pt x="12" y="9978"/>
                        <a:pt x="12" y="10050"/>
                        <a:pt x="12" y="10109"/>
                      </a:cubicBezTo>
                      <a:cubicBezTo>
                        <a:pt x="12" y="10180"/>
                        <a:pt x="12" y="10240"/>
                        <a:pt x="12" y="10311"/>
                      </a:cubicBezTo>
                      <a:cubicBezTo>
                        <a:pt x="12" y="10371"/>
                        <a:pt x="12" y="10442"/>
                        <a:pt x="12" y="10502"/>
                      </a:cubicBezTo>
                      <a:cubicBezTo>
                        <a:pt x="12" y="10561"/>
                        <a:pt x="12" y="10633"/>
                        <a:pt x="12" y="10692"/>
                      </a:cubicBezTo>
                      <a:cubicBezTo>
                        <a:pt x="12" y="10764"/>
                        <a:pt x="12" y="10823"/>
                        <a:pt x="12" y="10895"/>
                      </a:cubicBezTo>
                      <a:cubicBezTo>
                        <a:pt x="12" y="10954"/>
                        <a:pt x="12" y="11026"/>
                        <a:pt x="12" y="11085"/>
                      </a:cubicBezTo>
                      <a:cubicBezTo>
                        <a:pt x="12" y="11145"/>
                        <a:pt x="12" y="11216"/>
                        <a:pt x="12" y="11276"/>
                      </a:cubicBezTo>
                      <a:cubicBezTo>
                        <a:pt x="12" y="11347"/>
                        <a:pt x="12" y="11407"/>
                        <a:pt x="12" y="11478"/>
                      </a:cubicBezTo>
                      <a:cubicBezTo>
                        <a:pt x="12" y="11538"/>
                        <a:pt x="12" y="11609"/>
                        <a:pt x="12" y="11669"/>
                      </a:cubicBezTo>
                      <a:cubicBezTo>
                        <a:pt x="12" y="11728"/>
                        <a:pt x="12" y="11800"/>
                        <a:pt x="12" y="11859"/>
                      </a:cubicBezTo>
                      <a:cubicBezTo>
                        <a:pt x="12" y="11931"/>
                        <a:pt x="12" y="11990"/>
                        <a:pt x="12" y="12062"/>
                      </a:cubicBezTo>
                      <a:cubicBezTo>
                        <a:pt x="12" y="12121"/>
                        <a:pt x="12" y="12193"/>
                        <a:pt x="12" y="12252"/>
                      </a:cubicBezTo>
                      <a:cubicBezTo>
                        <a:pt x="12" y="12312"/>
                        <a:pt x="12" y="12383"/>
                        <a:pt x="12" y="12443"/>
                      </a:cubicBezTo>
                      <a:cubicBezTo>
                        <a:pt x="12" y="12514"/>
                        <a:pt x="12" y="12574"/>
                        <a:pt x="12" y="12645"/>
                      </a:cubicBezTo>
                      <a:cubicBezTo>
                        <a:pt x="12" y="12705"/>
                        <a:pt x="12" y="12776"/>
                        <a:pt x="12" y="12836"/>
                      </a:cubicBezTo>
                      <a:cubicBezTo>
                        <a:pt x="12" y="12895"/>
                        <a:pt x="12" y="12967"/>
                        <a:pt x="12" y="13026"/>
                      </a:cubicBezTo>
                      <a:cubicBezTo>
                        <a:pt x="12" y="13098"/>
                        <a:pt x="12" y="13157"/>
                        <a:pt x="12" y="13228"/>
                      </a:cubicBezTo>
                      <a:cubicBezTo>
                        <a:pt x="12" y="13288"/>
                        <a:pt x="12" y="13359"/>
                        <a:pt x="12" y="13419"/>
                      </a:cubicBezTo>
                      <a:cubicBezTo>
                        <a:pt x="12" y="13479"/>
                        <a:pt x="12" y="13550"/>
                        <a:pt x="12" y="13609"/>
                      </a:cubicBezTo>
                      <a:cubicBezTo>
                        <a:pt x="12" y="13681"/>
                        <a:pt x="12" y="13740"/>
                        <a:pt x="12" y="13812"/>
                      </a:cubicBezTo>
                      <a:cubicBezTo>
                        <a:pt x="12" y="13871"/>
                        <a:pt x="12" y="13943"/>
                        <a:pt x="12" y="14002"/>
                      </a:cubicBezTo>
                      <a:cubicBezTo>
                        <a:pt x="12" y="14062"/>
                        <a:pt x="12" y="14133"/>
                        <a:pt x="12" y="14193"/>
                      </a:cubicBezTo>
                      <a:cubicBezTo>
                        <a:pt x="12" y="14264"/>
                        <a:pt x="12" y="14324"/>
                        <a:pt x="12" y="14395"/>
                      </a:cubicBezTo>
                      <a:cubicBezTo>
                        <a:pt x="12" y="14455"/>
                        <a:pt x="12" y="14526"/>
                        <a:pt x="12" y="14586"/>
                      </a:cubicBezTo>
                      <a:cubicBezTo>
                        <a:pt x="12" y="14645"/>
                        <a:pt x="12" y="14717"/>
                        <a:pt x="12" y="14776"/>
                      </a:cubicBezTo>
                      <a:cubicBezTo>
                        <a:pt x="12" y="14848"/>
                        <a:pt x="12" y="14907"/>
                        <a:pt x="12" y="14979"/>
                      </a:cubicBezTo>
                      <a:cubicBezTo>
                        <a:pt x="12" y="15038"/>
                        <a:pt x="12" y="15110"/>
                        <a:pt x="12" y="15169"/>
                      </a:cubicBezTo>
                      <a:cubicBezTo>
                        <a:pt x="12" y="15229"/>
                        <a:pt x="12" y="15300"/>
                        <a:pt x="12" y="15360"/>
                      </a:cubicBezTo>
                      <a:cubicBezTo>
                        <a:pt x="12" y="15431"/>
                        <a:pt x="12" y="15491"/>
                        <a:pt x="12" y="15562"/>
                      </a:cubicBezTo>
                      <a:cubicBezTo>
                        <a:pt x="12" y="15622"/>
                        <a:pt x="12" y="15693"/>
                        <a:pt x="12" y="15753"/>
                      </a:cubicBezTo>
                      <a:cubicBezTo>
                        <a:pt x="12" y="15812"/>
                        <a:pt x="12" y="15884"/>
                        <a:pt x="12" y="15943"/>
                      </a:cubicBezTo>
                      <a:cubicBezTo>
                        <a:pt x="12" y="16015"/>
                        <a:pt x="12" y="16074"/>
                        <a:pt x="12" y="16146"/>
                      </a:cubicBezTo>
                      <a:cubicBezTo>
                        <a:pt x="12" y="16205"/>
                        <a:pt x="12" y="16276"/>
                        <a:pt x="12" y="16336"/>
                      </a:cubicBezTo>
                      <a:cubicBezTo>
                        <a:pt x="12" y="16396"/>
                        <a:pt x="12" y="16467"/>
                        <a:pt x="12" y="16527"/>
                      </a:cubicBezTo>
                      <a:cubicBezTo>
                        <a:pt x="12" y="16598"/>
                        <a:pt x="12" y="16657"/>
                        <a:pt x="12" y="16729"/>
                      </a:cubicBezTo>
                      <a:cubicBezTo>
                        <a:pt x="12" y="16788"/>
                        <a:pt x="12" y="16860"/>
                        <a:pt x="12" y="16919"/>
                      </a:cubicBezTo>
                      <a:cubicBezTo>
                        <a:pt x="12" y="16979"/>
                        <a:pt x="12" y="17050"/>
                        <a:pt x="12" y="17110"/>
                      </a:cubicBezTo>
                      <a:cubicBezTo>
                        <a:pt x="12" y="17181"/>
                        <a:pt x="12" y="17241"/>
                        <a:pt x="12" y="17312"/>
                      </a:cubicBezTo>
                      <a:cubicBezTo>
                        <a:pt x="12" y="17372"/>
                        <a:pt x="12" y="17443"/>
                        <a:pt x="12" y="17503"/>
                      </a:cubicBezTo>
                      <a:cubicBezTo>
                        <a:pt x="12" y="17562"/>
                        <a:pt x="12" y="17634"/>
                        <a:pt x="12" y="17693"/>
                      </a:cubicBezTo>
                      <a:cubicBezTo>
                        <a:pt x="12" y="17765"/>
                        <a:pt x="12" y="17824"/>
                        <a:pt x="12" y="17896"/>
                      </a:cubicBezTo>
                      <a:cubicBezTo>
                        <a:pt x="12" y="17955"/>
                        <a:pt x="12" y="18015"/>
                        <a:pt x="12" y="18086"/>
                      </a:cubicBezTo>
                      <a:cubicBezTo>
                        <a:pt x="12" y="18146"/>
                        <a:pt x="12" y="18217"/>
                        <a:pt x="12" y="18277"/>
                      </a:cubicBezTo>
                      <a:cubicBezTo>
                        <a:pt x="12" y="18348"/>
                        <a:pt x="12" y="18408"/>
                        <a:pt x="12" y="18479"/>
                      </a:cubicBezTo>
                      <a:cubicBezTo>
                        <a:pt x="12" y="18539"/>
                        <a:pt x="12" y="18598"/>
                        <a:pt x="12" y="18670"/>
                      </a:cubicBezTo>
                      <a:cubicBezTo>
                        <a:pt x="12" y="18729"/>
                        <a:pt x="12" y="18801"/>
                        <a:pt x="12" y="18860"/>
                      </a:cubicBezTo>
                      <a:cubicBezTo>
                        <a:pt x="12" y="18932"/>
                        <a:pt x="12" y="18991"/>
                        <a:pt x="12" y="19063"/>
                      </a:cubicBezTo>
                      <a:cubicBezTo>
                        <a:pt x="12" y="19122"/>
                        <a:pt x="12" y="19182"/>
                        <a:pt x="12" y="19253"/>
                      </a:cubicBezTo>
                      <a:cubicBezTo>
                        <a:pt x="12" y="19313"/>
                        <a:pt x="12" y="19384"/>
                        <a:pt x="12" y="19444"/>
                      </a:cubicBezTo>
                      <a:cubicBezTo>
                        <a:pt x="12" y="19515"/>
                        <a:pt x="12" y="19575"/>
                        <a:pt x="12" y="19646"/>
                      </a:cubicBezTo>
                      <a:cubicBezTo>
                        <a:pt x="12" y="19705"/>
                        <a:pt x="12" y="19765"/>
                        <a:pt x="12" y="19836"/>
                      </a:cubicBezTo>
                      <a:cubicBezTo>
                        <a:pt x="12" y="19896"/>
                        <a:pt x="12" y="19967"/>
                        <a:pt x="12" y="20027"/>
                      </a:cubicBezTo>
                      <a:cubicBezTo>
                        <a:pt x="12" y="20098"/>
                        <a:pt x="12" y="20158"/>
                        <a:pt x="12" y="20229"/>
                      </a:cubicBezTo>
                      <a:cubicBezTo>
                        <a:pt x="12" y="20289"/>
                        <a:pt x="12" y="20348"/>
                        <a:pt x="12" y="20420"/>
                      </a:cubicBezTo>
                      <a:cubicBezTo>
                        <a:pt x="12" y="20479"/>
                        <a:pt x="12" y="20551"/>
                        <a:pt x="12" y="20610"/>
                      </a:cubicBezTo>
                      <a:cubicBezTo>
                        <a:pt x="12" y="20682"/>
                        <a:pt x="12" y="20741"/>
                        <a:pt x="12" y="20813"/>
                      </a:cubicBezTo>
                      <a:cubicBezTo>
                        <a:pt x="12" y="20872"/>
                        <a:pt x="12" y="20932"/>
                        <a:pt x="12" y="21003"/>
                      </a:cubicBezTo>
                      <a:cubicBezTo>
                        <a:pt x="12" y="21063"/>
                        <a:pt x="12" y="21134"/>
                        <a:pt x="12" y="21194"/>
                      </a:cubicBezTo>
                      <a:cubicBezTo>
                        <a:pt x="12" y="21265"/>
                        <a:pt x="12" y="21325"/>
                        <a:pt x="12" y="21396"/>
                      </a:cubicBezTo>
                      <a:cubicBezTo>
                        <a:pt x="12" y="21456"/>
                        <a:pt x="12" y="21515"/>
                        <a:pt x="12" y="21587"/>
                      </a:cubicBezTo>
                      <a:cubicBezTo>
                        <a:pt x="0" y="22515"/>
                        <a:pt x="500" y="23373"/>
                        <a:pt x="1310" y="23837"/>
                      </a:cubicBezTo>
                      <a:lnTo>
                        <a:pt x="36612" y="44208"/>
                      </a:lnTo>
                      <a:cubicBezTo>
                        <a:pt x="37416" y="44679"/>
                        <a:pt x="38315" y="44914"/>
                        <a:pt x="39215" y="44914"/>
                      </a:cubicBezTo>
                      <a:cubicBezTo>
                        <a:pt x="40115" y="44914"/>
                        <a:pt x="41017" y="44679"/>
                        <a:pt x="41827" y="44208"/>
                      </a:cubicBezTo>
                      <a:lnTo>
                        <a:pt x="77129" y="23837"/>
                      </a:lnTo>
                      <a:cubicBezTo>
                        <a:pt x="77939" y="23373"/>
                        <a:pt x="78439" y="22515"/>
                        <a:pt x="78427" y="21587"/>
                      </a:cubicBezTo>
                      <a:lnTo>
                        <a:pt x="78427" y="21384"/>
                      </a:lnTo>
                      <a:lnTo>
                        <a:pt x="78427" y="21194"/>
                      </a:lnTo>
                      <a:lnTo>
                        <a:pt x="78427" y="21003"/>
                      </a:lnTo>
                      <a:lnTo>
                        <a:pt x="78427" y="20801"/>
                      </a:lnTo>
                      <a:lnTo>
                        <a:pt x="78427" y="20610"/>
                      </a:lnTo>
                      <a:lnTo>
                        <a:pt x="78427" y="20420"/>
                      </a:lnTo>
                      <a:lnTo>
                        <a:pt x="78427" y="20217"/>
                      </a:lnTo>
                      <a:lnTo>
                        <a:pt x="78427" y="20027"/>
                      </a:lnTo>
                      <a:lnTo>
                        <a:pt x="78427" y="19836"/>
                      </a:lnTo>
                      <a:lnTo>
                        <a:pt x="78427" y="19634"/>
                      </a:lnTo>
                      <a:lnTo>
                        <a:pt x="78427" y="19444"/>
                      </a:lnTo>
                      <a:lnTo>
                        <a:pt x="78427" y="19253"/>
                      </a:lnTo>
                      <a:lnTo>
                        <a:pt x="78427" y="19051"/>
                      </a:lnTo>
                      <a:lnTo>
                        <a:pt x="78427" y="18860"/>
                      </a:lnTo>
                      <a:lnTo>
                        <a:pt x="78427" y="18670"/>
                      </a:lnTo>
                      <a:lnTo>
                        <a:pt x="78427" y="18467"/>
                      </a:lnTo>
                      <a:lnTo>
                        <a:pt x="78427" y="18277"/>
                      </a:lnTo>
                      <a:lnTo>
                        <a:pt x="78427" y="18086"/>
                      </a:lnTo>
                      <a:lnTo>
                        <a:pt x="78427" y="17884"/>
                      </a:lnTo>
                      <a:lnTo>
                        <a:pt x="78427" y="17693"/>
                      </a:lnTo>
                      <a:lnTo>
                        <a:pt x="78427" y="17503"/>
                      </a:lnTo>
                      <a:lnTo>
                        <a:pt x="78427" y="17300"/>
                      </a:lnTo>
                      <a:lnTo>
                        <a:pt x="78427" y="17110"/>
                      </a:lnTo>
                      <a:lnTo>
                        <a:pt x="78427" y="16919"/>
                      </a:lnTo>
                      <a:lnTo>
                        <a:pt x="78427" y="16717"/>
                      </a:lnTo>
                      <a:lnTo>
                        <a:pt x="78427" y="16527"/>
                      </a:lnTo>
                      <a:lnTo>
                        <a:pt x="78427" y="16336"/>
                      </a:lnTo>
                      <a:lnTo>
                        <a:pt x="78427" y="16146"/>
                      </a:lnTo>
                      <a:lnTo>
                        <a:pt x="78427" y="15943"/>
                      </a:lnTo>
                      <a:lnTo>
                        <a:pt x="78427" y="15753"/>
                      </a:lnTo>
                      <a:lnTo>
                        <a:pt x="78427" y="15562"/>
                      </a:lnTo>
                      <a:lnTo>
                        <a:pt x="78427" y="15360"/>
                      </a:lnTo>
                      <a:lnTo>
                        <a:pt x="78427" y="15169"/>
                      </a:lnTo>
                      <a:lnTo>
                        <a:pt x="78427" y="14979"/>
                      </a:lnTo>
                      <a:lnTo>
                        <a:pt x="78427" y="14776"/>
                      </a:lnTo>
                      <a:lnTo>
                        <a:pt x="78427" y="14586"/>
                      </a:lnTo>
                      <a:lnTo>
                        <a:pt x="78427" y="14395"/>
                      </a:lnTo>
                      <a:lnTo>
                        <a:pt x="78427" y="14193"/>
                      </a:lnTo>
                      <a:lnTo>
                        <a:pt x="78427" y="14002"/>
                      </a:lnTo>
                      <a:lnTo>
                        <a:pt x="78427" y="13812"/>
                      </a:lnTo>
                      <a:lnTo>
                        <a:pt x="78427" y="13609"/>
                      </a:lnTo>
                      <a:lnTo>
                        <a:pt x="78427" y="13419"/>
                      </a:lnTo>
                      <a:lnTo>
                        <a:pt x="78427" y="13228"/>
                      </a:lnTo>
                      <a:lnTo>
                        <a:pt x="78427" y="13026"/>
                      </a:lnTo>
                      <a:lnTo>
                        <a:pt x="78427" y="12836"/>
                      </a:lnTo>
                      <a:lnTo>
                        <a:pt x="78427" y="12645"/>
                      </a:lnTo>
                      <a:lnTo>
                        <a:pt x="78427" y="12443"/>
                      </a:lnTo>
                      <a:lnTo>
                        <a:pt x="78427" y="12252"/>
                      </a:lnTo>
                      <a:lnTo>
                        <a:pt x="78427" y="12062"/>
                      </a:lnTo>
                      <a:lnTo>
                        <a:pt x="78427" y="11859"/>
                      </a:lnTo>
                      <a:lnTo>
                        <a:pt x="78427" y="11669"/>
                      </a:lnTo>
                      <a:lnTo>
                        <a:pt x="78427" y="11478"/>
                      </a:lnTo>
                      <a:lnTo>
                        <a:pt x="78427" y="11276"/>
                      </a:lnTo>
                      <a:lnTo>
                        <a:pt x="78427" y="11085"/>
                      </a:lnTo>
                      <a:lnTo>
                        <a:pt x="78427" y="10895"/>
                      </a:lnTo>
                      <a:lnTo>
                        <a:pt x="78427" y="10692"/>
                      </a:lnTo>
                      <a:lnTo>
                        <a:pt x="78427" y="10502"/>
                      </a:lnTo>
                      <a:lnTo>
                        <a:pt x="78427" y="10311"/>
                      </a:lnTo>
                      <a:lnTo>
                        <a:pt x="78427" y="10109"/>
                      </a:lnTo>
                      <a:lnTo>
                        <a:pt x="78427" y="9919"/>
                      </a:lnTo>
                      <a:lnTo>
                        <a:pt x="78427" y="9728"/>
                      </a:lnTo>
                      <a:lnTo>
                        <a:pt x="78427" y="9526"/>
                      </a:lnTo>
                      <a:lnTo>
                        <a:pt x="78427" y="9335"/>
                      </a:lnTo>
                      <a:lnTo>
                        <a:pt x="78427" y="9145"/>
                      </a:lnTo>
                      <a:lnTo>
                        <a:pt x="78427" y="8942"/>
                      </a:lnTo>
                      <a:lnTo>
                        <a:pt x="78427" y="8752"/>
                      </a:lnTo>
                      <a:lnTo>
                        <a:pt x="78427" y="8561"/>
                      </a:lnTo>
                      <a:lnTo>
                        <a:pt x="78427" y="8359"/>
                      </a:lnTo>
                      <a:lnTo>
                        <a:pt x="78427" y="8168"/>
                      </a:lnTo>
                      <a:lnTo>
                        <a:pt x="78427" y="7978"/>
                      </a:lnTo>
                      <a:lnTo>
                        <a:pt x="78427" y="7775"/>
                      </a:lnTo>
                      <a:lnTo>
                        <a:pt x="78427" y="7585"/>
                      </a:lnTo>
                      <a:lnTo>
                        <a:pt x="78427" y="7394"/>
                      </a:lnTo>
                      <a:lnTo>
                        <a:pt x="78427" y="7192"/>
                      </a:lnTo>
                      <a:lnTo>
                        <a:pt x="78427" y="7002"/>
                      </a:lnTo>
                      <a:lnTo>
                        <a:pt x="78427" y="6811"/>
                      </a:lnTo>
                      <a:lnTo>
                        <a:pt x="78427" y="6609"/>
                      </a:lnTo>
                      <a:lnTo>
                        <a:pt x="78427" y="6418"/>
                      </a:lnTo>
                      <a:lnTo>
                        <a:pt x="78427" y="6228"/>
                      </a:lnTo>
                      <a:lnTo>
                        <a:pt x="78427" y="6025"/>
                      </a:lnTo>
                      <a:lnTo>
                        <a:pt x="78427" y="5835"/>
                      </a:lnTo>
                      <a:lnTo>
                        <a:pt x="78427" y="5644"/>
                      </a:lnTo>
                      <a:lnTo>
                        <a:pt x="78427" y="5442"/>
                      </a:lnTo>
                      <a:lnTo>
                        <a:pt x="78427" y="5251"/>
                      </a:lnTo>
                      <a:lnTo>
                        <a:pt x="78427" y="5061"/>
                      </a:lnTo>
                      <a:lnTo>
                        <a:pt x="78427" y="4858"/>
                      </a:lnTo>
                      <a:lnTo>
                        <a:pt x="78427" y="4668"/>
                      </a:lnTo>
                      <a:lnTo>
                        <a:pt x="78427" y="4477"/>
                      </a:lnTo>
                      <a:lnTo>
                        <a:pt x="78427" y="4275"/>
                      </a:lnTo>
                      <a:lnTo>
                        <a:pt x="78427" y="4085"/>
                      </a:lnTo>
                      <a:lnTo>
                        <a:pt x="78427" y="3894"/>
                      </a:lnTo>
                      <a:lnTo>
                        <a:pt x="78427" y="3692"/>
                      </a:lnTo>
                      <a:lnTo>
                        <a:pt x="78427" y="3501"/>
                      </a:lnTo>
                      <a:lnTo>
                        <a:pt x="78427" y="3311"/>
                      </a:lnTo>
                      <a:lnTo>
                        <a:pt x="78427" y="3108"/>
                      </a:lnTo>
                      <a:lnTo>
                        <a:pt x="78427" y="2918"/>
                      </a:lnTo>
                      <a:lnTo>
                        <a:pt x="78427" y="2727"/>
                      </a:lnTo>
                      <a:lnTo>
                        <a:pt x="78427" y="2525"/>
                      </a:lnTo>
                      <a:lnTo>
                        <a:pt x="78427" y="2334"/>
                      </a:lnTo>
                      <a:lnTo>
                        <a:pt x="78427" y="2144"/>
                      </a:lnTo>
                      <a:lnTo>
                        <a:pt x="78427" y="1941"/>
                      </a:lnTo>
                      <a:lnTo>
                        <a:pt x="78427" y="1751"/>
                      </a:lnTo>
                      <a:lnTo>
                        <a:pt x="78427" y="1560"/>
                      </a:lnTo>
                      <a:lnTo>
                        <a:pt x="78427" y="1358"/>
                      </a:lnTo>
                      <a:lnTo>
                        <a:pt x="78427" y="1167"/>
                      </a:lnTo>
                      <a:lnTo>
                        <a:pt x="78427" y="977"/>
                      </a:lnTo>
                      <a:lnTo>
                        <a:pt x="78427" y="775"/>
                      </a:lnTo>
                      <a:lnTo>
                        <a:pt x="78427" y="584"/>
                      </a:lnTo>
                      <a:lnTo>
                        <a:pt x="78427" y="394"/>
                      </a:lnTo>
                      <a:lnTo>
                        <a:pt x="78427" y="191"/>
                      </a:lnTo>
                      <a:lnTo>
                        <a:pt x="78427" y="1"/>
                      </a:lnTo>
                      <a:lnTo>
                        <a:pt x="78212" y="1"/>
                      </a:lnTo>
                      <a:cubicBezTo>
                        <a:pt x="78224" y="858"/>
                        <a:pt x="77760" y="1644"/>
                        <a:pt x="77022" y="2072"/>
                      </a:cubicBezTo>
                      <a:lnTo>
                        <a:pt x="41720" y="22444"/>
                      </a:lnTo>
                      <a:cubicBezTo>
                        <a:pt x="40946" y="22890"/>
                        <a:pt x="40083" y="23114"/>
                        <a:pt x="39218" y="23114"/>
                      </a:cubicBezTo>
                      <a:cubicBezTo>
                        <a:pt x="38353" y="23114"/>
                        <a:pt x="37487" y="22890"/>
                        <a:pt x="36707" y="22444"/>
                      </a:cubicBezTo>
                      <a:lnTo>
                        <a:pt x="1417" y="2072"/>
                      </a:lnTo>
                      <a:cubicBezTo>
                        <a:pt x="667" y="1644"/>
                        <a:pt x="215" y="858"/>
                        <a:pt x="226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A0FDF1">
                        <a:alpha val="41568"/>
                        <a:alpha val="41520"/>
                      </a:srgbClr>
                    </a:gs>
                    <a:gs pos="100000">
                      <a:srgbClr val="FFFFFF">
                        <a:alpha val="37254"/>
                        <a:alpha val="4152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54750" tIns="54750" rIns="54750" bIns="5475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87" name="Google Shape;787;p14"/>
                <p:cNvSpPr/>
                <p:nvPr/>
              </p:nvSpPr>
              <p:spPr>
                <a:xfrm>
                  <a:off x="5553063" y="1487604"/>
                  <a:ext cx="1981525" cy="116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261" h="46572" extrusionOk="0">
                      <a:moveTo>
                        <a:pt x="39635" y="1"/>
                      </a:moveTo>
                      <a:cubicBezTo>
                        <a:pt x="38749" y="1"/>
                        <a:pt x="37862" y="230"/>
                        <a:pt x="37065" y="688"/>
                      </a:cubicBezTo>
                      <a:lnTo>
                        <a:pt x="1679" y="21119"/>
                      </a:lnTo>
                      <a:cubicBezTo>
                        <a:pt x="1" y="22084"/>
                        <a:pt x="1" y="24489"/>
                        <a:pt x="1679" y="25453"/>
                      </a:cubicBezTo>
                      <a:lnTo>
                        <a:pt x="37065" y="45884"/>
                      </a:lnTo>
                      <a:cubicBezTo>
                        <a:pt x="37862" y="46343"/>
                        <a:pt x="38749" y="46572"/>
                        <a:pt x="39635" y="46572"/>
                      </a:cubicBezTo>
                      <a:cubicBezTo>
                        <a:pt x="40520" y="46572"/>
                        <a:pt x="41405" y="46343"/>
                        <a:pt x="42196" y="45884"/>
                      </a:cubicBezTo>
                      <a:lnTo>
                        <a:pt x="77594" y="25453"/>
                      </a:lnTo>
                      <a:cubicBezTo>
                        <a:pt x="79260" y="24489"/>
                        <a:pt x="79260" y="22084"/>
                        <a:pt x="77594" y="21119"/>
                      </a:cubicBezTo>
                      <a:lnTo>
                        <a:pt x="42196" y="688"/>
                      </a:lnTo>
                      <a:cubicBezTo>
                        <a:pt x="41405" y="230"/>
                        <a:pt x="40520" y="1"/>
                        <a:pt x="39635" y="1"/>
                      </a:cubicBezTo>
                      <a:close/>
                    </a:path>
                  </a:pathLst>
                </a:custGeom>
                <a:solidFill>
                  <a:srgbClr val="A0FDF1">
                    <a:alpha val="41520"/>
                  </a:srgbClr>
                </a:solidFill>
                <a:ln>
                  <a:noFill/>
                </a:ln>
              </p:spPr>
              <p:txBody>
                <a:bodyPr spcFirstLastPara="1" wrap="square" lIns="54750" tIns="54750" rIns="54750" bIns="5475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788" name="Google Shape;788;p14"/>
            <p:cNvGrpSpPr/>
            <p:nvPr/>
          </p:nvGrpSpPr>
          <p:grpSpPr>
            <a:xfrm>
              <a:off x="5469860" y="2359776"/>
              <a:ext cx="598632" cy="805372"/>
              <a:chOff x="3478424" y="1308364"/>
              <a:chExt cx="2187185" cy="2942536"/>
            </a:xfrm>
          </p:grpSpPr>
          <p:sp>
            <p:nvSpPr>
              <p:cNvPr id="789" name="Google Shape;789;p14"/>
              <p:cNvSpPr/>
              <p:nvPr/>
            </p:nvSpPr>
            <p:spPr>
              <a:xfrm>
                <a:off x="3485139" y="2969821"/>
                <a:ext cx="2180470" cy="1281079"/>
              </a:xfrm>
              <a:custGeom>
                <a:avLst/>
                <a:gdLst/>
                <a:ahLst/>
                <a:cxnLst/>
                <a:rect l="l" t="t" r="r" b="b"/>
                <a:pathLst>
                  <a:path w="79261" h="46572" extrusionOk="0">
                    <a:moveTo>
                      <a:pt x="39635" y="1"/>
                    </a:moveTo>
                    <a:cubicBezTo>
                      <a:pt x="38749" y="1"/>
                      <a:pt x="37862" y="230"/>
                      <a:pt x="37065" y="688"/>
                    </a:cubicBezTo>
                    <a:lnTo>
                      <a:pt x="1679" y="21119"/>
                    </a:lnTo>
                    <a:cubicBezTo>
                      <a:pt x="1" y="22084"/>
                      <a:pt x="1" y="24489"/>
                      <a:pt x="1679" y="25453"/>
                    </a:cubicBezTo>
                    <a:lnTo>
                      <a:pt x="37065" y="45884"/>
                    </a:lnTo>
                    <a:cubicBezTo>
                      <a:pt x="37862" y="46343"/>
                      <a:pt x="38749" y="46572"/>
                      <a:pt x="39635" y="46572"/>
                    </a:cubicBezTo>
                    <a:cubicBezTo>
                      <a:pt x="40520" y="46572"/>
                      <a:pt x="41405" y="46343"/>
                      <a:pt x="42196" y="45884"/>
                    </a:cubicBezTo>
                    <a:lnTo>
                      <a:pt x="77594" y="25453"/>
                    </a:lnTo>
                    <a:cubicBezTo>
                      <a:pt x="79260" y="24489"/>
                      <a:pt x="79260" y="22084"/>
                      <a:pt x="77594" y="21119"/>
                    </a:cubicBezTo>
                    <a:lnTo>
                      <a:pt x="42196" y="688"/>
                    </a:lnTo>
                    <a:cubicBezTo>
                      <a:pt x="41405" y="230"/>
                      <a:pt x="40520" y="1"/>
                      <a:pt x="3963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0" name="Google Shape;790;p14"/>
              <p:cNvSpPr/>
              <p:nvPr/>
            </p:nvSpPr>
            <p:spPr>
              <a:xfrm>
                <a:off x="3793045" y="1947520"/>
                <a:ext cx="1550129" cy="2096604"/>
              </a:xfrm>
              <a:custGeom>
                <a:avLst/>
                <a:gdLst/>
                <a:ahLst/>
                <a:cxnLst/>
                <a:rect l="l" t="t" r="r" b="b"/>
                <a:pathLst>
                  <a:path w="52721" h="71307" extrusionOk="0">
                    <a:moveTo>
                      <a:pt x="52709" y="0"/>
                    </a:moveTo>
                    <a:lnTo>
                      <a:pt x="0" y="0"/>
                    </a:lnTo>
                    <a:lnTo>
                      <a:pt x="0" y="55495"/>
                    </a:lnTo>
                    <a:cubicBezTo>
                      <a:pt x="0" y="56090"/>
                      <a:pt x="321" y="56650"/>
                      <a:pt x="845" y="56948"/>
                    </a:cubicBezTo>
                    <a:lnTo>
                      <a:pt x="24646" y="70699"/>
                    </a:lnTo>
                    <a:cubicBezTo>
                      <a:pt x="25706" y="71306"/>
                      <a:pt x="27027" y="71306"/>
                      <a:pt x="28087" y="70699"/>
                    </a:cubicBezTo>
                    <a:lnTo>
                      <a:pt x="51876" y="56948"/>
                    </a:lnTo>
                    <a:cubicBezTo>
                      <a:pt x="52399" y="56650"/>
                      <a:pt x="52721" y="56090"/>
                      <a:pt x="52721" y="55495"/>
                    </a:cubicBezTo>
                    <a:lnTo>
                      <a:pt x="52721" y="5549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1" name="Google Shape;791;p14"/>
              <p:cNvSpPr/>
              <p:nvPr/>
            </p:nvSpPr>
            <p:spPr>
              <a:xfrm>
                <a:off x="3784988" y="1482593"/>
                <a:ext cx="1566242" cy="929825"/>
              </a:xfrm>
              <a:custGeom>
                <a:avLst/>
                <a:gdLst/>
                <a:ahLst/>
                <a:cxnLst/>
                <a:rect l="l" t="t" r="r" b="b"/>
                <a:pathLst>
                  <a:path w="53269" h="31624" extrusionOk="0">
                    <a:moveTo>
                      <a:pt x="24920" y="31004"/>
                    </a:moveTo>
                    <a:lnTo>
                      <a:pt x="1119" y="17265"/>
                    </a:lnTo>
                    <a:cubicBezTo>
                      <a:pt x="0" y="16622"/>
                      <a:pt x="0" y="15002"/>
                      <a:pt x="1119" y="14359"/>
                    </a:cubicBezTo>
                    <a:lnTo>
                      <a:pt x="24920" y="620"/>
                    </a:lnTo>
                    <a:cubicBezTo>
                      <a:pt x="25980" y="1"/>
                      <a:pt x="27301" y="1"/>
                      <a:pt x="28361" y="620"/>
                    </a:cubicBezTo>
                    <a:lnTo>
                      <a:pt x="52150" y="14359"/>
                    </a:lnTo>
                    <a:cubicBezTo>
                      <a:pt x="53269" y="15002"/>
                      <a:pt x="53269" y="16622"/>
                      <a:pt x="52150" y="17265"/>
                    </a:cubicBezTo>
                    <a:lnTo>
                      <a:pt x="28361" y="31004"/>
                    </a:lnTo>
                    <a:cubicBezTo>
                      <a:pt x="27289" y="31624"/>
                      <a:pt x="25980" y="31624"/>
                      <a:pt x="24920" y="3100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" name="Google Shape;792;p14"/>
              <p:cNvSpPr/>
              <p:nvPr/>
            </p:nvSpPr>
            <p:spPr>
              <a:xfrm>
                <a:off x="3818244" y="2089627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7"/>
                    </a:moveTo>
                    <a:lnTo>
                      <a:pt x="0" y="1561"/>
                    </a:lnTo>
                    <a:lnTo>
                      <a:pt x="0" y="1"/>
                    </a:lnTo>
                    <a:lnTo>
                      <a:pt x="24194" y="1395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" name="Google Shape;793;p14"/>
              <p:cNvSpPr/>
              <p:nvPr/>
            </p:nvSpPr>
            <p:spPr>
              <a:xfrm>
                <a:off x="3818244" y="2153697"/>
                <a:ext cx="711364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9" extrusionOk="0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" name="Google Shape;794;p14"/>
              <p:cNvSpPr/>
              <p:nvPr/>
            </p:nvSpPr>
            <p:spPr>
              <a:xfrm>
                <a:off x="3818244" y="2218120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Google Shape;795;p14"/>
              <p:cNvSpPr/>
              <p:nvPr/>
            </p:nvSpPr>
            <p:spPr>
              <a:xfrm>
                <a:off x="3818244" y="2282543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" name="Google Shape;796;p14"/>
              <p:cNvSpPr/>
              <p:nvPr/>
            </p:nvSpPr>
            <p:spPr>
              <a:xfrm>
                <a:off x="3818244" y="2346966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" name="Google Shape;797;p14"/>
              <p:cNvSpPr/>
              <p:nvPr/>
            </p:nvSpPr>
            <p:spPr>
              <a:xfrm>
                <a:off x="3818244" y="246178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" name="Google Shape;798;p14"/>
              <p:cNvSpPr/>
              <p:nvPr/>
            </p:nvSpPr>
            <p:spPr>
              <a:xfrm>
                <a:off x="3818244" y="2526209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" name="Google Shape;799;p14"/>
              <p:cNvSpPr/>
              <p:nvPr/>
            </p:nvSpPr>
            <p:spPr>
              <a:xfrm>
                <a:off x="3818244" y="2590250"/>
                <a:ext cx="711364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9" extrusionOk="0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" name="Google Shape;800;p14"/>
              <p:cNvSpPr/>
              <p:nvPr/>
            </p:nvSpPr>
            <p:spPr>
              <a:xfrm>
                <a:off x="3818244" y="2654673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" name="Google Shape;801;p14"/>
              <p:cNvSpPr/>
              <p:nvPr/>
            </p:nvSpPr>
            <p:spPr>
              <a:xfrm>
                <a:off x="3818244" y="271909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" name="Google Shape;802;p14"/>
              <p:cNvSpPr/>
              <p:nvPr/>
            </p:nvSpPr>
            <p:spPr>
              <a:xfrm>
                <a:off x="3818244" y="283391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" name="Google Shape;803;p14"/>
              <p:cNvSpPr/>
              <p:nvPr/>
            </p:nvSpPr>
            <p:spPr>
              <a:xfrm>
                <a:off x="3818244" y="2898339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" name="Google Shape;804;p14"/>
              <p:cNvSpPr/>
              <p:nvPr/>
            </p:nvSpPr>
            <p:spPr>
              <a:xfrm>
                <a:off x="3818244" y="2962762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" name="Google Shape;805;p14"/>
              <p:cNvSpPr/>
              <p:nvPr/>
            </p:nvSpPr>
            <p:spPr>
              <a:xfrm>
                <a:off x="3818244" y="3026803"/>
                <a:ext cx="711364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9" extrusionOk="0">
                    <a:moveTo>
                      <a:pt x="24194" y="15539"/>
                    </a:moveTo>
                    <a:lnTo>
                      <a:pt x="0" y="1573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" name="Google Shape;806;p14"/>
              <p:cNvSpPr/>
              <p:nvPr/>
            </p:nvSpPr>
            <p:spPr>
              <a:xfrm>
                <a:off x="3818244" y="309122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" name="Google Shape;807;p14"/>
              <p:cNvSpPr/>
              <p:nvPr/>
            </p:nvSpPr>
            <p:spPr>
              <a:xfrm>
                <a:off x="3818244" y="320604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7"/>
                    </a:moveTo>
                    <a:lnTo>
                      <a:pt x="0" y="1573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" name="Google Shape;808;p14"/>
              <p:cNvSpPr/>
              <p:nvPr/>
            </p:nvSpPr>
            <p:spPr>
              <a:xfrm>
                <a:off x="3818244" y="3270469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" name="Google Shape;809;p14"/>
              <p:cNvSpPr/>
              <p:nvPr/>
            </p:nvSpPr>
            <p:spPr>
              <a:xfrm>
                <a:off x="3818244" y="3334892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" name="Google Shape;810;p14"/>
              <p:cNvSpPr/>
              <p:nvPr/>
            </p:nvSpPr>
            <p:spPr>
              <a:xfrm>
                <a:off x="3818244" y="3399315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" name="Google Shape;811;p14"/>
              <p:cNvSpPr/>
              <p:nvPr/>
            </p:nvSpPr>
            <p:spPr>
              <a:xfrm>
                <a:off x="3818244" y="3463385"/>
                <a:ext cx="711364" cy="456856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8" extrusionOk="0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" name="Google Shape;812;p14"/>
              <p:cNvSpPr/>
              <p:nvPr/>
            </p:nvSpPr>
            <p:spPr>
              <a:xfrm>
                <a:off x="4606639" y="2089627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7"/>
                    </a:moveTo>
                    <a:lnTo>
                      <a:pt x="24182" y="1561"/>
                    </a:lnTo>
                    <a:lnTo>
                      <a:pt x="24182" y="1"/>
                    </a:lnTo>
                    <a:lnTo>
                      <a:pt x="0" y="1395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" name="Google Shape;813;p14"/>
              <p:cNvSpPr/>
              <p:nvPr/>
            </p:nvSpPr>
            <p:spPr>
              <a:xfrm>
                <a:off x="4606639" y="2153697"/>
                <a:ext cx="711011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9" extrusionOk="0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" name="Google Shape;814;p14"/>
              <p:cNvSpPr/>
              <p:nvPr/>
            </p:nvSpPr>
            <p:spPr>
              <a:xfrm>
                <a:off x="4606639" y="2218120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" name="Google Shape;815;p14"/>
              <p:cNvSpPr/>
              <p:nvPr/>
            </p:nvSpPr>
            <p:spPr>
              <a:xfrm>
                <a:off x="4606639" y="2282543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" name="Google Shape;816;p14"/>
              <p:cNvSpPr/>
              <p:nvPr/>
            </p:nvSpPr>
            <p:spPr>
              <a:xfrm>
                <a:off x="4606639" y="2346966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" name="Google Shape;817;p14"/>
              <p:cNvSpPr/>
              <p:nvPr/>
            </p:nvSpPr>
            <p:spPr>
              <a:xfrm>
                <a:off x="4606639" y="246178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8" name="Google Shape;818;p14"/>
              <p:cNvSpPr/>
              <p:nvPr/>
            </p:nvSpPr>
            <p:spPr>
              <a:xfrm>
                <a:off x="4606639" y="2526209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9" name="Google Shape;819;p14"/>
              <p:cNvSpPr/>
              <p:nvPr/>
            </p:nvSpPr>
            <p:spPr>
              <a:xfrm>
                <a:off x="4606639" y="2590250"/>
                <a:ext cx="711011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9" extrusionOk="0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" name="Google Shape;820;p14"/>
              <p:cNvSpPr/>
              <p:nvPr/>
            </p:nvSpPr>
            <p:spPr>
              <a:xfrm>
                <a:off x="4606639" y="2654673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" name="Google Shape;821;p14"/>
              <p:cNvSpPr/>
              <p:nvPr/>
            </p:nvSpPr>
            <p:spPr>
              <a:xfrm>
                <a:off x="4606639" y="271909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2" name="Google Shape;822;p14"/>
              <p:cNvSpPr/>
              <p:nvPr/>
            </p:nvSpPr>
            <p:spPr>
              <a:xfrm>
                <a:off x="4606639" y="283391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3" name="Google Shape;823;p14"/>
              <p:cNvSpPr/>
              <p:nvPr/>
            </p:nvSpPr>
            <p:spPr>
              <a:xfrm>
                <a:off x="4606639" y="2898339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4" name="Google Shape;824;p14"/>
              <p:cNvSpPr/>
              <p:nvPr/>
            </p:nvSpPr>
            <p:spPr>
              <a:xfrm>
                <a:off x="4606639" y="2962762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5" name="Google Shape;825;p14"/>
              <p:cNvSpPr/>
              <p:nvPr/>
            </p:nvSpPr>
            <p:spPr>
              <a:xfrm>
                <a:off x="4606639" y="3026803"/>
                <a:ext cx="711011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9" extrusionOk="0">
                    <a:moveTo>
                      <a:pt x="0" y="15539"/>
                    </a:moveTo>
                    <a:lnTo>
                      <a:pt x="24182" y="1573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6" name="Google Shape;826;p14"/>
              <p:cNvSpPr/>
              <p:nvPr/>
            </p:nvSpPr>
            <p:spPr>
              <a:xfrm>
                <a:off x="4606639" y="309122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7" name="Google Shape;827;p14"/>
              <p:cNvSpPr/>
              <p:nvPr/>
            </p:nvSpPr>
            <p:spPr>
              <a:xfrm>
                <a:off x="4606639" y="320604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7"/>
                    </a:moveTo>
                    <a:lnTo>
                      <a:pt x="24182" y="1573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8" name="Google Shape;828;p14"/>
              <p:cNvSpPr/>
              <p:nvPr/>
            </p:nvSpPr>
            <p:spPr>
              <a:xfrm>
                <a:off x="4606639" y="3270469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9" name="Google Shape;829;p14"/>
              <p:cNvSpPr/>
              <p:nvPr/>
            </p:nvSpPr>
            <p:spPr>
              <a:xfrm>
                <a:off x="4606639" y="3334892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0" name="Google Shape;830;p14"/>
              <p:cNvSpPr/>
              <p:nvPr/>
            </p:nvSpPr>
            <p:spPr>
              <a:xfrm>
                <a:off x="4606639" y="3399315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1" name="Google Shape;831;p14"/>
              <p:cNvSpPr/>
              <p:nvPr/>
            </p:nvSpPr>
            <p:spPr>
              <a:xfrm>
                <a:off x="4606639" y="3463385"/>
                <a:ext cx="711011" cy="456856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8" extrusionOk="0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832" name="Google Shape;832;p14"/>
              <p:cNvGrpSpPr/>
              <p:nvPr/>
            </p:nvGrpSpPr>
            <p:grpSpPr>
              <a:xfrm>
                <a:off x="3478424" y="1308364"/>
                <a:ext cx="2180470" cy="1878295"/>
                <a:chOff x="5553063" y="1487604"/>
                <a:chExt cx="1981525" cy="1707075"/>
              </a:xfrm>
            </p:grpSpPr>
            <p:sp>
              <p:nvSpPr>
                <p:cNvPr id="833" name="Google Shape;833;p14"/>
                <p:cNvSpPr/>
                <p:nvPr/>
              </p:nvSpPr>
              <p:spPr>
                <a:xfrm>
                  <a:off x="5563488" y="2071829"/>
                  <a:ext cx="1960975" cy="1122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439" h="44914" extrusionOk="0">
                      <a:moveTo>
                        <a:pt x="12" y="1"/>
                      </a:moveTo>
                      <a:cubicBezTo>
                        <a:pt x="12" y="72"/>
                        <a:pt x="12" y="132"/>
                        <a:pt x="12" y="191"/>
                      </a:cubicBezTo>
                      <a:cubicBezTo>
                        <a:pt x="12" y="263"/>
                        <a:pt x="12" y="322"/>
                        <a:pt x="12" y="394"/>
                      </a:cubicBezTo>
                      <a:cubicBezTo>
                        <a:pt x="12" y="453"/>
                        <a:pt x="12" y="525"/>
                        <a:pt x="12" y="584"/>
                      </a:cubicBezTo>
                      <a:cubicBezTo>
                        <a:pt x="12" y="656"/>
                        <a:pt x="12" y="715"/>
                        <a:pt x="12" y="775"/>
                      </a:cubicBezTo>
                      <a:cubicBezTo>
                        <a:pt x="12" y="846"/>
                        <a:pt x="12" y="906"/>
                        <a:pt x="12" y="977"/>
                      </a:cubicBezTo>
                      <a:cubicBezTo>
                        <a:pt x="12" y="1037"/>
                        <a:pt x="12" y="1108"/>
                        <a:pt x="12" y="1167"/>
                      </a:cubicBezTo>
                      <a:cubicBezTo>
                        <a:pt x="12" y="1239"/>
                        <a:pt x="12" y="1298"/>
                        <a:pt x="12" y="1358"/>
                      </a:cubicBezTo>
                      <a:cubicBezTo>
                        <a:pt x="12" y="1429"/>
                        <a:pt x="12" y="1489"/>
                        <a:pt x="12" y="1560"/>
                      </a:cubicBezTo>
                      <a:cubicBezTo>
                        <a:pt x="12" y="1620"/>
                        <a:pt x="12" y="1691"/>
                        <a:pt x="12" y="1751"/>
                      </a:cubicBezTo>
                      <a:cubicBezTo>
                        <a:pt x="12" y="1822"/>
                        <a:pt x="12" y="1882"/>
                        <a:pt x="12" y="1941"/>
                      </a:cubicBezTo>
                      <a:cubicBezTo>
                        <a:pt x="12" y="2013"/>
                        <a:pt x="12" y="2072"/>
                        <a:pt x="12" y="2144"/>
                      </a:cubicBezTo>
                      <a:cubicBezTo>
                        <a:pt x="12" y="2203"/>
                        <a:pt x="12" y="2275"/>
                        <a:pt x="12" y="2334"/>
                      </a:cubicBezTo>
                      <a:cubicBezTo>
                        <a:pt x="12" y="2406"/>
                        <a:pt x="12" y="2465"/>
                        <a:pt x="12" y="2525"/>
                      </a:cubicBezTo>
                      <a:cubicBezTo>
                        <a:pt x="12" y="2596"/>
                        <a:pt x="12" y="2656"/>
                        <a:pt x="12" y="2727"/>
                      </a:cubicBezTo>
                      <a:cubicBezTo>
                        <a:pt x="12" y="2787"/>
                        <a:pt x="12" y="2858"/>
                        <a:pt x="12" y="2918"/>
                      </a:cubicBezTo>
                      <a:cubicBezTo>
                        <a:pt x="12" y="2989"/>
                        <a:pt x="12" y="3049"/>
                        <a:pt x="12" y="3108"/>
                      </a:cubicBezTo>
                      <a:cubicBezTo>
                        <a:pt x="12" y="3180"/>
                        <a:pt x="12" y="3239"/>
                        <a:pt x="12" y="3311"/>
                      </a:cubicBezTo>
                      <a:cubicBezTo>
                        <a:pt x="12" y="3370"/>
                        <a:pt x="12" y="3442"/>
                        <a:pt x="12" y="3501"/>
                      </a:cubicBezTo>
                      <a:cubicBezTo>
                        <a:pt x="12" y="3573"/>
                        <a:pt x="12" y="3632"/>
                        <a:pt x="12" y="3692"/>
                      </a:cubicBezTo>
                      <a:cubicBezTo>
                        <a:pt x="12" y="3763"/>
                        <a:pt x="12" y="3823"/>
                        <a:pt x="12" y="3894"/>
                      </a:cubicBezTo>
                      <a:cubicBezTo>
                        <a:pt x="12" y="3954"/>
                        <a:pt x="12" y="4025"/>
                        <a:pt x="12" y="4085"/>
                      </a:cubicBezTo>
                      <a:cubicBezTo>
                        <a:pt x="12" y="4156"/>
                        <a:pt x="12" y="4215"/>
                        <a:pt x="12" y="4275"/>
                      </a:cubicBezTo>
                      <a:cubicBezTo>
                        <a:pt x="12" y="4346"/>
                        <a:pt x="12" y="4406"/>
                        <a:pt x="12" y="4477"/>
                      </a:cubicBezTo>
                      <a:cubicBezTo>
                        <a:pt x="12" y="4537"/>
                        <a:pt x="12" y="4608"/>
                        <a:pt x="12" y="4668"/>
                      </a:cubicBezTo>
                      <a:cubicBezTo>
                        <a:pt x="12" y="4739"/>
                        <a:pt x="12" y="4799"/>
                        <a:pt x="12" y="4858"/>
                      </a:cubicBezTo>
                      <a:cubicBezTo>
                        <a:pt x="12" y="4930"/>
                        <a:pt x="12" y="4989"/>
                        <a:pt x="12" y="5061"/>
                      </a:cubicBezTo>
                      <a:cubicBezTo>
                        <a:pt x="12" y="5120"/>
                        <a:pt x="12" y="5192"/>
                        <a:pt x="12" y="5251"/>
                      </a:cubicBezTo>
                      <a:cubicBezTo>
                        <a:pt x="12" y="5323"/>
                        <a:pt x="12" y="5382"/>
                        <a:pt x="12" y="5442"/>
                      </a:cubicBezTo>
                      <a:cubicBezTo>
                        <a:pt x="12" y="5513"/>
                        <a:pt x="12" y="5573"/>
                        <a:pt x="12" y="5644"/>
                      </a:cubicBezTo>
                      <a:cubicBezTo>
                        <a:pt x="12" y="5704"/>
                        <a:pt x="12" y="5775"/>
                        <a:pt x="12" y="5835"/>
                      </a:cubicBezTo>
                      <a:cubicBezTo>
                        <a:pt x="12" y="5906"/>
                        <a:pt x="12" y="5966"/>
                        <a:pt x="12" y="6025"/>
                      </a:cubicBezTo>
                      <a:cubicBezTo>
                        <a:pt x="12" y="6097"/>
                        <a:pt x="12" y="6156"/>
                        <a:pt x="12" y="6228"/>
                      </a:cubicBezTo>
                      <a:cubicBezTo>
                        <a:pt x="12" y="6287"/>
                        <a:pt x="12" y="6359"/>
                        <a:pt x="12" y="6418"/>
                      </a:cubicBezTo>
                      <a:cubicBezTo>
                        <a:pt x="12" y="6490"/>
                        <a:pt x="12" y="6549"/>
                        <a:pt x="12" y="6609"/>
                      </a:cubicBezTo>
                      <a:cubicBezTo>
                        <a:pt x="12" y="6680"/>
                        <a:pt x="12" y="6740"/>
                        <a:pt x="12" y="6811"/>
                      </a:cubicBezTo>
                      <a:cubicBezTo>
                        <a:pt x="12" y="6871"/>
                        <a:pt x="12" y="6942"/>
                        <a:pt x="12" y="7002"/>
                      </a:cubicBezTo>
                      <a:cubicBezTo>
                        <a:pt x="12" y="7073"/>
                        <a:pt x="12" y="7132"/>
                        <a:pt x="12" y="7192"/>
                      </a:cubicBezTo>
                      <a:cubicBezTo>
                        <a:pt x="12" y="7263"/>
                        <a:pt x="12" y="7323"/>
                        <a:pt x="12" y="7394"/>
                      </a:cubicBezTo>
                      <a:cubicBezTo>
                        <a:pt x="12" y="7454"/>
                        <a:pt x="12" y="7525"/>
                        <a:pt x="12" y="7585"/>
                      </a:cubicBezTo>
                      <a:cubicBezTo>
                        <a:pt x="12" y="7656"/>
                        <a:pt x="12" y="7716"/>
                        <a:pt x="12" y="7775"/>
                      </a:cubicBezTo>
                      <a:cubicBezTo>
                        <a:pt x="12" y="7847"/>
                        <a:pt x="12" y="7906"/>
                        <a:pt x="12" y="7978"/>
                      </a:cubicBezTo>
                      <a:cubicBezTo>
                        <a:pt x="12" y="8037"/>
                        <a:pt x="12" y="8109"/>
                        <a:pt x="12" y="8168"/>
                      </a:cubicBezTo>
                      <a:cubicBezTo>
                        <a:pt x="12" y="8228"/>
                        <a:pt x="12" y="8299"/>
                        <a:pt x="12" y="8359"/>
                      </a:cubicBezTo>
                      <a:cubicBezTo>
                        <a:pt x="12" y="8430"/>
                        <a:pt x="12" y="8490"/>
                        <a:pt x="12" y="8561"/>
                      </a:cubicBezTo>
                      <a:cubicBezTo>
                        <a:pt x="12" y="8621"/>
                        <a:pt x="12" y="8692"/>
                        <a:pt x="12" y="8752"/>
                      </a:cubicBezTo>
                      <a:cubicBezTo>
                        <a:pt x="12" y="8811"/>
                        <a:pt x="12" y="8883"/>
                        <a:pt x="12" y="8942"/>
                      </a:cubicBezTo>
                      <a:cubicBezTo>
                        <a:pt x="12" y="9014"/>
                        <a:pt x="12" y="9073"/>
                        <a:pt x="12" y="9145"/>
                      </a:cubicBezTo>
                      <a:cubicBezTo>
                        <a:pt x="12" y="9204"/>
                        <a:pt x="12" y="9276"/>
                        <a:pt x="12" y="9335"/>
                      </a:cubicBezTo>
                      <a:cubicBezTo>
                        <a:pt x="12" y="9395"/>
                        <a:pt x="12" y="9466"/>
                        <a:pt x="12" y="9526"/>
                      </a:cubicBezTo>
                      <a:cubicBezTo>
                        <a:pt x="12" y="9597"/>
                        <a:pt x="12" y="9657"/>
                        <a:pt x="12" y="9728"/>
                      </a:cubicBezTo>
                      <a:cubicBezTo>
                        <a:pt x="12" y="9788"/>
                        <a:pt x="12" y="9859"/>
                        <a:pt x="12" y="9919"/>
                      </a:cubicBezTo>
                      <a:cubicBezTo>
                        <a:pt x="12" y="9978"/>
                        <a:pt x="12" y="10050"/>
                        <a:pt x="12" y="10109"/>
                      </a:cubicBezTo>
                      <a:cubicBezTo>
                        <a:pt x="12" y="10180"/>
                        <a:pt x="12" y="10240"/>
                        <a:pt x="12" y="10311"/>
                      </a:cubicBezTo>
                      <a:cubicBezTo>
                        <a:pt x="12" y="10371"/>
                        <a:pt x="12" y="10442"/>
                        <a:pt x="12" y="10502"/>
                      </a:cubicBezTo>
                      <a:cubicBezTo>
                        <a:pt x="12" y="10561"/>
                        <a:pt x="12" y="10633"/>
                        <a:pt x="12" y="10692"/>
                      </a:cubicBezTo>
                      <a:cubicBezTo>
                        <a:pt x="12" y="10764"/>
                        <a:pt x="12" y="10823"/>
                        <a:pt x="12" y="10895"/>
                      </a:cubicBezTo>
                      <a:cubicBezTo>
                        <a:pt x="12" y="10954"/>
                        <a:pt x="12" y="11026"/>
                        <a:pt x="12" y="11085"/>
                      </a:cubicBezTo>
                      <a:cubicBezTo>
                        <a:pt x="12" y="11145"/>
                        <a:pt x="12" y="11216"/>
                        <a:pt x="12" y="11276"/>
                      </a:cubicBezTo>
                      <a:cubicBezTo>
                        <a:pt x="12" y="11347"/>
                        <a:pt x="12" y="11407"/>
                        <a:pt x="12" y="11478"/>
                      </a:cubicBezTo>
                      <a:cubicBezTo>
                        <a:pt x="12" y="11538"/>
                        <a:pt x="12" y="11609"/>
                        <a:pt x="12" y="11669"/>
                      </a:cubicBezTo>
                      <a:cubicBezTo>
                        <a:pt x="12" y="11728"/>
                        <a:pt x="12" y="11800"/>
                        <a:pt x="12" y="11859"/>
                      </a:cubicBezTo>
                      <a:cubicBezTo>
                        <a:pt x="12" y="11931"/>
                        <a:pt x="12" y="11990"/>
                        <a:pt x="12" y="12062"/>
                      </a:cubicBezTo>
                      <a:cubicBezTo>
                        <a:pt x="12" y="12121"/>
                        <a:pt x="12" y="12193"/>
                        <a:pt x="12" y="12252"/>
                      </a:cubicBezTo>
                      <a:cubicBezTo>
                        <a:pt x="12" y="12312"/>
                        <a:pt x="12" y="12383"/>
                        <a:pt x="12" y="12443"/>
                      </a:cubicBezTo>
                      <a:cubicBezTo>
                        <a:pt x="12" y="12514"/>
                        <a:pt x="12" y="12574"/>
                        <a:pt x="12" y="12645"/>
                      </a:cubicBezTo>
                      <a:cubicBezTo>
                        <a:pt x="12" y="12705"/>
                        <a:pt x="12" y="12776"/>
                        <a:pt x="12" y="12836"/>
                      </a:cubicBezTo>
                      <a:cubicBezTo>
                        <a:pt x="12" y="12895"/>
                        <a:pt x="12" y="12967"/>
                        <a:pt x="12" y="13026"/>
                      </a:cubicBezTo>
                      <a:cubicBezTo>
                        <a:pt x="12" y="13098"/>
                        <a:pt x="12" y="13157"/>
                        <a:pt x="12" y="13228"/>
                      </a:cubicBezTo>
                      <a:cubicBezTo>
                        <a:pt x="12" y="13288"/>
                        <a:pt x="12" y="13359"/>
                        <a:pt x="12" y="13419"/>
                      </a:cubicBezTo>
                      <a:cubicBezTo>
                        <a:pt x="12" y="13479"/>
                        <a:pt x="12" y="13550"/>
                        <a:pt x="12" y="13609"/>
                      </a:cubicBezTo>
                      <a:cubicBezTo>
                        <a:pt x="12" y="13681"/>
                        <a:pt x="12" y="13740"/>
                        <a:pt x="12" y="13812"/>
                      </a:cubicBezTo>
                      <a:cubicBezTo>
                        <a:pt x="12" y="13871"/>
                        <a:pt x="12" y="13943"/>
                        <a:pt x="12" y="14002"/>
                      </a:cubicBezTo>
                      <a:cubicBezTo>
                        <a:pt x="12" y="14062"/>
                        <a:pt x="12" y="14133"/>
                        <a:pt x="12" y="14193"/>
                      </a:cubicBezTo>
                      <a:cubicBezTo>
                        <a:pt x="12" y="14264"/>
                        <a:pt x="12" y="14324"/>
                        <a:pt x="12" y="14395"/>
                      </a:cubicBezTo>
                      <a:cubicBezTo>
                        <a:pt x="12" y="14455"/>
                        <a:pt x="12" y="14526"/>
                        <a:pt x="12" y="14586"/>
                      </a:cubicBezTo>
                      <a:cubicBezTo>
                        <a:pt x="12" y="14645"/>
                        <a:pt x="12" y="14717"/>
                        <a:pt x="12" y="14776"/>
                      </a:cubicBezTo>
                      <a:cubicBezTo>
                        <a:pt x="12" y="14848"/>
                        <a:pt x="12" y="14907"/>
                        <a:pt x="12" y="14979"/>
                      </a:cubicBezTo>
                      <a:cubicBezTo>
                        <a:pt x="12" y="15038"/>
                        <a:pt x="12" y="15110"/>
                        <a:pt x="12" y="15169"/>
                      </a:cubicBezTo>
                      <a:cubicBezTo>
                        <a:pt x="12" y="15229"/>
                        <a:pt x="12" y="15300"/>
                        <a:pt x="12" y="15360"/>
                      </a:cubicBezTo>
                      <a:cubicBezTo>
                        <a:pt x="12" y="15431"/>
                        <a:pt x="12" y="15491"/>
                        <a:pt x="12" y="15562"/>
                      </a:cubicBezTo>
                      <a:cubicBezTo>
                        <a:pt x="12" y="15622"/>
                        <a:pt x="12" y="15693"/>
                        <a:pt x="12" y="15753"/>
                      </a:cubicBezTo>
                      <a:cubicBezTo>
                        <a:pt x="12" y="15812"/>
                        <a:pt x="12" y="15884"/>
                        <a:pt x="12" y="15943"/>
                      </a:cubicBezTo>
                      <a:cubicBezTo>
                        <a:pt x="12" y="16015"/>
                        <a:pt x="12" y="16074"/>
                        <a:pt x="12" y="16146"/>
                      </a:cubicBezTo>
                      <a:cubicBezTo>
                        <a:pt x="12" y="16205"/>
                        <a:pt x="12" y="16276"/>
                        <a:pt x="12" y="16336"/>
                      </a:cubicBezTo>
                      <a:cubicBezTo>
                        <a:pt x="12" y="16396"/>
                        <a:pt x="12" y="16467"/>
                        <a:pt x="12" y="16527"/>
                      </a:cubicBezTo>
                      <a:cubicBezTo>
                        <a:pt x="12" y="16598"/>
                        <a:pt x="12" y="16657"/>
                        <a:pt x="12" y="16729"/>
                      </a:cubicBezTo>
                      <a:cubicBezTo>
                        <a:pt x="12" y="16788"/>
                        <a:pt x="12" y="16860"/>
                        <a:pt x="12" y="16919"/>
                      </a:cubicBezTo>
                      <a:cubicBezTo>
                        <a:pt x="12" y="16979"/>
                        <a:pt x="12" y="17050"/>
                        <a:pt x="12" y="17110"/>
                      </a:cubicBezTo>
                      <a:cubicBezTo>
                        <a:pt x="12" y="17181"/>
                        <a:pt x="12" y="17241"/>
                        <a:pt x="12" y="17312"/>
                      </a:cubicBezTo>
                      <a:cubicBezTo>
                        <a:pt x="12" y="17372"/>
                        <a:pt x="12" y="17443"/>
                        <a:pt x="12" y="17503"/>
                      </a:cubicBezTo>
                      <a:cubicBezTo>
                        <a:pt x="12" y="17562"/>
                        <a:pt x="12" y="17634"/>
                        <a:pt x="12" y="17693"/>
                      </a:cubicBezTo>
                      <a:cubicBezTo>
                        <a:pt x="12" y="17765"/>
                        <a:pt x="12" y="17824"/>
                        <a:pt x="12" y="17896"/>
                      </a:cubicBezTo>
                      <a:cubicBezTo>
                        <a:pt x="12" y="17955"/>
                        <a:pt x="12" y="18015"/>
                        <a:pt x="12" y="18086"/>
                      </a:cubicBezTo>
                      <a:cubicBezTo>
                        <a:pt x="12" y="18146"/>
                        <a:pt x="12" y="18217"/>
                        <a:pt x="12" y="18277"/>
                      </a:cubicBezTo>
                      <a:cubicBezTo>
                        <a:pt x="12" y="18348"/>
                        <a:pt x="12" y="18408"/>
                        <a:pt x="12" y="18479"/>
                      </a:cubicBezTo>
                      <a:cubicBezTo>
                        <a:pt x="12" y="18539"/>
                        <a:pt x="12" y="18598"/>
                        <a:pt x="12" y="18670"/>
                      </a:cubicBezTo>
                      <a:cubicBezTo>
                        <a:pt x="12" y="18729"/>
                        <a:pt x="12" y="18801"/>
                        <a:pt x="12" y="18860"/>
                      </a:cubicBezTo>
                      <a:cubicBezTo>
                        <a:pt x="12" y="18932"/>
                        <a:pt x="12" y="18991"/>
                        <a:pt x="12" y="19063"/>
                      </a:cubicBezTo>
                      <a:cubicBezTo>
                        <a:pt x="12" y="19122"/>
                        <a:pt x="12" y="19182"/>
                        <a:pt x="12" y="19253"/>
                      </a:cubicBezTo>
                      <a:cubicBezTo>
                        <a:pt x="12" y="19313"/>
                        <a:pt x="12" y="19384"/>
                        <a:pt x="12" y="19444"/>
                      </a:cubicBezTo>
                      <a:cubicBezTo>
                        <a:pt x="12" y="19515"/>
                        <a:pt x="12" y="19575"/>
                        <a:pt x="12" y="19646"/>
                      </a:cubicBezTo>
                      <a:cubicBezTo>
                        <a:pt x="12" y="19705"/>
                        <a:pt x="12" y="19765"/>
                        <a:pt x="12" y="19836"/>
                      </a:cubicBezTo>
                      <a:cubicBezTo>
                        <a:pt x="12" y="19896"/>
                        <a:pt x="12" y="19967"/>
                        <a:pt x="12" y="20027"/>
                      </a:cubicBezTo>
                      <a:cubicBezTo>
                        <a:pt x="12" y="20098"/>
                        <a:pt x="12" y="20158"/>
                        <a:pt x="12" y="20229"/>
                      </a:cubicBezTo>
                      <a:cubicBezTo>
                        <a:pt x="12" y="20289"/>
                        <a:pt x="12" y="20348"/>
                        <a:pt x="12" y="20420"/>
                      </a:cubicBezTo>
                      <a:cubicBezTo>
                        <a:pt x="12" y="20479"/>
                        <a:pt x="12" y="20551"/>
                        <a:pt x="12" y="20610"/>
                      </a:cubicBezTo>
                      <a:cubicBezTo>
                        <a:pt x="12" y="20682"/>
                        <a:pt x="12" y="20741"/>
                        <a:pt x="12" y="20813"/>
                      </a:cubicBezTo>
                      <a:cubicBezTo>
                        <a:pt x="12" y="20872"/>
                        <a:pt x="12" y="20932"/>
                        <a:pt x="12" y="21003"/>
                      </a:cubicBezTo>
                      <a:cubicBezTo>
                        <a:pt x="12" y="21063"/>
                        <a:pt x="12" y="21134"/>
                        <a:pt x="12" y="21194"/>
                      </a:cubicBezTo>
                      <a:cubicBezTo>
                        <a:pt x="12" y="21265"/>
                        <a:pt x="12" y="21325"/>
                        <a:pt x="12" y="21396"/>
                      </a:cubicBezTo>
                      <a:cubicBezTo>
                        <a:pt x="12" y="21456"/>
                        <a:pt x="12" y="21515"/>
                        <a:pt x="12" y="21587"/>
                      </a:cubicBezTo>
                      <a:cubicBezTo>
                        <a:pt x="0" y="22515"/>
                        <a:pt x="500" y="23373"/>
                        <a:pt x="1310" y="23837"/>
                      </a:cubicBezTo>
                      <a:lnTo>
                        <a:pt x="36612" y="44208"/>
                      </a:lnTo>
                      <a:cubicBezTo>
                        <a:pt x="37416" y="44679"/>
                        <a:pt x="38315" y="44914"/>
                        <a:pt x="39215" y="44914"/>
                      </a:cubicBezTo>
                      <a:cubicBezTo>
                        <a:pt x="40115" y="44914"/>
                        <a:pt x="41017" y="44679"/>
                        <a:pt x="41827" y="44208"/>
                      </a:cubicBezTo>
                      <a:lnTo>
                        <a:pt x="77129" y="23837"/>
                      </a:lnTo>
                      <a:cubicBezTo>
                        <a:pt x="77939" y="23373"/>
                        <a:pt x="78439" y="22515"/>
                        <a:pt x="78427" y="21587"/>
                      </a:cubicBezTo>
                      <a:lnTo>
                        <a:pt x="78427" y="21384"/>
                      </a:lnTo>
                      <a:lnTo>
                        <a:pt x="78427" y="21194"/>
                      </a:lnTo>
                      <a:lnTo>
                        <a:pt x="78427" y="21003"/>
                      </a:lnTo>
                      <a:lnTo>
                        <a:pt x="78427" y="20801"/>
                      </a:lnTo>
                      <a:lnTo>
                        <a:pt x="78427" y="20610"/>
                      </a:lnTo>
                      <a:lnTo>
                        <a:pt x="78427" y="20420"/>
                      </a:lnTo>
                      <a:lnTo>
                        <a:pt x="78427" y="20217"/>
                      </a:lnTo>
                      <a:lnTo>
                        <a:pt x="78427" y="20027"/>
                      </a:lnTo>
                      <a:lnTo>
                        <a:pt x="78427" y="19836"/>
                      </a:lnTo>
                      <a:lnTo>
                        <a:pt x="78427" y="19634"/>
                      </a:lnTo>
                      <a:lnTo>
                        <a:pt x="78427" y="19444"/>
                      </a:lnTo>
                      <a:lnTo>
                        <a:pt x="78427" y="19253"/>
                      </a:lnTo>
                      <a:lnTo>
                        <a:pt x="78427" y="19051"/>
                      </a:lnTo>
                      <a:lnTo>
                        <a:pt x="78427" y="18860"/>
                      </a:lnTo>
                      <a:lnTo>
                        <a:pt x="78427" y="18670"/>
                      </a:lnTo>
                      <a:lnTo>
                        <a:pt x="78427" y="18467"/>
                      </a:lnTo>
                      <a:lnTo>
                        <a:pt x="78427" y="18277"/>
                      </a:lnTo>
                      <a:lnTo>
                        <a:pt x="78427" y="18086"/>
                      </a:lnTo>
                      <a:lnTo>
                        <a:pt x="78427" y="17884"/>
                      </a:lnTo>
                      <a:lnTo>
                        <a:pt x="78427" y="17693"/>
                      </a:lnTo>
                      <a:lnTo>
                        <a:pt x="78427" y="17503"/>
                      </a:lnTo>
                      <a:lnTo>
                        <a:pt x="78427" y="17300"/>
                      </a:lnTo>
                      <a:lnTo>
                        <a:pt x="78427" y="17110"/>
                      </a:lnTo>
                      <a:lnTo>
                        <a:pt x="78427" y="16919"/>
                      </a:lnTo>
                      <a:lnTo>
                        <a:pt x="78427" y="16717"/>
                      </a:lnTo>
                      <a:lnTo>
                        <a:pt x="78427" y="16527"/>
                      </a:lnTo>
                      <a:lnTo>
                        <a:pt x="78427" y="16336"/>
                      </a:lnTo>
                      <a:lnTo>
                        <a:pt x="78427" y="16146"/>
                      </a:lnTo>
                      <a:lnTo>
                        <a:pt x="78427" y="15943"/>
                      </a:lnTo>
                      <a:lnTo>
                        <a:pt x="78427" y="15753"/>
                      </a:lnTo>
                      <a:lnTo>
                        <a:pt x="78427" y="15562"/>
                      </a:lnTo>
                      <a:lnTo>
                        <a:pt x="78427" y="15360"/>
                      </a:lnTo>
                      <a:lnTo>
                        <a:pt x="78427" y="15169"/>
                      </a:lnTo>
                      <a:lnTo>
                        <a:pt x="78427" y="14979"/>
                      </a:lnTo>
                      <a:lnTo>
                        <a:pt x="78427" y="14776"/>
                      </a:lnTo>
                      <a:lnTo>
                        <a:pt x="78427" y="14586"/>
                      </a:lnTo>
                      <a:lnTo>
                        <a:pt x="78427" y="14395"/>
                      </a:lnTo>
                      <a:lnTo>
                        <a:pt x="78427" y="14193"/>
                      </a:lnTo>
                      <a:lnTo>
                        <a:pt x="78427" y="14002"/>
                      </a:lnTo>
                      <a:lnTo>
                        <a:pt x="78427" y="13812"/>
                      </a:lnTo>
                      <a:lnTo>
                        <a:pt x="78427" y="13609"/>
                      </a:lnTo>
                      <a:lnTo>
                        <a:pt x="78427" y="13419"/>
                      </a:lnTo>
                      <a:lnTo>
                        <a:pt x="78427" y="13228"/>
                      </a:lnTo>
                      <a:lnTo>
                        <a:pt x="78427" y="13026"/>
                      </a:lnTo>
                      <a:lnTo>
                        <a:pt x="78427" y="12836"/>
                      </a:lnTo>
                      <a:lnTo>
                        <a:pt x="78427" y="12645"/>
                      </a:lnTo>
                      <a:lnTo>
                        <a:pt x="78427" y="12443"/>
                      </a:lnTo>
                      <a:lnTo>
                        <a:pt x="78427" y="12252"/>
                      </a:lnTo>
                      <a:lnTo>
                        <a:pt x="78427" y="12062"/>
                      </a:lnTo>
                      <a:lnTo>
                        <a:pt x="78427" y="11859"/>
                      </a:lnTo>
                      <a:lnTo>
                        <a:pt x="78427" y="11669"/>
                      </a:lnTo>
                      <a:lnTo>
                        <a:pt x="78427" y="11478"/>
                      </a:lnTo>
                      <a:lnTo>
                        <a:pt x="78427" y="11276"/>
                      </a:lnTo>
                      <a:lnTo>
                        <a:pt x="78427" y="11085"/>
                      </a:lnTo>
                      <a:lnTo>
                        <a:pt x="78427" y="10895"/>
                      </a:lnTo>
                      <a:lnTo>
                        <a:pt x="78427" y="10692"/>
                      </a:lnTo>
                      <a:lnTo>
                        <a:pt x="78427" y="10502"/>
                      </a:lnTo>
                      <a:lnTo>
                        <a:pt x="78427" y="10311"/>
                      </a:lnTo>
                      <a:lnTo>
                        <a:pt x="78427" y="10109"/>
                      </a:lnTo>
                      <a:lnTo>
                        <a:pt x="78427" y="9919"/>
                      </a:lnTo>
                      <a:lnTo>
                        <a:pt x="78427" y="9728"/>
                      </a:lnTo>
                      <a:lnTo>
                        <a:pt x="78427" y="9526"/>
                      </a:lnTo>
                      <a:lnTo>
                        <a:pt x="78427" y="9335"/>
                      </a:lnTo>
                      <a:lnTo>
                        <a:pt x="78427" y="9145"/>
                      </a:lnTo>
                      <a:lnTo>
                        <a:pt x="78427" y="8942"/>
                      </a:lnTo>
                      <a:lnTo>
                        <a:pt x="78427" y="8752"/>
                      </a:lnTo>
                      <a:lnTo>
                        <a:pt x="78427" y="8561"/>
                      </a:lnTo>
                      <a:lnTo>
                        <a:pt x="78427" y="8359"/>
                      </a:lnTo>
                      <a:lnTo>
                        <a:pt x="78427" y="8168"/>
                      </a:lnTo>
                      <a:lnTo>
                        <a:pt x="78427" y="7978"/>
                      </a:lnTo>
                      <a:lnTo>
                        <a:pt x="78427" y="7775"/>
                      </a:lnTo>
                      <a:lnTo>
                        <a:pt x="78427" y="7585"/>
                      </a:lnTo>
                      <a:lnTo>
                        <a:pt x="78427" y="7394"/>
                      </a:lnTo>
                      <a:lnTo>
                        <a:pt x="78427" y="7192"/>
                      </a:lnTo>
                      <a:lnTo>
                        <a:pt x="78427" y="7002"/>
                      </a:lnTo>
                      <a:lnTo>
                        <a:pt x="78427" y="6811"/>
                      </a:lnTo>
                      <a:lnTo>
                        <a:pt x="78427" y="6609"/>
                      </a:lnTo>
                      <a:lnTo>
                        <a:pt x="78427" y="6418"/>
                      </a:lnTo>
                      <a:lnTo>
                        <a:pt x="78427" y="6228"/>
                      </a:lnTo>
                      <a:lnTo>
                        <a:pt x="78427" y="6025"/>
                      </a:lnTo>
                      <a:lnTo>
                        <a:pt x="78427" y="5835"/>
                      </a:lnTo>
                      <a:lnTo>
                        <a:pt x="78427" y="5644"/>
                      </a:lnTo>
                      <a:lnTo>
                        <a:pt x="78427" y="5442"/>
                      </a:lnTo>
                      <a:lnTo>
                        <a:pt x="78427" y="5251"/>
                      </a:lnTo>
                      <a:lnTo>
                        <a:pt x="78427" y="5061"/>
                      </a:lnTo>
                      <a:lnTo>
                        <a:pt x="78427" y="4858"/>
                      </a:lnTo>
                      <a:lnTo>
                        <a:pt x="78427" y="4668"/>
                      </a:lnTo>
                      <a:lnTo>
                        <a:pt x="78427" y="4477"/>
                      </a:lnTo>
                      <a:lnTo>
                        <a:pt x="78427" y="4275"/>
                      </a:lnTo>
                      <a:lnTo>
                        <a:pt x="78427" y="4085"/>
                      </a:lnTo>
                      <a:lnTo>
                        <a:pt x="78427" y="3894"/>
                      </a:lnTo>
                      <a:lnTo>
                        <a:pt x="78427" y="3692"/>
                      </a:lnTo>
                      <a:lnTo>
                        <a:pt x="78427" y="3501"/>
                      </a:lnTo>
                      <a:lnTo>
                        <a:pt x="78427" y="3311"/>
                      </a:lnTo>
                      <a:lnTo>
                        <a:pt x="78427" y="3108"/>
                      </a:lnTo>
                      <a:lnTo>
                        <a:pt x="78427" y="2918"/>
                      </a:lnTo>
                      <a:lnTo>
                        <a:pt x="78427" y="2727"/>
                      </a:lnTo>
                      <a:lnTo>
                        <a:pt x="78427" y="2525"/>
                      </a:lnTo>
                      <a:lnTo>
                        <a:pt x="78427" y="2334"/>
                      </a:lnTo>
                      <a:lnTo>
                        <a:pt x="78427" y="2144"/>
                      </a:lnTo>
                      <a:lnTo>
                        <a:pt x="78427" y="1941"/>
                      </a:lnTo>
                      <a:lnTo>
                        <a:pt x="78427" y="1751"/>
                      </a:lnTo>
                      <a:lnTo>
                        <a:pt x="78427" y="1560"/>
                      </a:lnTo>
                      <a:lnTo>
                        <a:pt x="78427" y="1358"/>
                      </a:lnTo>
                      <a:lnTo>
                        <a:pt x="78427" y="1167"/>
                      </a:lnTo>
                      <a:lnTo>
                        <a:pt x="78427" y="977"/>
                      </a:lnTo>
                      <a:lnTo>
                        <a:pt x="78427" y="775"/>
                      </a:lnTo>
                      <a:lnTo>
                        <a:pt x="78427" y="584"/>
                      </a:lnTo>
                      <a:lnTo>
                        <a:pt x="78427" y="394"/>
                      </a:lnTo>
                      <a:lnTo>
                        <a:pt x="78427" y="191"/>
                      </a:lnTo>
                      <a:lnTo>
                        <a:pt x="78427" y="1"/>
                      </a:lnTo>
                      <a:lnTo>
                        <a:pt x="78212" y="1"/>
                      </a:lnTo>
                      <a:cubicBezTo>
                        <a:pt x="78224" y="858"/>
                        <a:pt x="77760" y="1644"/>
                        <a:pt x="77022" y="2072"/>
                      </a:cubicBezTo>
                      <a:lnTo>
                        <a:pt x="41720" y="22444"/>
                      </a:lnTo>
                      <a:cubicBezTo>
                        <a:pt x="40946" y="22890"/>
                        <a:pt x="40083" y="23114"/>
                        <a:pt x="39218" y="23114"/>
                      </a:cubicBezTo>
                      <a:cubicBezTo>
                        <a:pt x="38353" y="23114"/>
                        <a:pt x="37487" y="22890"/>
                        <a:pt x="36707" y="22444"/>
                      </a:cubicBezTo>
                      <a:lnTo>
                        <a:pt x="1417" y="2072"/>
                      </a:lnTo>
                      <a:cubicBezTo>
                        <a:pt x="667" y="1644"/>
                        <a:pt x="215" y="858"/>
                        <a:pt x="226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A0FDF1">
                        <a:alpha val="41568"/>
                        <a:alpha val="41520"/>
                      </a:srgbClr>
                    </a:gs>
                    <a:gs pos="100000">
                      <a:srgbClr val="FFFFFF">
                        <a:alpha val="37254"/>
                        <a:alpha val="4152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54750" tIns="54750" rIns="54750" bIns="5475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34" name="Google Shape;834;p14"/>
                <p:cNvSpPr/>
                <p:nvPr/>
              </p:nvSpPr>
              <p:spPr>
                <a:xfrm>
                  <a:off x="5553063" y="1487604"/>
                  <a:ext cx="1981525" cy="116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261" h="46572" extrusionOk="0">
                      <a:moveTo>
                        <a:pt x="39635" y="1"/>
                      </a:moveTo>
                      <a:cubicBezTo>
                        <a:pt x="38749" y="1"/>
                        <a:pt x="37862" y="230"/>
                        <a:pt x="37065" y="688"/>
                      </a:cubicBezTo>
                      <a:lnTo>
                        <a:pt x="1679" y="21119"/>
                      </a:lnTo>
                      <a:cubicBezTo>
                        <a:pt x="1" y="22084"/>
                        <a:pt x="1" y="24489"/>
                        <a:pt x="1679" y="25453"/>
                      </a:cubicBezTo>
                      <a:lnTo>
                        <a:pt x="37065" y="45884"/>
                      </a:lnTo>
                      <a:cubicBezTo>
                        <a:pt x="37862" y="46343"/>
                        <a:pt x="38749" y="46572"/>
                        <a:pt x="39635" y="46572"/>
                      </a:cubicBezTo>
                      <a:cubicBezTo>
                        <a:pt x="40520" y="46572"/>
                        <a:pt x="41405" y="46343"/>
                        <a:pt x="42196" y="45884"/>
                      </a:cubicBezTo>
                      <a:lnTo>
                        <a:pt x="77594" y="25453"/>
                      </a:lnTo>
                      <a:cubicBezTo>
                        <a:pt x="79260" y="24489"/>
                        <a:pt x="79260" y="22084"/>
                        <a:pt x="77594" y="21119"/>
                      </a:cubicBezTo>
                      <a:lnTo>
                        <a:pt x="42196" y="688"/>
                      </a:lnTo>
                      <a:cubicBezTo>
                        <a:pt x="41405" y="230"/>
                        <a:pt x="40520" y="1"/>
                        <a:pt x="39635" y="1"/>
                      </a:cubicBezTo>
                      <a:close/>
                    </a:path>
                  </a:pathLst>
                </a:custGeom>
                <a:solidFill>
                  <a:srgbClr val="A0FDF1">
                    <a:alpha val="41520"/>
                  </a:srgbClr>
                </a:solidFill>
                <a:ln>
                  <a:noFill/>
                </a:ln>
              </p:spPr>
              <p:txBody>
                <a:bodyPr spcFirstLastPara="1" wrap="square" lIns="54750" tIns="54750" rIns="54750" bIns="5475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835" name="Google Shape;835;p14"/>
            <p:cNvGrpSpPr/>
            <p:nvPr/>
          </p:nvGrpSpPr>
          <p:grpSpPr>
            <a:xfrm>
              <a:off x="3635042" y="1987866"/>
              <a:ext cx="598632" cy="805372"/>
              <a:chOff x="3478424" y="1308364"/>
              <a:chExt cx="2187185" cy="2942536"/>
            </a:xfrm>
          </p:grpSpPr>
          <p:sp>
            <p:nvSpPr>
              <p:cNvPr id="836" name="Google Shape;836;p14"/>
              <p:cNvSpPr/>
              <p:nvPr/>
            </p:nvSpPr>
            <p:spPr>
              <a:xfrm>
                <a:off x="3485139" y="2969821"/>
                <a:ext cx="2180470" cy="1281079"/>
              </a:xfrm>
              <a:custGeom>
                <a:avLst/>
                <a:gdLst/>
                <a:ahLst/>
                <a:cxnLst/>
                <a:rect l="l" t="t" r="r" b="b"/>
                <a:pathLst>
                  <a:path w="79261" h="46572" extrusionOk="0">
                    <a:moveTo>
                      <a:pt x="39635" y="1"/>
                    </a:moveTo>
                    <a:cubicBezTo>
                      <a:pt x="38749" y="1"/>
                      <a:pt x="37862" y="230"/>
                      <a:pt x="37065" y="688"/>
                    </a:cubicBezTo>
                    <a:lnTo>
                      <a:pt x="1679" y="21119"/>
                    </a:lnTo>
                    <a:cubicBezTo>
                      <a:pt x="1" y="22084"/>
                      <a:pt x="1" y="24489"/>
                      <a:pt x="1679" y="25453"/>
                    </a:cubicBezTo>
                    <a:lnTo>
                      <a:pt x="37065" y="45884"/>
                    </a:lnTo>
                    <a:cubicBezTo>
                      <a:pt x="37862" y="46343"/>
                      <a:pt x="38749" y="46572"/>
                      <a:pt x="39635" y="46572"/>
                    </a:cubicBezTo>
                    <a:cubicBezTo>
                      <a:pt x="40520" y="46572"/>
                      <a:pt x="41405" y="46343"/>
                      <a:pt x="42196" y="45884"/>
                    </a:cubicBezTo>
                    <a:lnTo>
                      <a:pt x="77594" y="25453"/>
                    </a:lnTo>
                    <a:cubicBezTo>
                      <a:pt x="79260" y="24489"/>
                      <a:pt x="79260" y="22084"/>
                      <a:pt x="77594" y="21119"/>
                    </a:cubicBezTo>
                    <a:lnTo>
                      <a:pt x="42196" y="688"/>
                    </a:lnTo>
                    <a:cubicBezTo>
                      <a:pt x="41405" y="230"/>
                      <a:pt x="40520" y="1"/>
                      <a:pt x="3963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" name="Google Shape;837;p14"/>
              <p:cNvSpPr/>
              <p:nvPr/>
            </p:nvSpPr>
            <p:spPr>
              <a:xfrm>
                <a:off x="3793045" y="1947520"/>
                <a:ext cx="1550129" cy="2096604"/>
              </a:xfrm>
              <a:custGeom>
                <a:avLst/>
                <a:gdLst/>
                <a:ahLst/>
                <a:cxnLst/>
                <a:rect l="l" t="t" r="r" b="b"/>
                <a:pathLst>
                  <a:path w="52721" h="71307" extrusionOk="0">
                    <a:moveTo>
                      <a:pt x="52709" y="0"/>
                    </a:moveTo>
                    <a:lnTo>
                      <a:pt x="0" y="0"/>
                    </a:lnTo>
                    <a:lnTo>
                      <a:pt x="0" y="55495"/>
                    </a:lnTo>
                    <a:cubicBezTo>
                      <a:pt x="0" y="56090"/>
                      <a:pt x="321" y="56650"/>
                      <a:pt x="845" y="56948"/>
                    </a:cubicBezTo>
                    <a:lnTo>
                      <a:pt x="24646" y="70699"/>
                    </a:lnTo>
                    <a:cubicBezTo>
                      <a:pt x="25706" y="71306"/>
                      <a:pt x="27027" y="71306"/>
                      <a:pt x="28087" y="70699"/>
                    </a:cubicBezTo>
                    <a:lnTo>
                      <a:pt x="51876" y="56948"/>
                    </a:lnTo>
                    <a:cubicBezTo>
                      <a:pt x="52399" y="56650"/>
                      <a:pt x="52721" y="56090"/>
                      <a:pt x="52721" y="55495"/>
                    </a:cubicBezTo>
                    <a:lnTo>
                      <a:pt x="52721" y="5549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8" name="Google Shape;838;p14"/>
              <p:cNvSpPr/>
              <p:nvPr/>
            </p:nvSpPr>
            <p:spPr>
              <a:xfrm>
                <a:off x="3784988" y="1482593"/>
                <a:ext cx="1566242" cy="929825"/>
              </a:xfrm>
              <a:custGeom>
                <a:avLst/>
                <a:gdLst/>
                <a:ahLst/>
                <a:cxnLst/>
                <a:rect l="l" t="t" r="r" b="b"/>
                <a:pathLst>
                  <a:path w="53269" h="31624" extrusionOk="0">
                    <a:moveTo>
                      <a:pt x="24920" y="31004"/>
                    </a:moveTo>
                    <a:lnTo>
                      <a:pt x="1119" y="17265"/>
                    </a:lnTo>
                    <a:cubicBezTo>
                      <a:pt x="0" y="16622"/>
                      <a:pt x="0" y="15002"/>
                      <a:pt x="1119" y="14359"/>
                    </a:cubicBezTo>
                    <a:lnTo>
                      <a:pt x="24920" y="620"/>
                    </a:lnTo>
                    <a:cubicBezTo>
                      <a:pt x="25980" y="1"/>
                      <a:pt x="27301" y="1"/>
                      <a:pt x="28361" y="620"/>
                    </a:cubicBezTo>
                    <a:lnTo>
                      <a:pt x="52150" y="14359"/>
                    </a:lnTo>
                    <a:cubicBezTo>
                      <a:pt x="53269" y="15002"/>
                      <a:pt x="53269" y="16622"/>
                      <a:pt x="52150" y="17265"/>
                    </a:cubicBezTo>
                    <a:lnTo>
                      <a:pt x="28361" y="31004"/>
                    </a:lnTo>
                    <a:cubicBezTo>
                      <a:pt x="27289" y="31624"/>
                      <a:pt x="25980" y="31624"/>
                      <a:pt x="24920" y="3100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" name="Google Shape;839;p14"/>
              <p:cNvSpPr/>
              <p:nvPr/>
            </p:nvSpPr>
            <p:spPr>
              <a:xfrm>
                <a:off x="3818244" y="2089627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7"/>
                    </a:moveTo>
                    <a:lnTo>
                      <a:pt x="0" y="1561"/>
                    </a:lnTo>
                    <a:lnTo>
                      <a:pt x="0" y="1"/>
                    </a:lnTo>
                    <a:lnTo>
                      <a:pt x="24194" y="1395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" name="Google Shape;840;p14"/>
              <p:cNvSpPr/>
              <p:nvPr/>
            </p:nvSpPr>
            <p:spPr>
              <a:xfrm>
                <a:off x="3818244" y="2153697"/>
                <a:ext cx="711364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9" extrusionOk="0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" name="Google Shape;841;p14"/>
              <p:cNvSpPr/>
              <p:nvPr/>
            </p:nvSpPr>
            <p:spPr>
              <a:xfrm>
                <a:off x="3818244" y="2218120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" name="Google Shape;842;p14"/>
              <p:cNvSpPr/>
              <p:nvPr/>
            </p:nvSpPr>
            <p:spPr>
              <a:xfrm>
                <a:off x="3818244" y="2282543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" name="Google Shape;843;p14"/>
              <p:cNvSpPr/>
              <p:nvPr/>
            </p:nvSpPr>
            <p:spPr>
              <a:xfrm>
                <a:off x="3818244" y="2346966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" name="Google Shape;844;p14"/>
              <p:cNvSpPr/>
              <p:nvPr/>
            </p:nvSpPr>
            <p:spPr>
              <a:xfrm>
                <a:off x="3818244" y="246178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" name="Google Shape;845;p14"/>
              <p:cNvSpPr/>
              <p:nvPr/>
            </p:nvSpPr>
            <p:spPr>
              <a:xfrm>
                <a:off x="3818244" y="2526209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" name="Google Shape;846;p14"/>
              <p:cNvSpPr/>
              <p:nvPr/>
            </p:nvSpPr>
            <p:spPr>
              <a:xfrm>
                <a:off x="3818244" y="2590250"/>
                <a:ext cx="711364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9" extrusionOk="0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" name="Google Shape;847;p14"/>
              <p:cNvSpPr/>
              <p:nvPr/>
            </p:nvSpPr>
            <p:spPr>
              <a:xfrm>
                <a:off x="3818244" y="2654673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8" name="Google Shape;848;p14"/>
              <p:cNvSpPr/>
              <p:nvPr/>
            </p:nvSpPr>
            <p:spPr>
              <a:xfrm>
                <a:off x="3818244" y="271909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" name="Google Shape;849;p14"/>
              <p:cNvSpPr/>
              <p:nvPr/>
            </p:nvSpPr>
            <p:spPr>
              <a:xfrm>
                <a:off x="3818244" y="283391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0" name="Google Shape;850;p14"/>
              <p:cNvSpPr/>
              <p:nvPr/>
            </p:nvSpPr>
            <p:spPr>
              <a:xfrm>
                <a:off x="3818244" y="2898339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1" name="Google Shape;851;p14"/>
              <p:cNvSpPr/>
              <p:nvPr/>
            </p:nvSpPr>
            <p:spPr>
              <a:xfrm>
                <a:off x="3818244" y="2962762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" name="Google Shape;852;p14"/>
              <p:cNvSpPr/>
              <p:nvPr/>
            </p:nvSpPr>
            <p:spPr>
              <a:xfrm>
                <a:off x="3818244" y="3026803"/>
                <a:ext cx="711364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9" extrusionOk="0">
                    <a:moveTo>
                      <a:pt x="24194" y="15539"/>
                    </a:moveTo>
                    <a:lnTo>
                      <a:pt x="0" y="1573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" name="Google Shape;853;p14"/>
              <p:cNvSpPr/>
              <p:nvPr/>
            </p:nvSpPr>
            <p:spPr>
              <a:xfrm>
                <a:off x="3818244" y="309122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" name="Google Shape;854;p14"/>
              <p:cNvSpPr/>
              <p:nvPr/>
            </p:nvSpPr>
            <p:spPr>
              <a:xfrm>
                <a:off x="3818244" y="320604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7"/>
                    </a:moveTo>
                    <a:lnTo>
                      <a:pt x="0" y="1573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" name="Google Shape;855;p14"/>
              <p:cNvSpPr/>
              <p:nvPr/>
            </p:nvSpPr>
            <p:spPr>
              <a:xfrm>
                <a:off x="3818244" y="3270469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" name="Google Shape;856;p14"/>
              <p:cNvSpPr/>
              <p:nvPr/>
            </p:nvSpPr>
            <p:spPr>
              <a:xfrm>
                <a:off x="3818244" y="3334892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" name="Google Shape;857;p14"/>
              <p:cNvSpPr/>
              <p:nvPr/>
            </p:nvSpPr>
            <p:spPr>
              <a:xfrm>
                <a:off x="3818244" y="3399315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" name="Google Shape;858;p14"/>
              <p:cNvSpPr/>
              <p:nvPr/>
            </p:nvSpPr>
            <p:spPr>
              <a:xfrm>
                <a:off x="3818244" y="3463385"/>
                <a:ext cx="711364" cy="456856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8" extrusionOk="0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" name="Google Shape;859;p14"/>
              <p:cNvSpPr/>
              <p:nvPr/>
            </p:nvSpPr>
            <p:spPr>
              <a:xfrm>
                <a:off x="4606639" y="2089627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7"/>
                    </a:moveTo>
                    <a:lnTo>
                      <a:pt x="24182" y="1561"/>
                    </a:lnTo>
                    <a:lnTo>
                      <a:pt x="24182" y="1"/>
                    </a:lnTo>
                    <a:lnTo>
                      <a:pt x="0" y="1395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" name="Google Shape;860;p14"/>
              <p:cNvSpPr/>
              <p:nvPr/>
            </p:nvSpPr>
            <p:spPr>
              <a:xfrm>
                <a:off x="4606639" y="2153697"/>
                <a:ext cx="711011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9" extrusionOk="0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" name="Google Shape;861;p14"/>
              <p:cNvSpPr/>
              <p:nvPr/>
            </p:nvSpPr>
            <p:spPr>
              <a:xfrm>
                <a:off x="4606639" y="2218120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" name="Google Shape;862;p14"/>
              <p:cNvSpPr/>
              <p:nvPr/>
            </p:nvSpPr>
            <p:spPr>
              <a:xfrm>
                <a:off x="4606639" y="2282543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" name="Google Shape;863;p14"/>
              <p:cNvSpPr/>
              <p:nvPr/>
            </p:nvSpPr>
            <p:spPr>
              <a:xfrm>
                <a:off x="4606639" y="2346966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" name="Google Shape;864;p14"/>
              <p:cNvSpPr/>
              <p:nvPr/>
            </p:nvSpPr>
            <p:spPr>
              <a:xfrm>
                <a:off x="4606639" y="246178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" name="Google Shape;865;p14"/>
              <p:cNvSpPr/>
              <p:nvPr/>
            </p:nvSpPr>
            <p:spPr>
              <a:xfrm>
                <a:off x="4606639" y="2526209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6" name="Google Shape;866;p14"/>
              <p:cNvSpPr/>
              <p:nvPr/>
            </p:nvSpPr>
            <p:spPr>
              <a:xfrm>
                <a:off x="4606639" y="2590250"/>
                <a:ext cx="711011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9" extrusionOk="0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" name="Google Shape;867;p14"/>
              <p:cNvSpPr/>
              <p:nvPr/>
            </p:nvSpPr>
            <p:spPr>
              <a:xfrm>
                <a:off x="4606639" y="2654673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" name="Google Shape;868;p14"/>
              <p:cNvSpPr/>
              <p:nvPr/>
            </p:nvSpPr>
            <p:spPr>
              <a:xfrm>
                <a:off x="4606639" y="271909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" name="Google Shape;869;p14"/>
              <p:cNvSpPr/>
              <p:nvPr/>
            </p:nvSpPr>
            <p:spPr>
              <a:xfrm>
                <a:off x="4606639" y="283391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" name="Google Shape;870;p14"/>
              <p:cNvSpPr/>
              <p:nvPr/>
            </p:nvSpPr>
            <p:spPr>
              <a:xfrm>
                <a:off x="4606639" y="2898339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" name="Google Shape;871;p14"/>
              <p:cNvSpPr/>
              <p:nvPr/>
            </p:nvSpPr>
            <p:spPr>
              <a:xfrm>
                <a:off x="4606639" y="2962762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" name="Google Shape;872;p14"/>
              <p:cNvSpPr/>
              <p:nvPr/>
            </p:nvSpPr>
            <p:spPr>
              <a:xfrm>
                <a:off x="4606639" y="3026803"/>
                <a:ext cx="711011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9" extrusionOk="0">
                    <a:moveTo>
                      <a:pt x="0" y="15539"/>
                    </a:moveTo>
                    <a:lnTo>
                      <a:pt x="24182" y="1573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" name="Google Shape;873;p14"/>
              <p:cNvSpPr/>
              <p:nvPr/>
            </p:nvSpPr>
            <p:spPr>
              <a:xfrm>
                <a:off x="4606639" y="309122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" name="Google Shape;874;p14"/>
              <p:cNvSpPr/>
              <p:nvPr/>
            </p:nvSpPr>
            <p:spPr>
              <a:xfrm>
                <a:off x="4606639" y="320604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7"/>
                    </a:moveTo>
                    <a:lnTo>
                      <a:pt x="24182" y="1573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" name="Google Shape;875;p14"/>
              <p:cNvSpPr/>
              <p:nvPr/>
            </p:nvSpPr>
            <p:spPr>
              <a:xfrm>
                <a:off x="4606639" y="3270469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" name="Google Shape;876;p14"/>
              <p:cNvSpPr/>
              <p:nvPr/>
            </p:nvSpPr>
            <p:spPr>
              <a:xfrm>
                <a:off x="4606639" y="3334892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" name="Google Shape;877;p14"/>
              <p:cNvSpPr/>
              <p:nvPr/>
            </p:nvSpPr>
            <p:spPr>
              <a:xfrm>
                <a:off x="4606639" y="3399315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" name="Google Shape;878;p14"/>
              <p:cNvSpPr/>
              <p:nvPr/>
            </p:nvSpPr>
            <p:spPr>
              <a:xfrm>
                <a:off x="4606639" y="3463385"/>
                <a:ext cx="711011" cy="456856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8" extrusionOk="0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879" name="Google Shape;879;p14"/>
              <p:cNvGrpSpPr/>
              <p:nvPr/>
            </p:nvGrpSpPr>
            <p:grpSpPr>
              <a:xfrm>
                <a:off x="3478424" y="1308364"/>
                <a:ext cx="2180470" cy="1878295"/>
                <a:chOff x="5553063" y="1487604"/>
                <a:chExt cx="1981525" cy="1707075"/>
              </a:xfrm>
            </p:grpSpPr>
            <p:sp>
              <p:nvSpPr>
                <p:cNvPr id="880" name="Google Shape;880;p14"/>
                <p:cNvSpPr/>
                <p:nvPr/>
              </p:nvSpPr>
              <p:spPr>
                <a:xfrm>
                  <a:off x="5563488" y="2071829"/>
                  <a:ext cx="1960975" cy="1122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439" h="44914" extrusionOk="0">
                      <a:moveTo>
                        <a:pt x="12" y="1"/>
                      </a:moveTo>
                      <a:cubicBezTo>
                        <a:pt x="12" y="72"/>
                        <a:pt x="12" y="132"/>
                        <a:pt x="12" y="191"/>
                      </a:cubicBezTo>
                      <a:cubicBezTo>
                        <a:pt x="12" y="263"/>
                        <a:pt x="12" y="322"/>
                        <a:pt x="12" y="394"/>
                      </a:cubicBezTo>
                      <a:cubicBezTo>
                        <a:pt x="12" y="453"/>
                        <a:pt x="12" y="525"/>
                        <a:pt x="12" y="584"/>
                      </a:cubicBezTo>
                      <a:cubicBezTo>
                        <a:pt x="12" y="656"/>
                        <a:pt x="12" y="715"/>
                        <a:pt x="12" y="775"/>
                      </a:cubicBezTo>
                      <a:cubicBezTo>
                        <a:pt x="12" y="846"/>
                        <a:pt x="12" y="906"/>
                        <a:pt x="12" y="977"/>
                      </a:cubicBezTo>
                      <a:cubicBezTo>
                        <a:pt x="12" y="1037"/>
                        <a:pt x="12" y="1108"/>
                        <a:pt x="12" y="1167"/>
                      </a:cubicBezTo>
                      <a:cubicBezTo>
                        <a:pt x="12" y="1239"/>
                        <a:pt x="12" y="1298"/>
                        <a:pt x="12" y="1358"/>
                      </a:cubicBezTo>
                      <a:cubicBezTo>
                        <a:pt x="12" y="1429"/>
                        <a:pt x="12" y="1489"/>
                        <a:pt x="12" y="1560"/>
                      </a:cubicBezTo>
                      <a:cubicBezTo>
                        <a:pt x="12" y="1620"/>
                        <a:pt x="12" y="1691"/>
                        <a:pt x="12" y="1751"/>
                      </a:cubicBezTo>
                      <a:cubicBezTo>
                        <a:pt x="12" y="1822"/>
                        <a:pt x="12" y="1882"/>
                        <a:pt x="12" y="1941"/>
                      </a:cubicBezTo>
                      <a:cubicBezTo>
                        <a:pt x="12" y="2013"/>
                        <a:pt x="12" y="2072"/>
                        <a:pt x="12" y="2144"/>
                      </a:cubicBezTo>
                      <a:cubicBezTo>
                        <a:pt x="12" y="2203"/>
                        <a:pt x="12" y="2275"/>
                        <a:pt x="12" y="2334"/>
                      </a:cubicBezTo>
                      <a:cubicBezTo>
                        <a:pt x="12" y="2406"/>
                        <a:pt x="12" y="2465"/>
                        <a:pt x="12" y="2525"/>
                      </a:cubicBezTo>
                      <a:cubicBezTo>
                        <a:pt x="12" y="2596"/>
                        <a:pt x="12" y="2656"/>
                        <a:pt x="12" y="2727"/>
                      </a:cubicBezTo>
                      <a:cubicBezTo>
                        <a:pt x="12" y="2787"/>
                        <a:pt x="12" y="2858"/>
                        <a:pt x="12" y="2918"/>
                      </a:cubicBezTo>
                      <a:cubicBezTo>
                        <a:pt x="12" y="2989"/>
                        <a:pt x="12" y="3049"/>
                        <a:pt x="12" y="3108"/>
                      </a:cubicBezTo>
                      <a:cubicBezTo>
                        <a:pt x="12" y="3180"/>
                        <a:pt x="12" y="3239"/>
                        <a:pt x="12" y="3311"/>
                      </a:cubicBezTo>
                      <a:cubicBezTo>
                        <a:pt x="12" y="3370"/>
                        <a:pt x="12" y="3442"/>
                        <a:pt x="12" y="3501"/>
                      </a:cubicBezTo>
                      <a:cubicBezTo>
                        <a:pt x="12" y="3573"/>
                        <a:pt x="12" y="3632"/>
                        <a:pt x="12" y="3692"/>
                      </a:cubicBezTo>
                      <a:cubicBezTo>
                        <a:pt x="12" y="3763"/>
                        <a:pt x="12" y="3823"/>
                        <a:pt x="12" y="3894"/>
                      </a:cubicBezTo>
                      <a:cubicBezTo>
                        <a:pt x="12" y="3954"/>
                        <a:pt x="12" y="4025"/>
                        <a:pt x="12" y="4085"/>
                      </a:cubicBezTo>
                      <a:cubicBezTo>
                        <a:pt x="12" y="4156"/>
                        <a:pt x="12" y="4215"/>
                        <a:pt x="12" y="4275"/>
                      </a:cubicBezTo>
                      <a:cubicBezTo>
                        <a:pt x="12" y="4346"/>
                        <a:pt x="12" y="4406"/>
                        <a:pt x="12" y="4477"/>
                      </a:cubicBezTo>
                      <a:cubicBezTo>
                        <a:pt x="12" y="4537"/>
                        <a:pt x="12" y="4608"/>
                        <a:pt x="12" y="4668"/>
                      </a:cubicBezTo>
                      <a:cubicBezTo>
                        <a:pt x="12" y="4739"/>
                        <a:pt x="12" y="4799"/>
                        <a:pt x="12" y="4858"/>
                      </a:cubicBezTo>
                      <a:cubicBezTo>
                        <a:pt x="12" y="4930"/>
                        <a:pt x="12" y="4989"/>
                        <a:pt x="12" y="5061"/>
                      </a:cubicBezTo>
                      <a:cubicBezTo>
                        <a:pt x="12" y="5120"/>
                        <a:pt x="12" y="5192"/>
                        <a:pt x="12" y="5251"/>
                      </a:cubicBezTo>
                      <a:cubicBezTo>
                        <a:pt x="12" y="5323"/>
                        <a:pt x="12" y="5382"/>
                        <a:pt x="12" y="5442"/>
                      </a:cubicBezTo>
                      <a:cubicBezTo>
                        <a:pt x="12" y="5513"/>
                        <a:pt x="12" y="5573"/>
                        <a:pt x="12" y="5644"/>
                      </a:cubicBezTo>
                      <a:cubicBezTo>
                        <a:pt x="12" y="5704"/>
                        <a:pt x="12" y="5775"/>
                        <a:pt x="12" y="5835"/>
                      </a:cubicBezTo>
                      <a:cubicBezTo>
                        <a:pt x="12" y="5906"/>
                        <a:pt x="12" y="5966"/>
                        <a:pt x="12" y="6025"/>
                      </a:cubicBezTo>
                      <a:cubicBezTo>
                        <a:pt x="12" y="6097"/>
                        <a:pt x="12" y="6156"/>
                        <a:pt x="12" y="6228"/>
                      </a:cubicBezTo>
                      <a:cubicBezTo>
                        <a:pt x="12" y="6287"/>
                        <a:pt x="12" y="6359"/>
                        <a:pt x="12" y="6418"/>
                      </a:cubicBezTo>
                      <a:cubicBezTo>
                        <a:pt x="12" y="6490"/>
                        <a:pt x="12" y="6549"/>
                        <a:pt x="12" y="6609"/>
                      </a:cubicBezTo>
                      <a:cubicBezTo>
                        <a:pt x="12" y="6680"/>
                        <a:pt x="12" y="6740"/>
                        <a:pt x="12" y="6811"/>
                      </a:cubicBezTo>
                      <a:cubicBezTo>
                        <a:pt x="12" y="6871"/>
                        <a:pt x="12" y="6942"/>
                        <a:pt x="12" y="7002"/>
                      </a:cubicBezTo>
                      <a:cubicBezTo>
                        <a:pt x="12" y="7073"/>
                        <a:pt x="12" y="7132"/>
                        <a:pt x="12" y="7192"/>
                      </a:cubicBezTo>
                      <a:cubicBezTo>
                        <a:pt x="12" y="7263"/>
                        <a:pt x="12" y="7323"/>
                        <a:pt x="12" y="7394"/>
                      </a:cubicBezTo>
                      <a:cubicBezTo>
                        <a:pt x="12" y="7454"/>
                        <a:pt x="12" y="7525"/>
                        <a:pt x="12" y="7585"/>
                      </a:cubicBezTo>
                      <a:cubicBezTo>
                        <a:pt x="12" y="7656"/>
                        <a:pt x="12" y="7716"/>
                        <a:pt x="12" y="7775"/>
                      </a:cubicBezTo>
                      <a:cubicBezTo>
                        <a:pt x="12" y="7847"/>
                        <a:pt x="12" y="7906"/>
                        <a:pt x="12" y="7978"/>
                      </a:cubicBezTo>
                      <a:cubicBezTo>
                        <a:pt x="12" y="8037"/>
                        <a:pt x="12" y="8109"/>
                        <a:pt x="12" y="8168"/>
                      </a:cubicBezTo>
                      <a:cubicBezTo>
                        <a:pt x="12" y="8228"/>
                        <a:pt x="12" y="8299"/>
                        <a:pt x="12" y="8359"/>
                      </a:cubicBezTo>
                      <a:cubicBezTo>
                        <a:pt x="12" y="8430"/>
                        <a:pt x="12" y="8490"/>
                        <a:pt x="12" y="8561"/>
                      </a:cubicBezTo>
                      <a:cubicBezTo>
                        <a:pt x="12" y="8621"/>
                        <a:pt x="12" y="8692"/>
                        <a:pt x="12" y="8752"/>
                      </a:cubicBezTo>
                      <a:cubicBezTo>
                        <a:pt x="12" y="8811"/>
                        <a:pt x="12" y="8883"/>
                        <a:pt x="12" y="8942"/>
                      </a:cubicBezTo>
                      <a:cubicBezTo>
                        <a:pt x="12" y="9014"/>
                        <a:pt x="12" y="9073"/>
                        <a:pt x="12" y="9145"/>
                      </a:cubicBezTo>
                      <a:cubicBezTo>
                        <a:pt x="12" y="9204"/>
                        <a:pt x="12" y="9276"/>
                        <a:pt x="12" y="9335"/>
                      </a:cubicBezTo>
                      <a:cubicBezTo>
                        <a:pt x="12" y="9395"/>
                        <a:pt x="12" y="9466"/>
                        <a:pt x="12" y="9526"/>
                      </a:cubicBezTo>
                      <a:cubicBezTo>
                        <a:pt x="12" y="9597"/>
                        <a:pt x="12" y="9657"/>
                        <a:pt x="12" y="9728"/>
                      </a:cubicBezTo>
                      <a:cubicBezTo>
                        <a:pt x="12" y="9788"/>
                        <a:pt x="12" y="9859"/>
                        <a:pt x="12" y="9919"/>
                      </a:cubicBezTo>
                      <a:cubicBezTo>
                        <a:pt x="12" y="9978"/>
                        <a:pt x="12" y="10050"/>
                        <a:pt x="12" y="10109"/>
                      </a:cubicBezTo>
                      <a:cubicBezTo>
                        <a:pt x="12" y="10180"/>
                        <a:pt x="12" y="10240"/>
                        <a:pt x="12" y="10311"/>
                      </a:cubicBezTo>
                      <a:cubicBezTo>
                        <a:pt x="12" y="10371"/>
                        <a:pt x="12" y="10442"/>
                        <a:pt x="12" y="10502"/>
                      </a:cubicBezTo>
                      <a:cubicBezTo>
                        <a:pt x="12" y="10561"/>
                        <a:pt x="12" y="10633"/>
                        <a:pt x="12" y="10692"/>
                      </a:cubicBezTo>
                      <a:cubicBezTo>
                        <a:pt x="12" y="10764"/>
                        <a:pt x="12" y="10823"/>
                        <a:pt x="12" y="10895"/>
                      </a:cubicBezTo>
                      <a:cubicBezTo>
                        <a:pt x="12" y="10954"/>
                        <a:pt x="12" y="11026"/>
                        <a:pt x="12" y="11085"/>
                      </a:cubicBezTo>
                      <a:cubicBezTo>
                        <a:pt x="12" y="11145"/>
                        <a:pt x="12" y="11216"/>
                        <a:pt x="12" y="11276"/>
                      </a:cubicBezTo>
                      <a:cubicBezTo>
                        <a:pt x="12" y="11347"/>
                        <a:pt x="12" y="11407"/>
                        <a:pt x="12" y="11478"/>
                      </a:cubicBezTo>
                      <a:cubicBezTo>
                        <a:pt x="12" y="11538"/>
                        <a:pt x="12" y="11609"/>
                        <a:pt x="12" y="11669"/>
                      </a:cubicBezTo>
                      <a:cubicBezTo>
                        <a:pt x="12" y="11728"/>
                        <a:pt x="12" y="11800"/>
                        <a:pt x="12" y="11859"/>
                      </a:cubicBezTo>
                      <a:cubicBezTo>
                        <a:pt x="12" y="11931"/>
                        <a:pt x="12" y="11990"/>
                        <a:pt x="12" y="12062"/>
                      </a:cubicBezTo>
                      <a:cubicBezTo>
                        <a:pt x="12" y="12121"/>
                        <a:pt x="12" y="12193"/>
                        <a:pt x="12" y="12252"/>
                      </a:cubicBezTo>
                      <a:cubicBezTo>
                        <a:pt x="12" y="12312"/>
                        <a:pt x="12" y="12383"/>
                        <a:pt x="12" y="12443"/>
                      </a:cubicBezTo>
                      <a:cubicBezTo>
                        <a:pt x="12" y="12514"/>
                        <a:pt x="12" y="12574"/>
                        <a:pt x="12" y="12645"/>
                      </a:cubicBezTo>
                      <a:cubicBezTo>
                        <a:pt x="12" y="12705"/>
                        <a:pt x="12" y="12776"/>
                        <a:pt x="12" y="12836"/>
                      </a:cubicBezTo>
                      <a:cubicBezTo>
                        <a:pt x="12" y="12895"/>
                        <a:pt x="12" y="12967"/>
                        <a:pt x="12" y="13026"/>
                      </a:cubicBezTo>
                      <a:cubicBezTo>
                        <a:pt x="12" y="13098"/>
                        <a:pt x="12" y="13157"/>
                        <a:pt x="12" y="13228"/>
                      </a:cubicBezTo>
                      <a:cubicBezTo>
                        <a:pt x="12" y="13288"/>
                        <a:pt x="12" y="13359"/>
                        <a:pt x="12" y="13419"/>
                      </a:cubicBezTo>
                      <a:cubicBezTo>
                        <a:pt x="12" y="13479"/>
                        <a:pt x="12" y="13550"/>
                        <a:pt x="12" y="13609"/>
                      </a:cubicBezTo>
                      <a:cubicBezTo>
                        <a:pt x="12" y="13681"/>
                        <a:pt x="12" y="13740"/>
                        <a:pt x="12" y="13812"/>
                      </a:cubicBezTo>
                      <a:cubicBezTo>
                        <a:pt x="12" y="13871"/>
                        <a:pt x="12" y="13943"/>
                        <a:pt x="12" y="14002"/>
                      </a:cubicBezTo>
                      <a:cubicBezTo>
                        <a:pt x="12" y="14062"/>
                        <a:pt x="12" y="14133"/>
                        <a:pt x="12" y="14193"/>
                      </a:cubicBezTo>
                      <a:cubicBezTo>
                        <a:pt x="12" y="14264"/>
                        <a:pt x="12" y="14324"/>
                        <a:pt x="12" y="14395"/>
                      </a:cubicBezTo>
                      <a:cubicBezTo>
                        <a:pt x="12" y="14455"/>
                        <a:pt x="12" y="14526"/>
                        <a:pt x="12" y="14586"/>
                      </a:cubicBezTo>
                      <a:cubicBezTo>
                        <a:pt x="12" y="14645"/>
                        <a:pt x="12" y="14717"/>
                        <a:pt x="12" y="14776"/>
                      </a:cubicBezTo>
                      <a:cubicBezTo>
                        <a:pt x="12" y="14848"/>
                        <a:pt x="12" y="14907"/>
                        <a:pt x="12" y="14979"/>
                      </a:cubicBezTo>
                      <a:cubicBezTo>
                        <a:pt x="12" y="15038"/>
                        <a:pt x="12" y="15110"/>
                        <a:pt x="12" y="15169"/>
                      </a:cubicBezTo>
                      <a:cubicBezTo>
                        <a:pt x="12" y="15229"/>
                        <a:pt x="12" y="15300"/>
                        <a:pt x="12" y="15360"/>
                      </a:cubicBezTo>
                      <a:cubicBezTo>
                        <a:pt x="12" y="15431"/>
                        <a:pt x="12" y="15491"/>
                        <a:pt x="12" y="15562"/>
                      </a:cubicBezTo>
                      <a:cubicBezTo>
                        <a:pt x="12" y="15622"/>
                        <a:pt x="12" y="15693"/>
                        <a:pt x="12" y="15753"/>
                      </a:cubicBezTo>
                      <a:cubicBezTo>
                        <a:pt x="12" y="15812"/>
                        <a:pt x="12" y="15884"/>
                        <a:pt x="12" y="15943"/>
                      </a:cubicBezTo>
                      <a:cubicBezTo>
                        <a:pt x="12" y="16015"/>
                        <a:pt x="12" y="16074"/>
                        <a:pt x="12" y="16146"/>
                      </a:cubicBezTo>
                      <a:cubicBezTo>
                        <a:pt x="12" y="16205"/>
                        <a:pt x="12" y="16276"/>
                        <a:pt x="12" y="16336"/>
                      </a:cubicBezTo>
                      <a:cubicBezTo>
                        <a:pt x="12" y="16396"/>
                        <a:pt x="12" y="16467"/>
                        <a:pt x="12" y="16527"/>
                      </a:cubicBezTo>
                      <a:cubicBezTo>
                        <a:pt x="12" y="16598"/>
                        <a:pt x="12" y="16657"/>
                        <a:pt x="12" y="16729"/>
                      </a:cubicBezTo>
                      <a:cubicBezTo>
                        <a:pt x="12" y="16788"/>
                        <a:pt x="12" y="16860"/>
                        <a:pt x="12" y="16919"/>
                      </a:cubicBezTo>
                      <a:cubicBezTo>
                        <a:pt x="12" y="16979"/>
                        <a:pt x="12" y="17050"/>
                        <a:pt x="12" y="17110"/>
                      </a:cubicBezTo>
                      <a:cubicBezTo>
                        <a:pt x="12" y="17181"/>
                        <a:pt x="12" y="17241"/>
                        <a:pt x="12" y="17312"/>
                      </a:cubicBezTo>
                      <a:cubicBezTo>
                        <a:pt x="12" y="17372"/>
                        <a:pt x="12" y="17443"/>
                        <a:pt x="12" y="17503"/>
                      </a:cubicBezTo>
                      <a:cubicBezTo>
                        <a:pt x="12" y="17562"/>
                        <a:pt x="12" y="17634"/>
                        <a:pt x="12" y="17693"/>
                      </a:cubicBezTo>
                      <a:cubicBezTo>
                        <a:pt x="12" y="17765"/>
                        <a:pt x="12" y="17824"/>
                        <a:pt x="12" y="17896"/>
                      </a:cubicBezTo>
                      <a:cubicBezTo>
                        <a:pt x="12" y="17955"/>
                        <a:pt x="12" y="18015"/>
                        <a:pt x="12" y="18086"/>
                      </a:cubicBezTo>
                      <a:cubicBezTo>
                        <a:pt x="12" y="18146"/>
                        <a:pt x="12" y="18217"/>
                        <a:pt x="12" y="18277"/>
                      </a:cubicBezTo>
                      <a:cubicBezTo>
                        <a:pt x="12" y="18348"/>
                        <a:pt x="12" y="18408"/>
                        <a:pt x="12" y="18479"/>
                      </a:cubicBezTo>
                      <a:cubicBezTo>
                        <a:pt x="12" y="18539"/>
                        <a:pt x="12" y="18598"/>
                        <a:pt x="12" y="18670"/>
                      </a:cubicBezTo>
                      <a:cubicBezTo>
                        <a:pt x="12" y="18729"/>
                        <a:pt x="12" y="18801"/>
                        <a:pt x="12" y="18860"/>
                      </a:cubicBezTo>
                      <a:cubicBezTo>
                        <a:pt x="12" y="18932"/>
                        <a:pt x="12" y="18991"/>
                        <a:pt x="12" y="19063"/>
                      </a:cubicBezTo>
                      <a:cubicBezTo>
                        <a:pt x="12" y="19122"/>
                        <a:pt x="12" y="19182"/>
                        <a:pt x="12" y="19253"/>
                      </a:cubicBezTo>
                      <a:cubicBezTo>
                        <a:pt x="12" y="19313"/>
                        <a:pt x="12" y="19384"/>
                        <a:pt x="12" y="19444"/>
                      </a:cubicBezTo>
                      <a:cubicBezTo>
                        <a:pt x="12" y="19515"/>
                        <a:pt x="12" y="19575"/>
                        <a:pt x="12" y="19646"/>
                      </a:cubicBezTo>
                      <a:cubicBezTo>
                        <a:pt x="12" y="19705"/>
                        <a:pt x="12" y="19765"/>
                        <a:pt x="12" y="19836"/>
                      </a:cubicBezTo>
                      <a:cubicBezTo>
                        <a:pt x="12" y="19896"/>
                        <a:pt x="12" y="19967"/>
                        <a:pt x="12" y="20027"/>
                      </a:cubicBezTo>
                      <a:cubicBezTo>
                        <a:pt x="12" y="20098"/>
                        <a:pt x="12" y="20158"/>
                        <a:pt x="12" y="20229"/>
                      </a:cubicBezTo>
                      <a:cubicBezTo>
                        <a:pt x="12" y="20289"/>
                        <a:pt x="12" y="20348"/>
                        <a:pt x="12" y="20420"/>
                      </a:cubicBezTo>
                      <a:cubicBezTo>
                        <a:pt x="12" y="20479"/>
                        <a:pt x="12" y="20551"/>
                        <a:pt x="12" y="20610"/>
                      </a:cubicBezTo>
                      <a:cubicBezTo>
                        <a:pt x="12" y="20682"/>
                        <a:pt x="12" y="20741"/>
                        <a:pt x="12" y="20813"/>
                      </a:cubicBezTo>
                      <a:cubicBezTo>
                        <a:pt x="12" y="20872"/>
                        <a:pt x="12" y="20932"/>
                        <a:pt x="12" y="21003"/>
                      </a:cubicBezTo>
                      <a:cubicBezTo>
                        <a:pt x="12" y="21063"/>
                        <a:pt x="12" y="21134"/>
                        <a:pt x="12" y="21194"/>
                      </a:cubicBezTo>
                      <a:cubicBezTo>
                        <a:pt x="12" y="21265"/>
                        <a:pt x="12" y="21325"/>
                        <a:pt x="12" y="21396"/>
                      </a:cubicBezTo>
                      <a:cubicBezTo>
                        <a:pt x="12" y="21456"/>
                        <a:pt x="12" y="21515"/>
                        <a:pt x="12" y="21587"/>
                      </a:cubicBezTo>
                      <a:cubicBezTo>
                        <a:pt x="0" y="22515"/>
                        <a:pt x="500" y="23373"/>
                        <a:pt x="1310" y="23837"/>
                      </a:cubicBezTo>
                      <a:lnTo>
                        <a:pt x="36612" y="44208"/>
                      </a:lnTo>
                      <a:cubicBezTo>
                        <a:pt x="37416" y="44679"/>
                        <a:pt x="38315" y="44914"/>
                        <a:pt x="39215" y="44914"/>
                      </a:cubicBezTo>
                      <a:cubicBezTo>
                        <a:pt x="40115" y="44914"/>
                        <a:pt x="41017" y="44679"/>
                        <a:pt x="41827" y="44208"/>
                      </a:cubicBezTo>
                      <a:lnTo>
                        <a:pt x="77129" y="23837"/>
                      </a:lnTo>
                      <a:cubicBezTo>
                        <a:pt x="77939" y="23373"/>
                        <a:pt x="78439" y="22515"/>
                        <a:pt x="78427" y="21587"/>
                      </a:cubicBezTo>
                      <a:lnTo>
                        <a:pt x="78427" y="21384"/>
                      </a:lnTo>
                      <a:lnTo>
                        <a:pt x="78427" y="21194"/>
                      </a:lnTo>
                      <a:lnTo>
                        <a:pt x="78427" y="21003"/>
                      </a:lnTo>
                      <a:lnTo>
                        <a:pt x="78427" y="20801"/>
                      </a:lnTo>
                      <a:lnTo>
                        <a:pt x="78427" y="20610"/>
                      </a:lnTo>
                      <a:lnTo>
                        <a:pt x="78427" y="20420"/>
                      </a:lnTo>
                      <a:lnTo>
                        <a:pt x="78427" y="20217"/>
                      </a:lnTo>
                      <a:lnTo>
                        <a:pt x="78427" y="20027"/>
                      </a:lnTo>
                      <a:lnTo>
                        <a:pt x="78427" y="19836"/>
                      </a:lnTo>
                      <a:lnTo>
                        <a:pt x="78427" y="19634"/>
                      </a:lnTo>
                      <a:lnTo>
                        <a:pt x="78427" y="19444"/>
                      </a:lnTo>
                      <a:lnTo>
                        <a:pt x="78427" y="19253"/>
                      </a:lnTo>
                      <a:lnTo>
                        <a:pt x="78427" y="19051"/>
                      </a:lnTo>
                      <a:lnTo>
                        <a:pt x="78427" y="18860"/>
                      </a:lnTo>
                      <a:lnTo>
                        <a:pt x="78427" y="18670"/>
                      </a:lnTo>
                      <a:lnTo>
                        <a:pt x="78427" y="18467"/>
                      </a:lnTo>
                      <a:lnTo>
                        <a:pt x="78427" y="18277"/>
                      </a:lnTo>
                      <a:lnTo>
                        <a:pt x="78427" y="18086"/>
                      </a:lnTo>
                      <a:lnTo>
                        <a:pt x="78427" y="17884"/>
                      </a:lnTo>
                      <a:lnTo>
                        <a:pt x="78427" y="17693"/>
                      </a:lnTo>
                      <a:lnTo>
                        <a:pt x="78427" y="17503"/>
                      </a:lnTo>
                      <a:lnTo>
                        <a:pt x="78427" y="17300"/>
                      </a:lnTo>
                      <a:lnTo>
                        <a:pt x="78427" y="17110"/>
                      </a:lnTo>
                      <a:lnTo>
                        <a:pt x="78427" y="16919"/>
                      </a:lnTo>
                      <a:lnTo>
                        <a:pt x="78427" y="16717"/>
                      </a:lnTo>
                      <a:lnTo>
                        <a:pt x="78427" y="16527"/>
                      </a:lnTo>
                      <a:lnTo>
                        <a:pt x="78427" y="16336"/>
                      </a:lnTo>
                      <a:lnTo>
                        <a:pt x="78427" y="16146"/>
                      </a:lnTo>
                      <a:lnTo>
                        <a:pt x="78427" y="15943"/>
                      </a:lnTo>
                      <a:lnTo>
                        <a:pt x="78427" y="15753"/>
                      </a:lnTo>
                      <a:lnTo>
                        <a:pt x="78427" y="15562"/>
                      </a:lnTo>
                      <a:lnTo>
                        <a:pt x="78427" y="15360"/>
                      </a:lnTo>
                      <a:lnTo>
                        <a:pt x="78427" y="15169"/>
                      </a:lnTo>
                      <a:lnTo>
                        <a:pt x="78427" y="14979"/>
                      </a:lnTo>
                      <a:lnTo>
                        <a:pt x="78427" y="14776"/>
                      </a:lnTo>
                      <a:lnTo>
                        <a:pt x="78427" y="14586"/>
                      </a:lnTo>
                      <a:lnTo>
                        <a:pt x="78427" y="14395"/>
                      </a:lnTo>
                      <a:lnTo>
                        <a:pt x="78427" y="14193"/>
                      </a:lnTo>
                      <a:lnTo>
                        <a:pt x="78427" y="14002"/>
                      </a:lnTo>
                      <a:lnTo>
                        <a:pt x="78427" y="13812"/>
                      </a:lnTo>
                      <a:lnTo>
                        <a:pt x="78427" y="13609"/>
                      </a:lnTo>
                      <a:lnTo>
                        <a:pt x="78427" y="13419"/>
                      </a:lnTo>
                      <a:lnTo>
                        <a:pt x="78427" y="13228"/>
                      </a:lnTo>
                      <a:lnTo>
                        <a:pt x="78427" y="13026"/>
                      </a:lnTo>
                      <a:lnTo>
                        <a:pt x="78427" y="12836"/>
                      </a:lnTo>
                      <a:lnTo>
                        <a:pt x="78427" y="12645"/>
                      </a:lnTo>
                      <a:lnTo>
                        <a:pt x="78427" y="12443"/>
                      </a:lnTo>
                      <a:lnTo>
                        <a:pt x="78427" y="12252"/>
                      </a:lnTo>
                      <a:lnTo>
                        <a:pt x="78427" y="12062"/>
                      </a:lnTo>
                      <a:lnTo>
                        <a:pt x="78427" y="11859"/>
                      </a:lnTo>
                      <a:lnTo>
                        <a:pt x="78427" y="11669"/>
                      </a:lnTo>
                      <a:lnTo>
                        <a:pt x="78427" y="11478"/>
                      </a:lnTo>
                      <a:lnTo>
                        <a:pt x="78427" y="11276"/>
                      </a:lnTo>
                      <a:lnTo>
                        <a:pt x="78427" y="11085"/>
                      </a:lnTo>
                      <a:lnTo>
                        <a:pt x="78427" y="10895"/>
                      </a:lnTo>
                      <a:lnTo>
                        <a:pt x="78427" y="10692"/>
                      </a:lnTo>
                      <a:lnTo>
                        <a:pt x="78427" y="10502"/>
                      </a:lnTo>
                      <a:lnTo>
                        <a:pt x="78427" y="10311"/>
                      </a:lnTo>
                      <a:lnTo>
                        <a:pt x="78427" y="10109"/>
                      </a:lnTo>
                      <a:lnTo>
                        <a:pt x="78427" y="9919"/>
                      </a:lnTo>
                      <a:lnTo>
                        <a:pt x="78427" y="9728"/>
                      </a:lnTo>
                      <a:lnTo>
                        <a:pt x="78427" y="9526"/>
                      </a:lnTo>
                      <a:lnTo>
                        <a:pt x="78427" y="9335"/>
                      </a:lnTo>
                      <a:lnTo>
                        <a:pt x="78427" y="9145"/>
                      </a:lnTo>
                      <a:lnTo>
                        <a:pt x="78427" y="8942"/>
                      </a:lnTo>
                      <a:lnTo>
                        <a:pt x="78427" y="8752"/>
                      </a:lnTo>
                      <a:lnTo>
                        <a:pt x="78427" y="8561"/>
                      </a:lnTo>
                      <a:lnTo>
                        <a:pt x="78427" y="8359"/>
                      </a:lnTo>
                      <a:lnTo>
                        <a:pt x="78427" y="8168"/>
                      </a:lnTo>
                      <a:lnTo>
                        <a:pt x="78427" y="7978"/>
                      </a:lnTo>
                      <a:lnTo>
                        <a:pt x="78427" y="7775"/>
                      </a:lnTo>
                      <a:lnTo>
                        <a:pt x="78427" y="7585"/>
                      </a:lnTo>
                      <a:lnTo>
                        <a:pt x="78427" y="7394"/>
                      </a:lnTo>
                      <a:lnTo>
                        <a:pt x="78427" y="7192"/>
                      </a:lnTo>
                      <a:lnTo>
                        <a:pt x="78427" y="7002"/>
                      </a:lnTo>
                      <a:lnTo>
                        <a:pt x="78427" y="6811"/>
                      </a:lnTo>
                      <a:lnTo>
                        <a:pt x="78427" y="6609"/>
                      </a:lnTo>
                      <a:lnTo>
                        <a:pt x="78427" y="6418"/>
                      </a:lnTo>
                      <a:lnTo>
                        <a:pt x="78427" y="6228"/>
                      </a:lnTo>
                      <a:lnTo>
                        <a:pt x="78427" y="6025"/>
                      </a:lnTo>
                      <a:lnTo>
                        <a:pt x="78427" y="5835"/>
                      </a:lnTo>
                      <a:lnTo>
                        <a:pt x="78427" y="5644"/>
                      </a:lnTo>
                      <a:lnTo>
                        <a:pt x="78427" y="5442"/>
                      </a:lnTo>
                      <a:lnTo>
                        <a:pt x="78427" y="5251"/>
                      </a:lnTo>
                      <a:lnTo>
                        <a:pt x="78427" y="5061"/>
                      </a:lnTo>
                      <a:lnTo>
                        <a:pt x="78427" y="4858"/>
                      </a:lnTo>
                      <a:lnTo>
                        <a:pt x="78427" y="4668"/>
                      </a:lnTo>
                      <a:lnTo>
                        <a:pt x="78427" y="4477"/>
                      </a:lnTo>
                      <a:lnTo>
                        <a:pt x="78427" y="4275"/>
                      </a:lnTo>
                      <a:lnTo>
                        <a:pt x="78427" y="4085"/>
                      </a:lnTo>
                      <a:lnTo>
                        <a:pt x="78427" y="3894"/>
                      </a:lnTo>
                      <a:lnTo>
                        <a:pt x="78427" y="3692"/>
                      </a:lnTo>
                      <a:lnTo>
                        <a:pt x="78427" y="3501"/>
                      </a:lnTo>
                      <a:lnTo>
                        <a:pt x="78427" y="3311"/>
                      </a:lnTo>
                      <a:lnTo>
                        <a:pt x="78427" y="3108"/>
                      </a:lnTo>
                      <a:lnTo>
                        <a:pt x="78427" y="2918"/>
                      </a:lnTo>
                      <a:lnTo>
                        <a:pt x="78427" y="2727"/>
                      </a:lnTo>
                      <a:lnTo>
                        <a:pt x="78427" y="2525"/>
                      </a:lnTo>
                      <a:lnTo>
                        <a:pt x="78427" y="2334"/>
                      </a:lnTo>
                      <a:lnTo>
                        <a:pt x="78427" y="2144"/>
                      </a:lnTo>
                      <a:lnTo>
                        <a:pt x="78427" y="1941"/>
                      </a:lnTo>
                      <a:lnTo>
                        <a:pt x="78427" y="1751"/>
                      </a:lnTo>
                      <a:lnTo>
                        <a:pt x="78427" y="1560"/>
                      </a:lnTo>
                      <a:lnTo>
                        <a:pt x="78427" y="1358"/>
                      </a:lnTo>
                      <a:lnTo>
                        <a:pt x="78427" y="1167"/>
                      </a:lnTo>
                      <a:lnTo>
                        <a:pt x="78427" y="977"/>
                      </a:lnTo>
                      <a:lnTo>
                        <a:pt x="78427" y="775"/>
                      </a:lnTo>
                      <a:lnTo>
                        <a:pt x="78427" y="584"/>
                      </a:lnTo>
                      <a:lnTo>
                        <a:pt x="78427" y="394"/>
                      </a:lnTo>
                      <a:lnTo>
                        <a:pt x="78427" y="191"/>
                      </a:lnTo>
                      <a:lnTo>
                        <a:pt x="78427" y="1"/>
                      </a:lnTo>
                      <a:lnTo>
                        <a:pt x="78212" y="1"/>
                      </a:lnTo>
                      <a:cubicBezTo>
                        <a:pt x="78224" y="858"/>
                        <a:pt x="77760" y="1644"/>
                        <a:pt x="77022" y="2072"/>
                      </a:cubicBezTo>
                      <a:lnTo>
                        <a:pt x="41720" y="22444"/>
                      </a:lnTo>
                      <a:cubicBezTo>
                        <a:pt x="40946" y="22890"/>
                        <a:pt x="40083" y="23114"/>
                        <a:pt x="39218" y="23114"/>
                      </a:cubicBezTo>
                      <a:cubicBezTo>
                        <a:pt x="38353" y="23114"/>
                        <a:pt x="37487" y="22890"/>
                        <a:pt x="36707" y="22444"/>
                      </a:cubicBezTo>
                      <a:lnTo>
                        <a:pt x="1417" y="2072"/>
                      </a:lnTo>
                      <a:cubicBezTo>
                        <a:pt x="667" y="1644"/>
                        <a:pt x="215" y="858"/>
                        <a:pt x="226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A0FDF1">
                        <a:alpha val="41568"/>
                        <a:alpha val="41520"/>
                      </a:srgbClr>
                    </a:gs>
                    <a:gs pos="100000">
                      <a:srgbClr val="FFFFFF">
                        <a:alpha val="37254"/>
                        <a:alpha val="4152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54750" tIns="54750" rIns="54750" bIns="5475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81" name="Google Shape;881;p14"/>
                <p:cNvSpPr/>
                <p:nvPr/>
              </p:nvSpPr>
              <p:spPr>
                <a:xfrm>
                  <a:off x="5553063" y="1487604"/>
                  <a:ext cx="1981525" cy="116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261" h="46572" extrusionOk="0">
                      <a:moveTo>
                        <a:pt x="39635" y="1"/>
                      </a:moveTo>
                      <a:cubicBezTo>
                        <a:pt x="38749" y="1"/>
                        <a:pt x="37862" y="230"/>
                        <a:pt x="37065" y="688"/>
                      </a:cubicBezTo>
                      <a:lnTo>
                        <a:pt x="1679" y="21119"/>
                      </a:lnTo>
                      <a:cubicBezTo>
                        <a:pt x="1" y="22084"/>
                        <a:pt x="1" y="24489"/>
                        <a:pt x="1679" y="25453"/>
                      </a:cubicBezTo>
                      <a:lnTo>
                        <a:pt x="37065" y="45884"/>
                      </a:lnTo>
                      <a:cubicBezTo>
                        <a:pt x="37862" y="46343"/>
                        <a:pt x="38749" y="46572"/>
                        <a:pt x="39635" y="46572"/>
                      </a:cubicBezTo>
                      <a:cubicBezTo>
                        <a:pt x="40520" y="46572"/>
                        <a:pt x="41405" y="46343"/>
                        <a:pt x="42196" y="45884"/>
                      </a:cubicBezTo>
                      <a:lnTo>
                        <a:pt x="77594" y="25453"/>
                      </a:lnTo>
                      <a:cubicBezTo>
                        <a:pt x="79260" y="24489"/>
                        <a:pt x="79260" y="22084"/>
                        <a:pt x="77594" y="21119"/>
                      </a:cubicBezTo>
                      <a:lnTo>
                        <a:pt x="42196" y="688"/>
                      </a:lnTo>
                      <a:cubicBezTo>
                        <a:pt x="41405" y="230"/>
                        <a:pt x="40520" y="1"/>
                        <a:pt x="39635" y="1"/>
                      </a:cubicBezTo>
                      <a:close/>
                    </a:path>
                  </a:pathLst>
                </a:custGeom>
                <a:solidFill>
                  <a:srgbClr val="A0FDF1">
                    <a:alpha val="41520"/>
                  </a:srgbClr>
                </a:solidFill>
                <a:ln>
                  <a:noFill/>
                </a:ln>
              </p:spPr>
              <p:txBody>
                <a:bodyPr spcFirstLastPara="1" wrap="square" lIns="54750" tIns="54750" rIns="54750" bIns="5475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882" name="Google Shape;882;p14"/>
            <p:cNvGrpSpPr/>
            <p:nvPr/>
          </p:nvGrpSpPr>
          <p:grpSpPr>
            <a:xfrm>
              <a:off x="4227884" y="2332409"/>
              <a:ext cx="598632" cy="805372"/>
              <a:chOff x="3478424" y="1308364"/>
              <a:chExt cx="2187185" cy="2942536"/>
            </a:xfrm>
          </p:grpSpPr>
          <p:sp>
            <p:nvSpPr>
              <p:cNvPr id="883" name="Google Shape;883;p14"/>
              <p:cNvSpPr/>
              <p:nvPr/>
            </p:nvSpPr>
            <p:spPr>
              <a:xfrm>
                <a:off x="3485139" y="2969821"/>
                <a:ext cx="2180470" cy="1281079"/>
              </a:xfrm>
              <a:custGeom>
                <a:avLst/>
                <a:gdLst/>
                <a:ahLst/>
                <a:cxnLst/>
                <a:rect l="l" t="t" r="r" b="b"/>
                <a:pathLst>
                  <a:path w="79261" h="46572" extrusionOk="0">
                    <a:moveTo>
                      <a:pt x="39635" y="1"/>
                    </a:moveTo>
                    <a:cubicBezTo>
                      <a:pt x="38749" y="1"/>
                      <a:pt x="37862" y="230"/>
                      <a:pt x="37065" y="688"/>
                    </a:cubicBezTo>
                    <a:lnTo>
                      <a:pt x="1679" y="21119"/>
                    </a:lnTo>
                    <a:cubicBezTo>
                      <a:pt x="1" y="22084"/>
                      <a:pt x="1" y="24489"/>
                      <a:pt x="1679" y="25453"/>
                    </a:cubicBezTo>
                    <a:lnTo>
                      <a:pt x="37065" y="45884"/>
                    </a:lnTo>
                    <a:cubicBezTo>
                      <a:pt x="37862" y="46343"/>
                      <a:pt x="38749" y="46572"/>
                      <a:pt x="39635" y="46572"/>
                    </a:cubicBezTo>
                    <a:cubicBezTo>
                      <a:pt x="40520" y="46572"/>
                      <a:pt x="41405" y="46343"/>
                      <a:pt x="42196" y="45884"/>
                    </a:cubicBezTo>
                    <a:lnTo>
                      <a:pt x="77594" y="25453"/>
                    </a:lnTo>
                    <a:cubicBezTo>
                      <a:pt x="79260" y="24489"/>
                      <a:pt x="79260" y="22084"/>
                      <a:pt x="77594" y="21119"/>
                    </a:cubicBezTo>
                    <a:lnTo>
                      <a:pt x="42196" y="688"/>
                    </a:lnTo>
                    <a:cubicBezTo>
                      <a:pt x="41405" y="230"/>
                      <a:pt x="40520" y="1"/>
                      <a:pt x="3963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" name="Google Shape;884;p14"/>
              <p:cNvSpPr/>
              <p:nvPr/>
            </p:nvSpPr>
            <p:spPr>
              <a:xfrm>
                <a:off x="3793045" y="1947520"/>
                <a:ext cx="1550129" cy="2096604"/>
              </a:xfrm>
              <a:custGeom>
                <a:avLst/>
                <a:gdLst/>
                <a:ahLst/>
                <a:cxnLst/>
                <a:rect l="l" t="t" r="r" b="b"/>
                <a:pathLst>
                  <a:path w="52721" h="71307" extrusionOk="0">
                    <a:moveTo>
                      <a:pt x="52709" y="0"/>
                    </a:moveTo>
                    <a:lnTo>
                      <a:pt x="0" y="0"/>
                    </a:lnTo>
                    <a:lnTo>
                      <a:pt x="0" y="55495"/>
                    </a:lnTo>
                    <a:cubicBezTo>
                      <a:pt x="0" y="56090"/>
                      <a:pt x="321" y="56650"/>
                      <a:pt x="845" y="56948"/>
                    </a:cubicBezTo>
                    <a:lnTo>
                      <a:pt x="24646" y="70699"/>
                    </a:lnTo>
                    <a:cubicBezTo>
                      <a:pt x="25706" y="71306"/>
                      <a:pt x="27027" y="71306"/>
                      <a:pt x="28087" y="70699"/>
                    </a:cubicBezTo>
                    <a:lnTo>
                      <a:pt x="51876" y="56948"/>
                    </a:lnTo>
                    <a:cubicBezTo>
                      <a:pt x="52399" y="56650"/>
                      <a:pt x="52721" y="56090"/>
                      <a:pt x="52721" y="55495"/>
                    </a:cubicBezTo>
                    <a:lnTo>
                      <a:pt x="52721" y="5549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" name="Google Shape;885;p14"/>
              <p:cNvSpPr/>
              <p:nvPr/>
            </p:nvSpPr>
            <p:spPr>
              <a:xfrm>
                <a:off x="3784988" y="1482593"/>
                <a:ext cx="1566242" cy="929825"/>
              </a:xfrm>
              <a:custGeom>
                <a:avLst/>
                <a:gdLst/>
                <a:ahLst/>
                <a:cxnLst/>
                <a:rect l="l" t="t" r="r" b="b"/>
                <a:pathLst>
                  <a:path w="53269" h="31624" extrusionOk="0">
                    <a:moveTo>
                      <a:pt x="24920" y="31004"/>
                    </a:moveTo>
                    <a:lnTo>
                      <a:pt x="1119" y="17265"/>
                    </a:lnTo>
                    <a:cubicBezTo>
                      <a:pt x="0" y="16622"/>
                      <a:pt x="0" y="15002"/>
                      <a:pt x="1119" y="14359"/>
                    </a:cubicBezTo>
                    <a:lnTo>
                      <a:pt x="24920" y="620"/>
                    </a:lnTo>
                    <a:cubicBezTo>
                      <a:pt x="25980" y="1"/>
                      <a:pt x="27301" y="1"/>
                      <a:pt x="28361" y="620"/>
                    </a:cubicBezTo>
                    <a:lnTo>
                      <a:pt x="52150" y="14359"/>
                    </a:lnTo>
                    <a:cubicBezTo>
                      <a:pt x="53269" y="15002"/>
                      <a:pt x="53269" y="16622"/>
                      <a:pt x="52150" y="17265"/>
                    </a:cubicBezTo>
                    <a:lnTo>
                      <a:pt x="28361" y="31004"/>
                    </a:lnTo>
                    <a:cubicBezTo>
                      <a:pt x="27289" y="31624"/>
                      <a:pt x="25980" y="31624"/>
                      <a:pt x="24920" y="3100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" name="Google Shape;886;p14"/>
              <p:cNvSpPr/>
              <p:nvPr/>
            </p:nvSpPr>
            <p:spPr>
              <a:xfrm>
                <a:off x="3818244" y="2089627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7"/>
                    </a:moveTo>
                    <a:lnTo>
                      <a:pt x="0" y="1561"/>
                    </a:lnTo>
                    <a:lnTo>
                      <a:pt x="0" y="1"/>
                    </a:lnTo>
                    <a:lnTo>
                      <a:pt x="24194" y="1395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" name="Google Shape;887;p14"/>
              <p:cNvSpPr/>
              <p:nvPr/>
            </p:nvSpPr>
            <p:spPr>
              <a:xfrm>
                <a:off x="3818244" y="2153697"/>
                <a:ext cx="711364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9" extrusionOk="0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" name="Google Shape;888;p14"/>
              <p:cNvSpPr/>
              <p:nvPr/>
            </p:nvSpPr>
            <p:spPr>
              <a:xfrm>
                <a:off x="3818244" y="2218120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9" name="Google Shape;889;p14"/>
              <p:cNvSpPr/>
              <p:nvPr/>
            </p:nvSpPr>
            <p:spPr>
              <a:xfrm>
                <a:off x="3818244" y="2282543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0" name="Google Shape;890;p14"/>
              <p:cNvSpPr/>
              <p:nvPr/>
            </p:nvSpPr>
            <p:spPr>
              <a:xfrm>
                <a:off x="3818244" y="2346966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1" name="Google Shape;891;p14"/>
              <p:cNvSpPr/>
              <p:nvPr/>
            </p:nvSpPr>
            <p:spPr>
              <a:xfrm>
                <a:off x="3818244" y="246178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2" name="Google Shape;892;p14"/>
              <p:cNvSpPr/>
              <p:nvPr/>
            </p:nvSpPr>
            <p:spPr>
              <a:xfrm>
                <a:off x="3818244" y="2526209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3" name="Google Shape;893;p14"/>
              <p:cNvSpPr/>
              <p:nvPr/>
            </p:nvSpPr>
            <p:spPr>
              <a:xfrm>
                <a:off x="3818244" y="2590250"/>
                <a:ext cx="711364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9" extrusionOk="0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4" name="Google Shape;894;p14"/>
              <p:cNvSpPr/>
              <p:nvPr/>
            </p:nvSpPr>
            <p:spPr>
              <a:xfrm>
                <a:off x="3818244" y="2654673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5" name="Google Shape;895;p14"/>
              <p:cNvSpPr/>
              <p:nvPr/>
            </p:nvSpPr>
            <p:spPr>
              <a:xfrm>
                <a:off x="3818244" y="271909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" name="Google Shape;896;p14"/>
              <p:cNvSpPr/>
              <p:nvPr/>
            </p:nvSpPr>
            <p:spPr>
              <a:xfrm>
                <a:off x="3818244" y="283391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7" name="Google Shape;897;p14"/>
              <p:cNvSpPr/>
              <p:nvPr/>
            </p:nvSpPr>
            <p:spPr>
              <a:xfrm>
                <a:off x="3818244" y="2898339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" name="Google Shape;898;p14"/>
              <p:cNvSpPr/>
              <p:nvPr/>
            </p:nvSpPr>
            <p:spPr>
              <a:xfrm>
                <a:off x="3818244" y="2962762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9" name="Google Shape;899;p14"/>
              <p:cNvSpPr/>
              <p:nvPr/>
            </p:nvSpPr>
            <p:spPr>
              <a:xfrm>
                <a:off x="3818244" y="3026803"/>
                <a:ext cx="711364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9" extrusionOk="0">
                    <a:moveTo>
                      <a:pt x="24194" y="15539"/>
                    </a:moveTo>
                    <a:lnTo>
                      <a:pt x="0" y="1573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0" name="Google Shape;900;p14"/>
              <p:cNvSpPr/>
              <p:nvPr/>
            </p:nvSpPr>
            <p:spPr>
              <a:xfrm>
                <a:off x="3818244" y="309122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1" name="Google Shape;901;p14"/>
              <p:cNvSpPr/>
              <p:nvPr/>
            </p:nvSpPr>
            <p:spPr>
              <a:xfrm>
                <a:off x="3818244" y="320604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7"/>
                    </a:moveTo>
                    <a:lnTo>
                      <a:pt x="0" y="1573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2" name="Google Shape;902;p14"/>
              <p:cNvSpPr/>
              <p:nvPr/>
            </p:nvSpPr>
            <p:spPr>
              <a:xfrm>
                <a:off x="3818244" y="3270469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3" name="Google Shape;903;p14"/>
              <p:cNvSpPr/>
              <p:nvPr/>
            </p:nvSpPr>
            <p:spPr>
              <a:xfrm>
                <a:off x="3818244" y="3334892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4" name="Google Shape;904;p14"/>
              <p:cNvSpPr/>
              <p:nvPr/>
            </p:nvSpPr>
            <p:spPr>
              <a:xfrm>
                <a:off x="3818244" y="3399315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5" name="Google Shape;905;p14"/>
              <p:cNvSpPr/>
              <p:nvPr/>
            </p:nvSpPr>
            <p:spPr>
              <a:xfrm>
                <a:off x="3818244" y="3463385"/>
                <a:ext cx="711364" cy="456856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8" extrusionOk="0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" name="Google Shape;906;p14"/>
              <p:cNvSpPr/>
              <p:nvPr/>
            </p:nvSpPr>
            <p:spPr>
              <a:xfrm>
                <a:off x="4606639" y="2089627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7"/>
                    </a:moveTo>
                    <a:lnTo>
                      <a:pt x="24182" y="1561"/>
                    </a:lnTo>
                    <a:lnTo>
                      <a:pt x="24182" y="1"/>
                    </a:lnTo>
                    <a:lnTo>
                      <a:pt x="0" y="1395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7" name="Google Shape;907;p14"/>
              <p:cNvSpPr/>
              <p:nvPr/>
            </p:nvSpPr>
            <p:spPr>
              <a:xfrm>
                <a:off x="4606639" y="2153697"/>
                <a:ext cx="711011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9" extrusionOk="0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8" name="Google Shape;908;p14"/>
              <p:cNvSpPr/>
              <p:nvPr/>
            </p:nvSpPr>
            <p:spPr>
              <a:xfrm>
                <a:off x="4606639" y="2218120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" name="Google Shape;909;p14"/>
              <p:cNvSpPr/>
              <p:nvPr/>
            </p:nvSpPr>
            <p:spPr>
              <a:xfrm>
                <a:off x="4606639" y="2282543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" name="Google Shape;910;p14"/>
              <p:cNvSpPr/>
              <p:nvPr/>
            </p:nvSpPr>
            <p:spPr>
              <a:xfrm>
                <a:off x="4606639" y="2346966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" name="Google Shape;911;p14"/>
              <p:cNvSpPr/>
              <p:nvPr/>
            </p:nvSpPr>
            <p:spPr>
              <a:xfrm>
                <a:off x="4606639" y="246178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" name="Google Shape;912;p14"/>
              <p:cNvSpPr/>
              <p:nvPr/>
            </p:nvSpPr>
            <p:spPr>
              <a:xfrm>
                <a:off x="4606639" y="2526209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" name="Google Shape;913;p14"/>
              <p:cNvSpPr/>
              <p:nvPr/>
            </p:nvSpPr>
            <p:spPr>
              <a:xfrm>
                <a:off x="4606639" y="2590250"/>
                <a:ext cx="711011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9" extrusionOk="0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" name="Google Shape;914;p14"/>
              <p:cNvSpPr/>
              <p:nvPr/>
            </p:nvSpPr>
            <p:spPr>
              <a:xfrm>
                <a:off x="4606639" y="2654673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" name="Google Shape;915;p14"/>
              <p:cNvSpPr/>
              <p:nvPr/>
            </p:nvSpPr>
            <p:spPr>
              <a:xfrm>
                <a:off x="4606639" y="271909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" name="Google Shape;916;p14"/>
              <p:cNvSpPr/>
              <p:nvPr/>
            </p:nvSpPr>
            <p:spPr>
              <a:xfrm>
                <a:off x="4606639" y="283391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" name="Google Shape;917;p14"/>
              <p:cNvSpPr/>
              <p:nvPr/>
            </p:nvSpPr>
            <p:spPr>
              <a:xfrm>
                <a:off x="4606639" y="2898339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8" name="Google Shape;918;p14"/>
              <p:cNvSpPr/>
              <p:nvPr/>
            </p:nvSpPr>
            <p:spPr>
              <a:xfrm>
                <a:off x="4606639" y="2962762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" name="Google Shape;919;p14"/>
              <p:cNvSpPr/>
              <p:nvPr/>
            </p:nvSpPr>
            <p:spPr>
              <a:xfrm>
                <a:off x="4606639" y="3026803"/>
                <a:ext cx="711011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9" extrusionOk="0">
                    <a:moveTo>
                      <a:pt x="0" y="15539"/>
                    </a:moveTo>
                    <a:lnTo>
                      <a:pt x="24182" y="1573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" name="Google Shape;920;p14"/>
              <p:cNvSpPr/>
              <p:nvPr/>
            </p:nvSpPr>
            <p:spPr>
              <a:xfrm>
                <a:off x="4606639" y="309122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Google Shape;921;p14"/>
              <p:cNvSpPr/>
              <p:nvPr/>
            </p:nvSpPr>
            <p:spPr>
              <a:xfrm>
                <a:off x="4606639" y="320604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7"/>
                    </a:moveTo>
                    <a:lnTo>
                      <a:pt x="24182" y="1573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Google Shape;922;p14"/>
              <p:cNvSpPr/>
              <p:nvPr/>
            </p:nvSpPr>
            <p:spPr>
              <a:xfrm>
                <a:off x="4606639" y="3270469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" name="Google Shape;923;p14"/>
              <p:cNvSpPr/>
              <p:nvPr/>
            </p:nvSpPr>
            <p:spPr>
              <a:xfrm>
                <a:off x="4606639" y="3334892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Google Shape;924;p14"/>
              <p:cNvSpPr/>
              <p:nvPr/>
            </p:nvSpPr>
            <p:spPr>
              <a:xfrm>
                <a:off x="4606639" y="3399315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" name="Google Shape;925;p14"/>
              <p:cNvSpPr/>
              <p:nvPr/>
            </p:nvSpPr>
            <p:spPr>
              <a:xfrm>
                <a:off x="4606639" y="3463385"/>
                <a:ext cx="711011" cy="456856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8" extrusionOk="0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926" name="Google Shape;926;p14"/>
              <p:cNvGrpSpPr/>
              <p:nvPr/>
            </p:nvGrpSpPr>
            <p:grpSpPr>
              <a:xfrm>
                <a:off x="3478424" y="1308364"/>
                <a:ext cx="2180470" cy="1878295"/>
                <a:chOff x="5553063" y="1487604"/>
                <a:chExt cx="1981525" cy="1707075"/>
              </a:xfrm>
            </p:grpSpPr>
            <p:sp>
              <p:nvSpPr>
                <p:cNvPr id="927" name="Google Shape;927;p14"/>
                <p:cNvSpPr/>
                <p:nvPr/>
              </p:nvSpPr>
              <p:spPr>
                <a:xfrm>
                  <a:off x="5563488" y="2071829"/>
                  <a:ext cx="1960975" cy="1122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439" h="44914" extrusionOk="0">
                      <a:moveTo>
                        <a:pt x="12" y="1"/>
                      </a:moveTo>
                      <a:cubicBezTo>
                        <a:pt x="12" y="72"/>
                        <a:pt x="12" y="132"/>
                        <a:pt x="12" y="191"/>
                      </a:cubicBezTo>
                      <a:cubicBezTo>
                        <a:pt x="12" y="263"/>
                        <a:pt x="12" y="322"/>
                        <a:pt x="12" y="394"/>
                      </a:cubicBezTo>
                      <a:cubicBezTo>
                        <a:pt x="12" y="453"/>
                        <a:pt x="12" y="525"/>
                        <a:pt x="12" y="584"/>
                      </a:cubicBezTo>
                      <a:cubicBezTo>
                        <a:pt x="12" y="656"/>
                        <a:pt x="12" y="715"/>
                        <a:pt x="12" y="775"/>
                      </a:cubicBezTo>
                      <a:cubicBezTo>
                        <a:pt x="12" y="846"/>
                        <a:pt x="12" y="906"/>
                        <a:pt x="12" y="977"/>
                      </a:cubicBezTo>
                      <a:cubicBezTo>
                        <a:pt x="12" y="1037"/>
                        <a:pt x="12" y="1108"/>
                        <a:pt x="12" y="1167"/>
                      </a:cubicBezTo>
                      <a:cubicBezTo>
                        <a:pt x="12" y="1239"/>
                        <a:pt x="12" y="1298"/>
                        <a:pt x="12" y="1358"/>
                      </a:cubicBezTo>
                      <a:cubicBezTo>
                        <a:pt x="12" y="1429"/>
                        <a:pt x="12" y="1489"/>
                        <a:pt x="12" y="1560"/>
                      </a:cubicBezTo>
                      <a:cubicBezTo>
                        <a:pt x="12" y="1620"/>
                        <a:pt x="12" y="1691"/>
                        <a:pt x="12" y="1751"/>
                      </a:cubicBezTo>
                      <a:cubicBezTo>
                        <a:pt x="12" y="1822"/>
                        <a:pt x="12" y="1882"/>
                        <a:pt x="12" y="1941"/>
                      </a:cubicBezTo>
                      <a:cubicBezTo>
                        <a:pt x="12" y="2013"/>
                        <a:pt x="12" y="2072"/>
                        <a:pt x="12" y="2144"/>
                      </a:cubicBezTo>
                      <a:cubicBezTo>
                        <a:pt x="12" y="2203"/>
                        <a:pt x="12" y="2275"/>
                        <a:pt x="12" y="2334"/>
                      </a:cubicBezTo>
                      <a:cubicBezTo>
                        <a:pt x="12" y="2406"/>
                        <a:pt x="12" y="2465"/>
                        <a:pt x="12" y="2525"/>
                      </a:cubicBezTo>
                      <a:cubicBezTo>
                        <a:pt x="12" y="2596"/>
                        <a:pt x="12" y="2656"/>
                        <a:pt x="12" y="2727"/>
                      </a:cubicBezTo>
                      <a:cubicBezTo>
                        <a:pt x="12" y="2787"/>
                        <a:pt x="12" y="2858"/>
                        <a:pt x="12" y="2918"/>
                      </a:cubicBezTo>
                      <a:cubicBezTo>
                        <a:pt x="12" y="2989"/>
                        <a:pt x="12" y="3049"/>
                        <a:pt x="12" y="3108"/>
                      </a:cubicBezTo>
                      <a:cubicBezTo>
                        <a:pt x="12" y="3180"/>
                        <a:pt x="12" y="3239"/>
                        <a:pt x="12" y="3311"/>
                      </a:cubicBezTo>
                      <a:cubicBezTo>
                        <a:pt x="12" y="3370"/>
                        <a:pt x="12" y="3442"/>
                        <a:pt x="12" y="3501"/>
                      </a:cubicBezTo>
                      <a:cubicBezTo>
                        <a:pt x="12" y="3573"/>
                        <a:pt x="12" y="3632"/>
                        <a:pt x="12" y="3692"/>
                      </a:cubicBezTo>
                      <a:cubicBezTo>
                        <a:pt x="12" y="3763"/>
                        <a:pt x="12" y="3823"/>
                        <a:pt x="12" y="3894"/>
                      </a:cubicBezTo>
                      <a:cubicBezTo>
                        <a:pt x="12" y="3954"/>
                        <a:pt x="12" y="4025"/>
                        <a:pt x="12" y="4085"/>
                      </a:cubicBezTo>
                      <a:cubicBezTo>
                        <a:pt x="12" y="4156"/>
                        <a:pt x="12" y="4215"/>
                        <a:pt x="12" y="4275"/>
                      </a:cubicBezTo>
                      <a:cubicBezTo>
                        <a:pt x="12" y="4346"/>
                        <a:pt x="12" y="4406"/>
                        <a:pt x="12" y="4477"/>
                      </a:cubicBezTo>
                      <a:cubicBezTo>
                        <a:pt x="12" y="4537"/>
                        <a:pt x="12" y="4608"/>
                        <a:pt x="12" y="4668"/>
                      </a:cubicBezTo>
                      <a:cubicBezTo>
                        <a:pt x="12" y="4739"/>
                        <a:pt x="12" y="4799"/>
                        <a:pt x="12" y="4858"/>
                      </a:cubicBezTo>
                      <a:cubicBezTo>
                        <a:pt x="12" y="4930"/>
                        <a:pt x="12" y="4989"/>
                        <a:pt x="12" y="5061"/>
                      </a:cubicBezTo>
                      <a:cubicBezTo>
                        <a:pt x="12" y="5120"/>
                        <a:pt x="12" y="5192"/>
                        <a:pt x="12" y="5251"/>
                      </a:cubicBezTo>
                      <a:cubicBezTo>
                        <a:pt x="12" y="5323"/>
                        <a:pt x="12" y="5382"/>
                        <a:pt x="12" y="5442"/>
                      </a:cubicBezTo>
                      <a:cubicBezTo>
                        <a:pt x="12" y="5513"/>
                        <a:pt x="12" y="5573"/>
                        <a:pt x="12" y="5644"/>
                      </a:cubicBezTo>
                      <a:cubicBezTo>
                        <a:pt x="12" y="5704"/>
                        <a:pt x="12" y="5775"/>
                        <a:pt x="12" y="5835"/>
                      </a:cubicBezTo>
                      <a:cubicBezTo>
                        <a:pt x="12" y="5906"/>
                        <a:pt x="12" y="5966"/>
                        <a:pt x="12" y="6025"/>
                      </a:cubicBezTo>
                      <a:cubicBezTo>
                        <a:pt x="12" y="6097"/>
                        <a:pt x="12" y="6156"/>
                        <a:pt x="12" y="6228"/>
                      </a:cubicBezTo>
                      <a:cubicBezTo>
                        <a:pt x="12" y="6287"/>
                        <a:pt x="12" y="6359"/>
                        <a:pt x="12" y="6418"/>
                      </a:cubicBezTo>
                      <a:cubicBezTo>
                        <a:pt x="12" y="6490"/>
                        <a:pt x="12" y="6549"/>
                        <a:pt x="12" y="6609"/>
                      </a:cubicBezTo>
                      <a:cubicBezTo>
                        <a:pt x="12" y="6680"/>
                        <a:pt x="12" y="6740"/>
                        <a:pt x="12" y="6811"/>
                      </a:cubicBezTo>
                      <a:cubicBezTo>
                        <a:pt x="12" y="6871"/>
                        <a:pt x="12" y="6942"/>
                        <a:pt x="12" y="7002"/>
                      </a:cubicBezTo>
                      <a:cubicBezTo>
                        <a:pt x="12" y="7073"/>
                        <a:pt x="12" y="7132"/>
                        <a:pt x="12" y="7192"/>
                      </a:cubicBezTo>
                      <a:cubicBezTo>
                        <a:pt x="12" y="7263"/>
                        <a:pt x="12" y="7323"/>
                        <a:pt x="12" y="7394"/>
                      </a:cubicBezTo>
                      <a:cubicBezTo>
                        <a:pt x="12" y="7454"/>
                        <a:pt x="12" y="7525"/>
                        <a:pt x="12" y="7585"/>
                      </a:cubicBezTo>
                      <a:cubicBezTo>
                        <a:pt x="12" y="7656"/>
                        <a:pt x="12" y="7716"/>
                        <a:pt x="12" y="7775"/>
                      </a:cubicBezTo>
                      <a:cubicBezTo>
                        <a:pt x="12" y="7847"/>
                        <a:pt x="12" y="7906"/>
                        <a:pt x="12" y="7978"/>
                      </a:cubicBezTo>
                      <a:cubicBezTo>
                        <a:pt x="12" y="8037"/>
                        <a:pt x="12" y="8109"/>
                        <a:pt x="12" y="8168"/>
                      </a:cubicBezTo>
                      <a:cubicBezTo>
                        <a:pt x="12" y="8228"/>
                        <a:pt x="12" y="8299"/>
                        <a:pt x="12" y="8359"/>
                      </a:cubicBezTo>
                      <a:cubicBezTo>
                        <a:pt x="12" y="8430"/>
                        <a:pt x="12" y="8490"/>
                        <a:pt x="12" y="8561"/>
                      </a:cubicBezTo>
                      <a:cubicBezTo>
                        <a:pt x="12" y="8621"/>
                        <a:pt x="12" y="8692"/>
                        <a:pt x="12" y="8752"/>
                      </a:cubicBezTo>
                      <a:cubicBezTo>
                        <a:pt x="12" y="8811"/>
                        <a:pt x="12" y="8883"/>
                        <a:pt x="12" y="8942"/>
                      </a:cubicBezTo>
                      <a:cubicBezTo>
                        <a:pt x="12" y="9014"/>
                        <a:pt x="12" y="9073"/>
                        <a:pt x="12" y="9145"/>
                      </a:cubicBezTo>
                      <a:cubicBezTo>
                        <a:pt x="12" y="9204"/>
                        <a:pt x="12" y="9276"/>
                        <a:pt x="12" y="9335"/>
                      </a:cubicBezTo>
                      <a:cubicBezTo>
                        <a:pt x="12" y="9395"/>
                        <a:pt x="12" y="9466"/>
                        <a:pt x="12" y="9526"/>
                      </a:cubicBezTo>
                      <a:cubicBezTo>
                        <a:pt x="12" y="9597"/>
                        <a:pt x="12" y="9657"/>
                        <a:pt x="12" y="9728"/>
                      </a:cubicBezTo>
                      <a:cubicBezTo>
                        <a:pt x="12" y="9788"/>
                        <a:pt x="12" y="9859"/>
                        <a:pt x="12" y="9919"/>
                      </a:cubicBezTo>
                      <a:cubicBezTo>
                        <a:pt x="12" y="9978"/>
                        <a:pt x="12" y="10050"/>
                        <a:pt x="12" y="10109"/>
                      </a:cubicBezTo>
                      <a:cubicBezTo>
                        <a:pt x="12" y="10180"/>
                        <a:pt x="12" y="10240"/>
                        <a:pt x="12" y="10311"/>
                      </a:cubicBezTo>
                      <a:cubicBezTo>
                        <a:pt x="12" y="10371"/>
                        <a:pt x="12" y="10442"/>
                        <a:pt x="12" y="10502"/>
                      </a:cubicBezTo>
                      <a:cubicBezTo>
                        <a:pt x="12" y="10561"/>
                        <a:pt x="12" y="10633"/>
                        <a:pt x="12" y="10692"/>
                      </a:cubicBezTo>
                      <a:cubicBezTo>
                        <a:pt x="12" y="10764"/>
                        <a:pt x="12" y="10823"/>
                        <a:pt x="12" y="10895"/>
                      </a:cubicBezTo>
                      <a:cubicBezTo>
                        <a:pt x="12" y="10954"/>
                        <a:pt x="12" y="11026"/>
                        <a:pt x="12" y="11085"/>
                      </a:cubicBezTo>
                      <a:cubicBezTo>
                        <a:pt x="12" y="11145"/>
                        <a:pt x="12" y="11216"/>
                        <a:pt x="12" y="11276"/>
                      </a:cubicBezTo>
                      <a:cubicBezTo>
                        <a:pt x="12" y="11347"/>
                        <a:pt x="12" y="11407"/>
                        <a:pt x="12" y="11478"/>
                      </a:cubicBezTo>
                      <a:cubicBezTo>
                        <a:pt x="12" y="11538"/>
                        <a:pt x="12" y="11609"/>
                        <a:pt x="12" y="11669"/>
                      </a:cubicBezTo>
                      <a:cubicBezTo>
                        <a:pt x="12" y="11728"/>
                        <a:pt x="12" y="11800"/>
                        <a:pt x="12" y="11859"/>
                      </a:cubicBezTo>
                      <a:cubicBezTo>
                        <a:pt x="12" y="11931"/>
                        <a:pt x="12" y="11990"/>
                        <a:pt x="12" y="12062"/>
                      </a:cubicBezTo>
                      <a:cubicBezTo>
                        <a:pt x="12" y="12121"/>
                        <a:pt x="12" y="12193"/>
                        <a:pt x="12" y="12252"/>
                      </a:cubicBezTo>
                      <a:cubicBezTo>
                        <a:pt x="12" y="12312"/>
                        <a:pt x="12" y="12383"/>
                        <a:pt x="12" y="12443"/>
                      </a:cubicBezTo>
                      <a:cubicBezTo>
                        <a:pt x="12" y="12514"/>
                        <a:pt x="12" y="12574"/>
                        <a:pt x="12" y="12645"/>
                      </a:cubicBezTo>
                      <a:cubicBezTo>
                        <a:pt x="12" y="12705"/>
                        <a:pt x="12" y="12776"/>
                        <a:pt x="12" y="12836"/>
                      </a:cubicBezTo>
                      <a:cubicBezTo>
                        <a:pt x="12" y="12895"/>
                        <a:pt x="12" y="12967"/>
                        <a:pt x="12" y="13026"/>
                      </a:cubicBezTo>
                      <a:cubicBezTo>
                        <a:pt x="12" y="13098"/>
                        <a:pt x="12" y="13157"/>
                        <a:pt x="12" y="13228"/>
                      </a:cubicBezTo>
                      <a:cubicBezTo>
                        <a:pt x="12" y="13288"/>
                        <a:pt x="12" y="13359"/>
                        <a:pt x="12" y="13419"/>
                      </a:cubicBezTo>
                      <a:cubicBezTo>
                        <a:pt x="12" y="13479"/>
                        <a:pt x="12" y="13550"/>
                        <a:pt x="12" y="13609"/>
                      </a:cubicBezTo>
                      <a:cubicBezTo>
                        <a:pt x="12" y="13681"/>
                        <a:pt x="12" y="13740"/>
                        <a:pt x="12" y="13812"/>
                      </a:cubicBezTo>
                      <a:cubicBezTo>
                        <a:pt x="12" y="13871"/>
                        <a:pt x="12" y="13943"/>
                        <a:pt x="12" y="14002"/>
                      </a:cubicBezTo>
                      <a:cubicBezTo>
                        <a:pt x="12" y="14062"/>
                        <a:pt x="12" y="14133"/>
                        <a:pt x="12" y="14193"/>
                      </a:cubicBezTo>
                      <a:cubicBezTo>
                        <a:pt x="12" y="14264"/>
                        <a:pt x="12" y="14324"/>
                        <a:pt x="12" y="14395"/>
                      </a:cubicBezTo>
                      <a:cubicBezTo>
                        <a:pt x="12" y="14455"/>
                        <a:pt x="12" y="14526"/>
                        <a:pt x="12" y="14586"/>
                      </a:cubicBezTo>
                      <a:cubicBezTo>
                        <a:pt x="12" y="14645"/>
                        <a:pt x="12" y="14717"/>
                        <a:pt x="12" y="14776"/>
                      </a:cubicBezTo>
                      <a:cubicBezTo>
                        <a:pt x="12" y="14848"/>
                        <a:pt x="12" y="14907"/>
                        <a:pt x="12" y="14979"/>
                      </a:cubicBezTo>
                      <a:cubicBezTo>
                        <a:pt x="12" y="15038"/>
                        <a:pt x="12" y="15110"/>
                        <a:pt x="12" y="15169"/>
                      </a:cubicBezTo>
                      <a:cubicBezTo>
                        <a:pt x="12" y="15229"/>
                        <a:pt x="12" y="15300"/>
                        <a:pt x="12" y="15360"/>
                      </a:cubicBezTo>
                      <a:cubicBezTo>
                        <a:pt x="12" y="15431"/>
                        <a:pt x="12" y="15491"/>
                        <a:pt x="12" y="15562"/>
                      </a:cubicBezTo>
                      <a:cubicBezTo>
                        <a:pt x="12" y="15622"/>
                        <a:pt x="12" y="15693"/>
                        <a:pt x="12" y="15753"/>
                      </a:cubicBezTo>
                      <a:cubicBezTo>
                        <a:pt x="12" y="15812"/>
                        <a:pt x="12" y="15884"/>
                        <a:pt x="12" y="15943"/>
                      </a:cubicBezTo>
                      <a:cubicBezTo>
                        <a:pt x="12" y="16015"/>
                        <a:pt x="12" y="16074"/>
                        <a:pt x="12" y="16146"/>
                      </a:cubicBezTo>
                      <a:cubicBezTo>
                        <a:pt x="12" y="16205"/>
                        <a:pt x="12" y="16276"/>
                        <a:pt x="12" y="16336"/>
                      </a:cubicBezTo>
                      <a:cubicBezTo>
                        <a:pt x="12" y="16396"/>
                        <a:pt x="12" y="16467"/>
                        <a:pt x="12" y="16527"/>
                      </a:cubicBezTo>
                      <a:cubicBezTo>
                        <a:pt x="12" y="16598"/>
                        <a:pt x="12" y="16657"/>
                        <a:pt x="12" y="16729"/>
                      </a:cubicBezTo>
                      <a:cubicBezTo>
                        <a:pt x="12" y="16788"/>
                        <a:pt x="12" y="16860"/>
                        <a:pt x="12" y="16919"/>
                      </a:cubicBezTo>
                      <a:cubicBezTo>
                        <a:pt x="12" y="16979"/>
                        <a:pt x="12" y="17050"/>
                        <a:pt x="12" y="17110"/>
                      </a:cubicBezTo>
                      <a:cubicBezTo>
                        <a:pt x="12" y="17181"/>
                        <a:pt x="12" y="17241"/>
                        <a:pt x="12" y="17312"/>
                      </a:cubicBezTo>
                      <a:cubicBezTo>
                        <a:pt x="12" y="17372"/>
                        <a:pt x="12" y="17443"/>
                        <a:pt x="12" y="17503"/>
                      </a:cubicBezTo>
                      <a:cubicBezTo>
                        <a:pt x="12" y="17562"/>
                        <a:pt x="12" y="17634"/>
                        <a:pt x="12" y="17693"/>
                      </a:cubicBezTo>
                      <a:cubicBezTo>
                        <a:pt x="12" y="17765"/>
                        <a:pt x="12" y="17824"/>
                        <a:pt x="12" y="17896"/>
                      </a:cubicBezTo>
                      <a:cubicBezTo>
                        <a:pt x="12" y="17955"/>
                        <a:pt x="12" y="18015"/>
                        <a:pt x="12" y="18086"/>
                      </a:cubicBezTo>
                      <a:cubicBezTo>
                        <a:pt x="12" y="18146"/>
                        <a:pt x="12" y="18217"/>
                        <a:pt x="12" y="18277"/>
                      </a:cubicBezTo>
                      <a:cubicBezTo>
                        <a:pt x="12" y="18348"/>
                        <a:pt x="12" y="18408"/>
                        <a:pt x="12" y="18479"/>
                      </a:cubicBezTo>
                      <a:cubicBezTo>
                        <a:pt x="12" y="18539"/>
                        <a:pt x="12" y="18598"/>
                        <a:pt x="12" y="18670"/>
                      </a:cubicBezTo>
                      <a:cubicBezTo>
                        <a:pt x="12" y="18729"/>
                        <a:pt x="12" y="18801"/>
                        <a:pt x="12" y="18860"/>
                      </a:cubicBezTo>
                      <a:cubicBezTo>
                        <a:pt x="12" y="18932"/>
                        <a:pt x="12" y="18991"/>
                        <a:pt x="12" y="19063"/>
                      </a:cubicBezTo>
                      <a:cubicBezTo>
                        <a:pt x="12" y="19122"/>
                        <a:pt x="12" y="19182"/>
                        <a:pt x="12" y="19253"/>
                      </a:cubicBezTo>
                      <a:cubicBezTo>
                        <a:pt x="12" y="19313"/>
                        <a:pt x="12" y="19384"/>
                        <a:pt x="12" y="19444"/>
                      </a:cubicBezTo>
                      <a:cubicBezTo>
                        <a:pt x="12" y="19515"/>
                        <a:pt x="12" y="19575"/>
                        <a:pt x="12" y="19646"/>
                      </a:cubicBezTo>
                      <a:cubicBezTo>
                        <a:pt x="12" y="19705"/>
                        <a:pt x="12" y="19765"/>
                        <a:pt x="12" y="19836"/>
                      </a:cubicBezTo>
                      <a:cubicBezTo>
                        <a:pt x="12" y="19896"/>
                        <a:pt x="12" y="19967"/>
                        <a:pt x="12" y="20027"/>
                      </a:cubicBezTo>
                      <a:cubicBezTo>
                        <a:pt x="12" y="20098"/>
                        <a:pt x="12" y="20158"/>
                        <a:pt x="12" y="20229"/>
                      </a:cubicBezTo>
                      <a:cubicBezTo>
                        <a:pt x="12" y="20289"/>
                        <a:pt x="12" y="20348"/>
                        <a:pt x="12" y="20420"/>
                      </a:cubicBezTo>
                      <a:cubicBezTo>
                        <a:pt x="12" y="20479"/>
                        <a:pt x="12" y="20551"/>
                        <a:pt x="12" y="20610"/>
                      </a:cubicBezTo>
                      <a:cubicBezTo>
                        <a:pt x="12" y="20682"/>
                        <a:pt x="12" y="20741"/>
                        <a:pt x="12" y="20813"/>
                      </a:cubicBezTo>
                      <a:cubicBezTo>
                        <a:pt x="12" y="20872"/>
                        <a:pt x="12" y="20932"/>
                        <a:pt x="12" y="21003"/>
                      </a:cubicBezTo>
                      <a:cubicBezTo>
                        <a:pt x="12" y="21063"/>
                        <a:pt x="12" y="21134"/>
                        <a:pt x="12" y="21194"/>
                      </a:cubicBezTo>
                      <a:cubicBezTo>
                        <a:pt x="12" y="21265"/>
                        <a:pt x="12" y="21325"/>
                        <a:pt x="12" y="21396"/>
                      </a:cubicBezTo>
                      <a:cubicBezTo>
                        <a:pt x="12" y="21456"/>
                        <a:pt x="12" y="21515"/>
                        <a:pt x="12" y="21587"/>
                      </a:cubicBezTo>
                      <a:cubicBezTo>
                        <a:pt x="0" y="22515"/>
                        <a:pt x="500" y="23373"/>
                        <a:pt x="1310" y="23837"/>
                      </a:cubicBezTo>
                      <a:lnTo>
                        <a:pt x="36612" y="44208"/>
                      </a:lnTo>
                      <a:cubicBezTo>
                        <a:pt x="37416" y="44679"/>
                        <a:pt x="38315" y="44914"/>
                        <a:pt x="39215" y="44914"/>
                      </a:cubicBezTo>
                      <a:cubicBezTo>
                        <a:pt x="40115" y="44914"/>
                        <a:pt x="41017" y="44679"/>
                        <a:pt x="41827" y="44208"/>
                      </a:cubicBezTo>
                      <a:lnTo>
                        <a:pt x="77129" y="23837"/>
                      </a:lnTo>
                      <a:cubicBezTo>
                        <a:pt x="77939" y="23373"/>
                        <a:pt x="78439" y="22515"/>
                        <a:pt x="78427" y="21587"/>
                      </a:cubicBezTo>
                      <a:lnTo>
                        <a:pt x="78427" y="21384"/>
                      </a:lnTo>
                      <a:lnTo>
                        <a:pt x="78427" y="21194"/>
                      </a:lnTo>
                      <a:lnTo>
                        <a:pt x="78427" y="21003"/>
                      </a:lnTo>
                      <a:lnTo>
                        <a:pt x="78427" y="20801"/>
                      </a:lnTo>
                      <a:lnTo>
                        <a:pt x="78427" y="20610"/>
                      </a:lnTo>
                      <a:lnTo>
                        <a:pt x="78427" y="20420"/>
                      </a:lnTo>
                      <a:lnTo>
                        <a:pt x="78427" y="20217"/>
                      </a:lnTo>
                      <a:lnTo>
                        <a:pt x="78427" y="20027"/>
                      </a:lnTo>
                      <a:lnTo>
                        <a:pt x="78427" y="19836"/>
                      </a:lnTo>
                      <a:lnTo>
                        <a:pt x="78427" y="19634"/>
                      </a:lnTo>
                      <a:lnTo>
                        <a:pt x="78427" y="19444"/>
                      </a:lnTo>
                      <a:lnTo>
                        <a:pt x="78427" y="19253"/>
                      </a:lnTo>
                      <a:lnTo>
                        <a:pt x="78427" y="19051"/>
                      </a:lnTo>
                      <a:lnTo>
                        <a:pt x="78427" y="18860"/>
                      </a:lnTo>
                      <a:lnTo>
                        <a:pt x="78427" y="18670"/>
                      </a:lnTo>
                      <a:lnTo>
                        <a:pt x="78427" y="18467"/>
                      </a:lnTo>
                      <a:lnTo>
                        <a:pt x="78427" y="18277"/>
                      </a:lnTo>
                      <a:lnTo>
                        <a:pt x="78427" y="18086"/>
                      </a:lnTo>
                      <a:lnTo>
                        <a:pt x="78427" y="17884"/>
                      </a:lnTo>
                      <a:lnTo>
                        <a:pt x="78427" y="17693"/>
                      </a:lnTo>
                      <a:lnTo>
                        <a:pt x="78427" y="17503"/>
                      </a:lnTo>
                      <a:lnTo>
                        <a:pt x="78427" y="17300"/>
                      </a:lnTo>
                      <a:lnTo>
                        <a:pt x="78427" y="17110"/>
                      </a:lnTo>
                      <a:lnTo>
                        <a:pt x="78427" y="16919"/>
                      </a:lnTo>
                      <a:lnTo>
                        <a:pt x="78427" y="16717"/>
                      </a:lnTo>
                      <a:lnTo>
                        <a:pt x="78427" y="16527"/>
                      </a:lnTo>
                      <a:lnTo>
                        <a:pt x="78427" y="16336"/>
                      </a:lnTo>
                      <a:lnTo>
                        <a:pt x="78427" y="16146"/>
                      </a:lnTo>
                      <a:lnTo>
                        <a:pt x="78427" y="15943"/>
                      </a:lnTo>
                      <a:lnTo>
                        <a:pt x="78427" y="15753"/>
                      </a:lnTo>
                      <a:lnTo>
                        <a:pt x="78427" y="15562"/>
                      </a:lnTo>
                      <a:lnTo>
                        <a:pt x="78427" y="15360"/>
                      </a:lnTo>
                      <a:lnTo>
                        <a:pt x="78427" y="15169"/>
                      </a:lnTo>
                      <a:lnTo>
                        <a:pt x="78427" y="14979"/>
                      </a:lnTo>
                      <a:lnTo>
                        <a:pt x="78427" y="14776"/>
                      </a:lnTo>
                      <a:lnTo>
                        <a:pt x="78427" y="14586"/>
                      </a:lnTo>
                      <a:lnTo>
                        <a:pt x="78427" y="14395"/>
                      </a:lnTo>
                      <a:lnTo>
                        <a:pt x="78427" y="14193"/>
                      </a:lnTo>
                      <a:lnTo>
                        <a:pt x="78427" y="14002"/>
                      </a:lnTo>
                      <a:lnTo>
                        <a:pt x="78427" y="13812"/>
                      </a:lnTo>
                      <a:lnTo>
                        <a:pt x="78427" y="13609"/>
                      </a:lnTo>
                      <a:lnTo>
                        <a:pt x="78427" y="13419"/>
                      </a:lnTo>
                      <a:lnTo>
                        <a:pt x="78427" y="13228"/>
                      </a:lnTo>
                      <a:lnTo>
                        <a:pt x="78427" y="13026"/>
                      </a:lnTo>
                      <a:lnTo>
                        <a:pt x="78427" y="12836"/>
                      </a:lnTo>
                      <a:lnTo>
                        <a:pt x="78427" y="12645"/>
                      </a:lnTo>
                      <a:lnTo>
                        <a:pt x="78427" y="12443"/>
                      </a:lnTo>
                      <a:lnTo>
                        <a:pt x="78427" y="12252"/>
                      </a:lnTo>
                      <a:lnTo>
                        <a:pt x="78427" y="12062"/>
                      </a:lnTo>
                      <a:lnTo>
                        <a:pt x="78427" y="11859"/>
                      </a:lnTo>
                      <a:lnTo>
                        <a:pt x="78427" y="11669"/>
                      </a:lnTo>
                      <a:lnTo>
                        <a:pt x="78427" y="11478"/>
                      </a:lnTo>
                      <a:lnTo>
                        <a:pt x="78427" y="11276"/>
                      </a:lnTo>
                      <a:lnTo>
                        <a:pt x="78427" y="11085"/>
                      </a:lnTo>
                      <a:lnTo>
                        <a:pt x="78427" y="10895"/>
                      </a:lnTo>
                      <a:lnTo>
                        <a:pt x="78427" y="10692"/>
                      </a:lnTo>
                      <a:lnTo>
                        <a:pt x="78427" y="10502"/>
                      </a:lnTo>
                      <a:lnTo>
                        <a:pt x="78427" y="10311"/>
                      </a:lnTo>
                      <a:lnTo>
                        <a:pt x="78427" y="10109"/>
                      </a:lnTo>
                      <a:lnTo>
                        <a:pt x="78427" y="9919"/>
                      </a:lnTo>
                      <a:lnTo>
                        <a:pt x="78427" y="9728"/>
                      </a:lnTo>
                      <a:lnTo>
                        <a:pt x="78427" y="9526"/>
                      </a:lnTo>
                      <a:lnTo>
                        <a:pt x="78427" y="9335"/>
                      </a:lnTo>
                      <a:lnTo>
                        <a:pt x="78427" y="9145"/>
                      </a:lnTo>
                      <a:lnTo>
                        <a:pt x="78427" y="8942"/>
                      </a:lnTo>
                      <a:lnTo>
                        <a:pt x="78427" y="8752"/>
                      </a:lnTo>
                      <a:lnTo>
                        <a:pt x="78427" y="8561"/>
                      </a:lnTo>
                      <a:lnTo>
                        <a:pt x="78427" y="8359"/>
                      </a:lnTo>
                      <a:lnTo>
                        <a:pt x="78427" y="8168"/>
                      </a:lnTo>
                      <a:lnTo>
                        <a:pt x="78427" y="7978"/>
                      </a:lnTo>
                      <a:lnTo>
                        <a:pt x="78427" y="7775"/>
                      </a:lnTo>
                      <a:lnTo>
                        <a:pt x="78427" y="7585"/>
                      </a:lnTo>
                      <a:lnTo>
                        <a:pt x="78427" y="7394"/>
                      </a:lnTo>
                      <a:lnTo>
                        <a:pt x="78427" y="7192"/>
                      </a:lnTo>
                      <a:lnTo>
                        <a:pt x="78427" y="7002"/>
                      </a:lnTo>
                      <a:lnTo>
                        <a:pt x="78427" y="6811"/>
                      </a:lnTo>
                      <a:lnTo>
                        <a:pt x="78427" y="6609"/>
                      </a:lnTo>
                      <a:lnTo>
                        <a:pt x="78427" y="6418"/>
                      </a:lnTo>
                      <a:lnTo>
                        <a:pt x="78427" y="6228"/>
                      </a:lnTo>
                      <a:lnTo>
                        <a:pt x="78427" y="6025"/>
                      </a:lnTo>
                      <a:lnTo>
                        <a:pt x="78427" y="5835"/>
                      </a:lnTo>
                      <a:lnTo>
                        <a:pt x="78427" y="5644"/>
                      </a:lnTo>
                      <a:lnTo>
                        <a:pt x="78427" y="5442"/>
                      </a:lnTo>
                      <a:lnTo>
                        <a:pt x="78427" y="5251"/>
                      </a:lnTo>
                      <a:lnTo>
                        <a:pt x="78427" y="5061"/>
                      </a:lnTo>
                      <a:lnTo>
                        <a:pt x="78427" y="4858"/>
                      </a:lnTo>
                      <a:lnTo>
                        <a:pt x="78427" y="4668"/>
                      </a:lnTo>
                      <a:lnTo>
                        <a:pt x="78427" y="4477"/>
                      </a:lnTo>
                      <a:lnTo>
                        <a:pt x="78427" y="4275"/>
                      </a:lnTo>
                      <a:lnTo>
                        <a:pt x="78427" y="4085"/>
                      </a:lnTo>
                      <a:lnTo>
                        <a:pt x="78427" y="3894"/>
                      </a:lnTo>
                      <a:lnTo>
                        <a:pt x="78427" y="3692"/>
                      </a:lnTo>
                      <a:lnTo>
                        <a:pt x="78427" y="3501"/>
                      </a:lnTo>
                      <a:lnTo>
                        <a:pt x="78427" y="3311"/>
                      </a:lnTo>
                      <a:lnTo>
                        <a:pt x="78427" y="3108"/>
                      </a:lnTo>
                      <a:lnTo>
                        <a:pt x="78427" y="2918"/>
                      </a:lnTo>
                      <a:lnTo>
                        <a:pt x="78427" y="2727"/>
                      </a:lnTo>
                      <a:lnTo>
                        <a:pt x="78427" y="2525"/>
                      </a:lnTo>
                      <a:lnTo>
                        <a:pt x="78427" y="2334"/>
                      </a:lnTo>
                      <a:lnTo>
                        <a:pt x="78427" y="2144"/>
                      </a:lnTo>
                      <a:lnTo>
                        <a:pt x="78427" y="1941"/>
                      </a:lnTo>
                      <a:lnTo>
                        <a:pt x="78427" y="1751"/>
                      </a:lnTo>
                      <a:lnTo>
                        <a:pt x="78427" y="1560"/>
                      </a:lnTo>
                      <a:lnTo>
                        <a:pt x="78427" y="1358"/>
                      </a:lnTo>
                      <a:lnTo>
                        <a:pt x="78427" y="1167"/>
                      </a:lnTo>
                      <a:lnTo>
                        <a:pt x="78427" y="977"/>
                      </a:lnTo>
                      <a:lnTo>
                        <a:pt x="78427" y="775"/>
                      </a:lnTo>
                      <a:lnTo>
                        <a:pt x="78427" y="584"/>
                      </a:lnTo>
                      <a:lnTo>
                        <a:pt x="78427" y="394"/>
                      </a:lnTo>
                      <a:lnTo>
                        <a:pt x="78427" y="191"/>
                      </a:lnTo>
                      <a:lnTo>
                        <a:pt x="78427" y="1"/>
                      </a:lnTo>
                      <a:lnTo>
                        <a:pt x="78212" y="1"/>
                      </a:lnTo>
                      <a:cubicBezTo>
                        <a:pt x="78224" y="858"/>
                        <a:pt x="77760" y="1644"/>
                        <a:pt x="77022" y="2072"/>
                      </a:cubicBezTo>
                      <a:lnTo>
                        <a:pt x="41720" y="22444"/>
                      </a:lnTo>
                      <a:cubicBezTo>
                        <a:pt x="40946" y="22890"/>
                        <a:pt x="40083" y="23114"/>
                        <a:pt x="39218" y="23114"/>
                      </a:cubicBezTo>
                      <a:cubicBezTo>
                        <a:pt x="38353" y="23114"/>
                        <a:pt x="37487" y="22890"/>
                        <a:pt x="36707" y="22444"/>
                      </a:cubicBezTo>
                      <a:lnTo>
                        <a:pt x="1417" y="2072"/>
                      </a:lnTo>
                      <a:cubicBezTo>
                        <a:pt x="667" y="1644"/>
                        <a:pt x="215" y="858"/>
                        <a:pt x="226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A0FDF1">
                        <a:alpha val="41568"/>
                        <a:alpha val="41520"/>
                      </a:srgbClr>
                    </a:gs>
                    <a:gs pos="100000">
                      <a:srgbClr val="FFFFFF">
                        <a:alpha val="37254"/>
                        <a:alpha val="4152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54750" tIns="54750" rIns="54750" bIns="5475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28" name="Google Shape;928;p14"/>
                <p:cNvSpPr/>
                <p:nvPr/>
              </p:nvSpPr>
              <p:spPr>
                <a:xfrm>
                  <a:off x="5553063" y="1487604"/>
                  <a:ext cx="1981525" cy="116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261" h="46572" extrusionOk="0">
                      <a:moveTo>
                        <a:pt x="39635" y="1"/>
                      </a:moveTo>
                      <a:cubicBezTo>
                        <a:pt x="38749" y="1"/>
                        <a:pt x="37862" y="230"/>
                        <a:pt x="37065" y="688"/>
                      </a:cubicBezTo>
                      <a:lnTo>
                        <a:pt x="1679" y="21119"/>
                      </a:lnTo>
                      <a:cubicBezTo>
                        <a:pt x="1" y="22084"/>
                        <a:pt x="1" y="24489"/>
                        <a:pt x="1679" y="25453"/>
                      </a:cubicBezTo>
                      <a:lnTo>
                        <a:pt x="37065" y="45884"/>
                      </a:lnTo>
                      <a:cubicBezTo>
                        <a:pt x="37862" y="46343"/>
                        <a:pt x="38749" y="46572"/>
                        <a:pt x="39635" y="46572"/>
                      </a:cubicBezTo>
                      <a:cubicBezTo>
                        <a:pt x="40520" y="46572"/>
                        <a:pt x="41405" y="46343"/>
                        <a:pt x="42196" y="45884"/>
                      </a:cubicBezTo>
                      <a:lnTo>
                        <a:pt x="77594" y="25453"/>
                      </a:lnTo>
                      <a:cubicBezTo>
                        <a:pt x="79260" y="24489"/>
                        <a:pt x="79260" y="22084"/>
                        <a:pt x="77594" y="21119"/>
                      </a:cubicBezTo>
                      <a:lnTo>
                        <a:pt x="42196" y="688"/>
                      </a:lnTo>
                      <a:cubicBezTo>
                        <a:pt x="41405" y="230"/>
                        <a:pt x="40520" y="1"/>
                        <a:pt x="39635" y="1"/>
                      </a:cubicBezTo>
                      <a:close/>
                    </a:path>
                  </a:pathLst>
                </a:custGeom>
                <a:solidFill>
                  <a:srgbClr val="A0FDF1">
                    <a:alpha val="41520"/>
                  </a:srgbClr>
                </a:solidFill>
                <a:ln>
                  <a:noFill/>
                </a:ln>
              </p:spPr>
              <p:txBody>
                <a:bodyPr spcFirstLastPara="1" wrap="square" lIns="54750" tIns="54750" rIns="54750" bIns="5475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929" name="Google Shape;929;p14"/>
            <p:cNvGrpSpPr/>
            <p:nvPr/>
          </p:nvGrpSpPr>
          <p:grpSpPr>
            <a:xfrm>
              <a:off x="4878013" y="2713047"/>
              <a:ext cx="598632" cy="805372"/>
              <a:chOff x="3478424" y="1308364"/>
              <a:chExt cx="2187185" cy="2942536"/>
            </a:xfrm>
          </p:grpSpPr>
          <p:sp>
            <p:nvSpPr>
              <p:cNvPr id="930" name="Google Shape;930;p14"/>
              <p:cNvSpPr/>
              <p:nvPr/>
            </p:nvSpPr>
            <p:spPr>
              <a:xfrm>
                <a:off x="3485139" y="2969821"/>
                <a:ext cx="2180470" cy="1281079"/>
              </a:xfrm>
              <a:custGeom>
                <a:avLst/>
                <a:gdLst/>
                <a:ahLst/>
                <a:cxnLst/>
                <a:rect l="l" t="t" r="r" b="b"/>
                <a:pathLst>
                  <a:path w="79261" h="46572" extrusionOk="0">
                    <a:moveTo>
                      <a:pt x="39635" y="1"/>
                    </a:moveTo>
                    <a:cubicBezTo>
                      <a:pt x="38749" y="1"/>
                      <a:pt x="37862" y="230"/>
                      <a:pt x="37065" y="688"/>
                    </a:cubicBezTo>
                    <a:lnTo>
                      <a:pt x="1679" y="21119"/>
                    </a:lnTo>
                    <a:cubicBezTo>
                      <a:pt x="1" y="22084"/>
                      <a:pt x="1" y="24489"/>
                      <a:pt x="1679" y="25453"/>
                    </a:cubicBezTo>
                    <a:lnTo>
                      <a:pt x="37065" y="45884"/>
                    </a:lnTo>
                    <a:cubicBezTo>
                      <a:pt x="37862" y="46343"/>
                      <a:pt x="38749" y="46572"/>
                      <a:pt x="39635" y="46572"/>
                    </a:cubicBezTo>
                    <a:cubicBezTo>
                      <a:pt x="40520" y="46572"/>
                      <a:pt x="41405" y="46343"/>
                      <a:pt x="42196" y="45884"/>
                    </a:cubicBezTo>
                    <a:lnTo>
                      <a:pt x="77594" y="25453"/>
                    </a:lnTo>
                    <a:cubicBezTo>
                      <a:pt x="79260" y="24489"/>
                      <a:pt x="79260" y="22084"/>
                      <a:pt x="77594" y="21119"/>
                    </a:cubicBezTo>
                    <a:lnTo>
                      <a:pt x="42196" y="688"/>
                    </a:lnTo>
                    <a:cubicBezTo>
                      <a:pt x="41405" y="230"/>
                      <a:pt x="40520" y="1"/>
                      <a:pt x="3963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Google Shape;931;p14"/>
              <p:cNvSpPr/>
              <p:nvPr/>
            </p:nvSpPr>
            <p:spPr>
              <a:xfrm>
                <a:off x="3793045" y="1947520"/>
                <a:ext cx="1550129" cy="2096604"/>
              </a:xfrm>
              <a:custGeom>
                <a:avLst/>
                <a:gdLst/>
                <a:ahLst/>
                <a:cxnLst/>
                <a:rect l="l" t="t" r="r" b="b"/>
                <a:pathLst>
                  <a:path w="52721" h="71307" extrusionOk="0">
                    <a:moveTo>
                      <a:pt x="52709" y="0"/>
                    </a:moveTo>
                    <a:lnTo>
                      <a:pt x="0" y="0"/>
                    </a:lnTo>
                    <a:lnTo>
                      <a:pt x="0" y="55495"/>
                    </a:lnTo>
                    <a:cubicBezTo>
                      <a:pt x="0" y="56090"/>
                      <a:pt x="321" y="56650"/>
                      <a:pt x="845" y="56948"/>
                    </a:cubicBezTo>
                    <a:lnTo>
                      <a:pt x="24646" y="70699"/>
                    </a:lnTo>
                    <a:cubicBezTo>
                      <a:pt x="25706" y="71306"/>
                      <a:pt x="27027" y="71306"/>
                      <a:pt x="28087" y="70699"/>
                    </a:cubicBezTo>
                    <a:lnTo>
                      <a:pt x="51876" y="56948"/>
                    </a:lnTo>
                    <a:cubicBezTo>
                      <a:pt x="52399" y="56650"/>
                      <a:pt x="52721" y="56090"/>
                      <a:pt x="52721" y="55495"/>
                    </a:cubicBezTo>
                    <a:lnTo>
                      <a:pt x="52721" y="5549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" name="Google Shape;932;p14"/>
              <p:cNvSpPr/>
              <p:nvPr/>
            </p:nvSpPr>
            <p:spPr>
              <a:xfrm>
                <a:off x="3784988" y="1482593"/>
                <a:ext cx="1566242" cy="929825"/>
              </a:xfrm>
              <a:custGeom>
                <a:avLst/>
                <a:gdLst/>
                <a:ahLst/>
                <a:cxnLst/>
                <a:rect l="l" t="t" r="r" b="b"/>
                <a:pathLst>
                  <a:path w="53269" h="31624" extrusionOk="0">
                    <a:moveTo>
                      <a:pt x="24920" y="31004"/>
                    </a:moveTo>
                    <a:lnTo>
                      <a:pt x="1119" y="17265"/>
                    </a:lnTo>
                    <a:cubicBezTo>
                      <a:pt x="0" y="16622"/>
                      <a:pt x="0" y="15002"/>
                      <a:pt x="1119" y="14359"/>
                    </a:cubicBezTo>
                    <a:lnTo>
                      <a:pt x="24920" y="620"/>
                    </a:lnTo>
                    <a:cubicBezTo>
                      <a:pt x="25980" y="1"/>
                      <a:pt x="27301" y="1"/>
                      <a:pt x="28361" y="620"/>
                    </a:cubicBezTo>
                    <a:lnTo>
                      <a:pt x="52150" y="14359"/>
                    </a:lnTo>
                    <a:cubicBezTo>
                      <a:pt x="53269" y="15002"/>
                      <a:pt x="53269" y="16622"/>
                      <a:pt x="52150" y="17265"/>
                    </a:cubicBezTo>
                    <a:lnTo>
                      <a:pt x="28361" y="31004"/>
                    </a:lnTo>
                    <a:cubicBezTo>
                      <a:pt x="27289" y="31624"/>
                      <a:pt x="25980" y="31624"/>
                      <a:pt x="24920" y="3100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" name="Google Shape;933;p14"/>
              <p:cNvSpPr/>
              <p:nvPr/>
            </p:nvSpPr>
            <p:spPr>
              <a:xfrm>
                <a:off x="3818244" y="2089627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7"/>
                    </a:moveTo>
                    <a:lnTo>
                      <a:pt x="0" y="1561"/>
                    </a:lnTo>
                    <a:lnTo>
                      <a:pt x="0" y="1"/>
                    </a:lnTo>
                    <a:lnTo>
                      <a:pt x="24194" y="1395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" name="Google Shape;934;p14"/>
              <p:cNvSpPr/>
              <p:nvPr/>
            </p:nvSpPr>
            <p:spPr>
              <a:xfrm>
                <a:off x="3818244" y="2153697"/>
                <a:ext cx="711364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9" extrusionOk="0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" name="Google Shape;935;p14"/>
              <p:cNvSpPr/>
              <p:nvPr/>
            </p:nvSpPr>
            <p:spPr>
              <a:xfrm>
                <a:off x="3818244" y="2218120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" name="Google Shape;936;p14"/>
              <p:cNvSpPr/>
              <p:nvPr/>
            </p:nvSpPr>
            <p:spPr>
              <a:xfrm>
                <a:off x="3818244" y="2282543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" name="Google Shape;937;p14"/>
              <p:cNvSpPr/>
              <p:nvPr/>
            </p:nvSpPr>
            <p:spPr>
              <a:xfrm>
                <a:off x="3818244" y="2346966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" name="Google Shape;938;p14"/>
              <p:cNvSpPr/>
              <p:nvPr/>
            </p:nvSpPr>
            <p:spPr>
              <a:xfrm>
                <a:off x="3818244" y="246178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" name="Google Shape;939;p14"/>
              <p:cNvSpPr/>
              <p:nvPr/>
            </p:nvSpPr>
            <p:spPr>
              <a:xfrm>
                <a:off x="3818244" y="2526209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" name="Google Shape;940;p14"/>
              <p:cNvSpPr/>
              <p:nvPr/>
            </p:nvSpPr>
            <p:spPr>
              <a:xfrm>
                <a:off x="3818244" y="2590250"/>
                <a:ext cx="711364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9" extrusionOk="0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" name="Google Shape;941;p14"/>
              <p:cNvSpPr/>
              <p:nvPr/>
            </p:nvSpPr>
            <p:spPr>
              <a:xfrm>
                <a:off x="3818244" y="2654673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" name="Google Shape;942;p14"/>
              <p:cNvSpPr/>
              <p:nvPr/>
            </p:nvSpPr>
            <p:spPr>
              <a:xfrm>
                <a:off x="3818244" y="271909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" name="Google Shape;943;p14"/>
              <p:cNvSpPr/>
              <p:nvPr/>
            </p:nvSpPr>
            <p:spPr>
              <a:xfrm>
                <a:off x="3818244" y="283391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" name="Google Shape;944;p14"/>
              <p:cNvSpPr/>
              <p:nvPr/>
            </p:nvSpPr>
            <p:spPr>
              <a:xfrm>
                <a:off x="3818244" y="2898339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5" name="Google Shape;945;p14"/>
              <p:cNvSpPr/>
              <p:nvPr/>
            </p:nvSpPr>
            <p:spPr>
              <a:xfrm>
                <a:off x="3818244" y="2962762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" name="Google Shape;946;p14"/>
              <p:cNvSpPr/>
              <p:nvPr/>
            </p:nvSpPr>
            <p:spPr>
              <a:xfrm>
                <a:off x="3818244" y="3026803"/>
                <a:ext cx="711364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9" extrusionOk="0">
                    <a:moveTo>
                      <a:pt x="24194" y="15539"/>
                    </a:moveTo>
                    <a:lnTo>
                      <a:pt x="0" y="1573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" name="Google Shape;947;p14"/>
              <p:cNvSpPr/>
              <p:nvPr/>
            </p:nvSpPr>
            <p:spPr>
              <a:xfrm>
                <a:off x="3818244" y="309122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" name="Google Shape;948;p14"/>
              <p:cNvSpPr/>
              <p:nvPr/>
            </p:nvSpPr>
            <p:spPr>
              <a:xfrm>
                <a:off x="3818244" y="320604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7"/>
                    </a:moveTo>
                    <a:lnTo>
                      <a:pt x="0" y="1573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" name="Google Shape;949;p14"/>
              <p:cNvSpPr/>
              <p:nvPr/>
            </p:nvSpPr>
            <p:spPr>
              <a:xfrm>
                <a:off x="3818244" y="3270469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" name="Google Shape;950;p14"/>
              <p:cNvSpPr/>
              <p:nvPr/>
            </p:nvSpPr>
            <p:spPr>
              <a:xfrm>
                <a:off x="3818244" y="3334892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" name="Google Shape;951;p14"/>
              <p:cNvSpPr/>
              <p:nvPr/>
            </p:nvSpPr>
            <p:spPr>
              <a:xfrm>
                <a:off x="3818244" y="3399315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" name="Google Shape;952;p14"/>
              <p:cNvSpPr/>
              <p:nvPr/>
            </p:nvSpPr>
            <p:spPr>
              <a:xfrm>
                <a:off x="3818244" y="3463385"/>
                <a:ext cx="711364" cy="456856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8" extrusionOk="0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" name="Google Shape;953;p14"/>
              <p:cNvSpPr/>
              <p:nvPr/>
            </p:nvSpPr>
            <p:spPr>
              <a:xfrm>
                <a:off x="4606639" y="2089627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7"/>
                    </a:moveTo>
                    <a:lnTo>
                      <a:pt x="24182" y="1561"/>
                    </a:lnTo>
                    <a:lnTo>
                      <a:pt x="24182" y="1"/>
                    </a:lnTo>
                    <a:lnTo>
                      <a:pt x="0" y="1395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" name="Google Shape;954;p14"/>
              <p:cNvSpPr/>
              <p:nvPr/>
            </p:nvSpPr>
            <p:spPr>
              <a:xfrm>
                <a:off x="4606639" y="2153697"/>
                <a:ext cx="711011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9" extrusionOk="0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" name="Google Shape;955;p14"/>
              <p:cNvSpPr/>
              <p:nvPr/>
            </p:nvSpPr>
            <p:spPr>
              <a:xfrm>
                <a:off x="4606639" y="2218120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" name="Google Shape;956;p14"/>
              <p:cNvSpPr/>
              <p:nvPr/>
            </p:nvSpPr>
            <p:spPr>
              <a:xfrm>
                <a:off x="4606639" y="2282543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" name="Google Shape;957;p14"/>
              <p:cNvSpPr/>
              <p:nvPr/>
            </p:nvSpPr>
            <p:spPr>
              <a:xfrm>
                <a:off x="4606639" y="2346966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" name="Google Shape;958;p14"/>
              <p:cNvSpPr/>
              <p:nvPr/>
            </p:nvSpPr>
            <p:spPr>
              <a:xfrm>
                <a:off x="4606639" y="246178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" name="Google Shape;959;p14"/>
              <p:cNvSpPr/>
              <p:nvPr/>
            </p:nvSpPr>
            <p:spPr>
              <a:xfrm>
                <a:off x="4606639" y="2526209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" name="Google Shape;960;p14"/>
              <p:cNvSpPr/>
              <p:nvPr/>
            </p:nvSpPr>
            <p:spPr>
              <a:xfrm>
                <a:off x="4606639" y="2590250"/>
                <a:ext cx="711011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9" extrusionOk="0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" name="Google Shape;961;p14"/>
              <p:cNvSpPr/>
              <p:nvPr/>
            </p:nvSpPr>
            <p:spPr>
              <a:xfrm>
                <a:off x="4606639" y="2654673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" name="Google Shape;962;p14"/>
              <p:cNvSpPr/>
              <p:nvPr/>
            </p:nvSpPr>
            <p:spPr>
              <a:xfrm>
                <a:off x="4606639" y="271909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" name="Google Shape;963;p14"/>
              <p:cNvSpPr/>
              <p:nvPr/>
            </p:nvSpPr>
            <p:spPr>
              <a:xfrm>
                <a:off x="4606639" y="283391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" name="Google Shape;964;p14"/>
              <p:cNvSpPr/>
              <p:nvPr/>
            </p:nvSpPr>
            <p:spPr>
              <a:xfrm>
                <a:off x="4606639" y="2898339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" name="Google Shape;965;p14"/>
              <p:cNvSpPr/>
              <p:nvPr/>
            </p:nvSpPr>
            <p:spPr>
              <a:xfrm>
                <a:off x="4606639" y="2962762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" name="Google Shape;966;p14"/>
              <p:cNvSpPr/>
              <p:nvPr/>
            </p:nvSpPr>
            <p:spPr>
              <a:xfrm>
                <a:off x="4606639" y="3026803"/>
                <a:ext cx="711011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9" extrusionOk="0">
                    <a:moveTo>
                      <a:pt x="0" y="15539"/>
                    </a:moveTo>
                    <a:lnTo>
                      <a:pt x="24182" y="1573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" name="Google Shape;967;p14"/>
              <p:cNvSpPr/>
              <p:nvPr/>
            </p:nvSpPr>
            <p:spPr>
              <a:xfrm>
                <a:off x="4606639" y="309122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" name="Google Shape;968;p14"/>
              <p:cNvSpPr/>
              <p:nvPr/>
            </p:nvSpPr>
            <p:spPr>
              <a:xfrm>
                <a:off x="4606639" y="320604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7"/>
                    </a:moveTo>
                    <a:lnTo>
                      <a:pt x="24182" y="1573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" name="Google Shape;969;p14"/>
              <p:cNvSpPr/>
              <p:nvPr/>
            </p:nvSpPr>
            <p:spPr>
              <a:xfrm>
                <a:off x="4606639" y="3270469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" name="Google Shape;970;p14"/>
              <p:cNvSpPr/>
              <p:nvPr/>
            </p:nvSpPr>
            <p:spPr>
              <a:xfrm>
                <a:off x="4606639" y="3334892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" name="Google Shape;971;p14"/>
              <p:cNvSpPr/>
              <p:nvPr/>
            </p:nvSpPr>
            <p:spPr>
              <a:xfrm>
                <a:off x="4606639" y="3399315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" name="Google Shape;972;p14"/>
              <p:cNvSpPr/>
              <p:nvPr/>
            </p:nvSpPr>
            <p:spPr>
              <a:xfrm>
                <a:off x="4606639" y="3463385"/>
                <a:ext cx="711011" cy="456856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8" extrusionOk="0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973" name="Google Shape;973;p14"/>
              <p:cNvGrpSpPr/>
              <p:nvPr/>
            </p:nvGrpSpPr>
            <p:grpSpPr>
              <a:xfrm>
                <a:off x="3478424" y="1308364"/>
                <a:ext cx="2180470" cy="1878295"/>
                <a:chOff x="5553063" y="1487604"/>
                <a:chExt cx="1981525" cy="1707075"/>
              </a:xfrm>
            </p:grpSpPr>
            <p:sp>
              <p:nvSpPr>
                <p:cNvPr id="974" name="Google Shape;974;p14"/>
                <p:cNvSpPr/>
                <p:nvPr/>
              </p:nvSpPr>
              <p:spPr>
                <a:xfrm>
                  <a:off x="5563488" y="2071829"/>
                  <a:ext cx="1960975" cy="1122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439" h="44914" extrusionOk="0">
                      <a:moveTo>
                        <a:pt x="12" y="1"/>
                      </a:moveTo>
                      <a:cubicBezTo>
                        <a:pt x="12" y="72"/>
                        <a:pt x="12" y="132"/>
                        <a:pt x="12" y="191"/>
                      </a:cubicBezTo>
                      <a:cubicBezTo>
                        <a:pt x="12" y="263"/>
                        <a:pt x="12" y="322"/>
                        <a:pt x="12" y="394"/>
                      </a:cubicBezTo>
                      <a:cubicBezTo>
                        <a:pt x="12" y="453"/>
                        <a:pt x="12" y="525"/>
                        <a:pt x="12" y="584"/>
                      </a:cubicBezTo>
                      <a:cubicBezTo>
                        <a:pt x="12" y="656"/>
                        <a:pt x="12" y="715"/>
                        <a:pt x="12" y="775"/>
                      </a:cubicBezTo>
                      <a:cubicBezTo>
                        <a:pt x="12" y="846"/>
                        <a:pt x="12" y="906"/>
                        <a:pt x="12" y="977"/>
                      </a:cubicBezTo>
                      <a:cubicBezTo>
                        <a:pt x="12" y="1037"/>
                        <a:pt x="12" y="1108"/>
                        <a:pt x="12" y="1167"/>
                      </a:cubicBezTo>
                      <a:cubicBezTo>
                        <a:pt x="12" y="1239"/>
                        <a:pt x="12" y="1298"/>
                        <a:pt x="12" y="1358"/>
                      </a:cubicBezTo>
                      <a:cubicBezTo>
                        <a:pt x="12" y="1429"/>
                        <a:pt x="12" y="1489"/>
                        <a:pt x="12" y="1560"/>
                      </a:cubicBezTo>
                      <a:cubicBezTo>
                        <a:pt x="12" y="1620"/>
                        <a:pt x="12" y="1691"/>
                        <a:pt x="12" y="1751"/>
                      </a:cubicBezTo>
                      <a:cubicBezTo>
                        <a:pt x="12" y="1822"/>
                        <a:pt x="12" y="1882"/>
                        <a:pt x="12" y="1941"/>
                      </a:cubicBezTo>
                      <a:cubicBezTo>
                        <a:pt x="12" y="2013"/>
                        <a:pt x="12" y="2072"/>
                        <a:pt x="12" y="2144"/>
                      </a:cubicBezTo>
                      <a:cubicBezTo>
                        <a:pt x="12" y="2203"/>
                        <a:pt x="12" y="2275"/>
                        <a:pt x="12" y="2334"/>
                      </a:cubicBezTo>
                      <a:cubicBezTo>
                        <a:pt x="12" y="2406"/>
                        <a:pt x="12" y="2465"/>
                        <a:pt x="12" y="2525"/>
                      </a:cubicBezTo>
                      <a:cubicBezTo>
                        <a:pt x="12" y="2596"/>
                        <a:pt x="12" y="2656"/>
                        <a:pt x="12" y="2727"/>
                      </a:cubicBezTo>
                      <a:cubicBezTo>
                        <a:pt x="12" y="2787"/>
                        <a:pt x="12" y="2858"/>
                        <a:pt x="12" y="2918"/>
                      </a:cubicBezTo>
                      <a:cubicBezTo>
                        <a:pt x="12" y="2989"/>
                        <a:pt x="12" y="3049"/>
                        <a:pt x="12" y="3108"/>
                      </a:cubicBezTo>
                      <a:cubicBezTo>
                        <a:pt x="12" y="3180"/>
                        <a:pt x="12" y="3239"/>
                        <a:pt x="12" y="3311"/>
                      </a:cubicBezTo>
                      <a:cubicBezTo>
                        <a:pt x="12" y="3370"/>
                        <a:pt x="12" y="3442"/>
                        <a:pt x="12" y="3501"/>
                      </a:cubicBezTo>
                      <a:cubicBezTo>
                        <a:pt x="12" y="3573"/>
                        <a:pt x="12" y="3632"/>
                        <a:pt x="12" y="3692"/>
                      </a:cubicBezTo>
                      <a:cubicBezTo>
                        <a:pt x="12" y="3763"/>
                        <a:pt x="12" y="3823"/>
                        <a:pt x="12" y="3894"/>
                      </a:cubicBezTo>
                      <a:cubicBezTo>
                        <a:pt x="12" y="3954"/>
                        <a:pt x="12" y="4025"/>
                        <a:pt x="12" y="4085"/>
                      </a:cubicBezTo>
                      <a:cubicBezTo>
                        <a:pt x="12" y="4156"/>
                        <a:pt x="12" y="4215"/>
                        <a:pt x="12" y="4275"/>
                      </a:cubicBezTo>
                      <a:cubicBezTo>
                        <a:pt x="12" y="4346"/>
                        <a:pt x="12" y="4406"/>
                        <a:pt x="12" y="4477"/>
                      </a:cubicBezTo>
                      <a:cubicBezTo>
                        <a:pt x="12" y="4537"/>
                        <a:pt x="12" y="4608"/>
                        <a:pt x="12" y="4668"/>
                      </a:cubicBezTo>
                      <a:cubicBezTo>
                        <a:pt x="12" y="4739"/>
                        <a:pt x="12" y="4799"/>
                        <a:pt x="12" y="4858"/>
                      </a:cubicBezTo>
                      <a:cubicBezTo>
                        <a:pt x="12" y="4930"/>
                        <a:pt x="12" y="4989"/>
                        <a:pt x="12" y="5061"/>
                      </a:cubicBezTo>
                      <a:cubicBezTo>
                        <a:pt x="12" y="5120"/>
                        <a:pt x="12" y="5192"/>
                        <a:pt x="12" y="5251"/>
                      </a:cubicBezTo>
                      <a:cubicBezTo>
                        <a:pt x="12" y="5323"/>
                        <a:pt x="12" y="5382"/>
                        <a:pt x="12" y="5442"/>
                      </a:cubicBezTo>
                      <a:cubicBezTo>
                        <a:pt x="12" y="5513"/>
                        <a:pt x="12" y="5573"/>
                        <a:pt x="12" y="5644"/>
                      </a:cubicBezTo>
                      <a:cubicBezTo>
                        <a:pt x="12" y="5704"/>
                        <a:pt x="12" y="5775"/>
                        <a:pt x="12" y="5835"/>
                      </a:cubicBezTo>
                      <a:cubicBezTo>
                        <a:pt x="12" y="5906"/>
                        <a:pt x="12" y="5966"/>
                        <a:pt x="12" y="6025"/>
                      </a:cubicBezTo>
                      <a:cubicBezTo>
                        <a:pt x="12" y="6097"/>
                        <a:pt x="12" y="6156"/>
                        <a:pt x="12" y="6228"/>
                      </a:cubicBezTo>
                      <a:cubicBezTo>
                        <a:pt x="12" y="6287"/>
                        <a:pt x="12" y="6359"/>
                        <a:pt x="12" y="6418"/>
                      </a:cubicBezTo>
                      <a:cubicBezTo>
                        <a:pt x="12" y="6490"/>
                        <a:pt x="12" y="6549"/>
                        <a:pt x="12" y="6609"/>
                      </a:cubicBezTo>
                      <a:cubicBezTo>
                        <a:pt x="12" y="6680"/>
                        <a:pt x="12" y="6740"/>
                        <a:pt x="12" y="6811"/>
                      </a:cubicBezTo>
                      <a:cubicBezTo>
                        <a:pt x="12" y="6871"/>
                        <a:pt x="12" y="6942"/>
                        <a:pt x="12" y="7002"/>
                      </a:cubicBezTo>
                      <a:cubicBezTo>
                        <a:pt x="12" y="7073"/>
                        <a:pt x="12" y="7132"/>
                        <a:pt x="12" y="7192"/>
                      </a:cubicBezTo>
                      <a:cubicBezTo>
                        <a:pt x="12" y="7263"/>
                        <a:pt x="12" y="7323"/>
                        <a:pt x="12" y="7394"/>
                      </a:cubicBezTo>
                      <a:cubicBezTo>
                        <a:pt x="12" y="7454"/>
                        <a:pt x="12" y="7525"/>
                        <a:pt x="12" y="7585"/>
                      </a:cubicBezTo>
                      <a:cubicBezTo>
                        <a:pt x="12" y="7656"/>
                        <a:pt x="12" y="7716"/>
                        <a:pt x="12" y="7775"/>
                      </a:cubicBezTo>
                      <a:cubicBezTo>
                        <a:pt x="12" y="7847"/>
                        <a:pt x="12" y="7906"/>
                        <a:pt x="12" y="7978"/>
                      </a:cubicBezTo>
                      <a:cubicBezTo>
                        <a:pt x="12" y="8037"/>
                        <a:pt x="12" y="8109"/>
                        <a:pt x="12" y="8168"/>
                      </a:cubicBezTo>
                      <a:cubicBezTo>
                        <a:pt x="12" y="8228"/>
                        <a:pt x="12" y="8299"/>
                        <a:pt x="12" y="8359"/>
                      </a:cubicBezTo>
                      <a:cubicBezTo>
                        <a:pt x="12" y="8430"/>
                        <a:pt x="12" y="8490"/>
                        <a:pt x="12" y="8561"/>
                      </a:cubicBezTo>
                      <a:cubicBezTo>
                        <a:pt x="12" y="8621"/>
                        <a:pt x="12" y="8692"/>
                        <a:pt x="12" y="8752"/>
                      </a:cubicBezTo>
                      <a:cubicBezTo>
                        <a:pt x="12" y="8811"/>
                        <a:pt x="12" y="8883"/>
                        <a:pt x="12" y="8942"/>
                      </a:cubicBezTo>
                      <a:cubicBezTo>
                        <a:pt x="12" y="9014"/>
                        <a:pt x="12" y="9073"/>
                        <a:pt x="12" y="9145"/>
                      </a:cubicBezTo>
                      <a:cubicBezTo>
                        <a:pt x="12" y="9204"/>
                        <a:pt x="12" y="9276"/>
                        <a:pt x="12" y="9335"/>
                      </a:cubicBezTo>
                      <a:cubicBezTo>
                        <a:pt x="12" y="9395"/>
                        <a:pt x="12" y="9466"/>
                        <a:pt x="12" y="9526"/>
                      </a:cubicBezTo>
                      <a:cubicBezTo>
                        <a:pt x="12" y="9597"/>
                        <a:pt x="12" y="9657"/>
                        <a:pt x="12" y="9728"/>
                      </a:cubicBezTo>
                      <a:cubicBezTo>
                        <a:pt x="12" y="9788"/>
                        <a:pt x="12" y="9859"/>
                        <a:pt x="12" y="9919"/>
                      </a:cubicBezTo>
                      <a:cubicBezTo>
                        <a:pt x="12" y="9978"/>
                        <a:pt x="12" y="10050"/>
                        <a:pt x="12" y="10109"/>
                      </a:cubicBezTo>
                      <a:cubicBezTo>
                        <a:pt x="12" y="10180"/>
                        <a:pt x="12" y="10240"/>
                        <a:pt x="12" y="10311"/>
                      </a:cubicBezTo>
                      <a:cubicBezTo>
                        <a:pt x="12" y="10371"/>
                        <a:pt x="12" y="10442"/>
                        <a:pt x="12" y="10502"/>
                      </a:cubicBezTo>
                      <a:cubicBezTo>
                        <a:pt x="12" y="10561"/>
                        <a:pt x="12" y="10633"/>
                        <a:pt x="12" y="10692"/>
                      </a:cubicBezTo>
                      <a:cubicBezTo>
                        <a:pt x="12" y="10764"/>
                        <a:pt x="12" y="10823"/>
                        <a:pt x="12" y="10895"/>
                      </a:cubicBezTo>
                      <a:cubicBezTo>
                        <a:pt x="12" y="10954"/>
                        <a:pt x="12" y="11026"/>
                        <a:pt x="12" y="11085"/>
                      </a:cubicBezTo>
                      <a:cubicBezTo>
                        <a:pt x="12" y="11145"/>
                        <a:pt x="12" y="11216"/>
                        <a:pt x="12" y="11276"/>
                      </a:cubicBezTo>
                      <a:cubicBezTo>
                        <a:pt x="12" y="11347"/>
                        <a:pt x="12" y="11407"/>
                        <a:pt x="12" y="11478"/>
                      </a:cubicBezTo>
                      <a:cubicBezTo>
                        <a:pt x="12" y="11538"/>
                        <a:pt x="12" y="11609"/>
                        <a:pt x="12" y="11669"/>
                      </a:cubicBezTo>
                      <a:cubicBezTo>
                        <a:pt x="12" y="11728"/>
                        <a:pt x="12" y="11800"/>
                        <a:pt x="12" y="11859"/>
                      </a:cubicBezTo>
                      <a:cubicBezTo>
                        <a:pt x="12" y="11931"/>
                        <a:pt x="12" y="11990"/>
                        <a:pt x="12" y="12062"/>
                      </a:cubicBezTo>
                      <a:cubicBezTo>
                        <a:pt x="12" y="12121"/>
                        <a:pt x="12" y="12193"/>
                        <a:pt x="12" y="12252"/>
                      </a:cubicBezTo>
                      <a:cubicBezTo>
                        <a:pt x="12" y="12312"/>
                        <a:pt x="12" y="12383"/>
                        <a:pt x="12" y="12443"/>
                      </a:cubicBezTo>
                      <a:cubicBezTo>
                        <a:pt x="12" y="12514"/>
                        <a:pt x="12" y="12574"/>
                        <a:pt x="12" y="12645"/>
                      </a:cubicBezTo>
                      <a:cubicBezTo>
                        <a:pt x="12" y="12705"/>
                        <a:pt x="12" y="12776"/>
                        <a:pt x="12" y="12836"/>
                      </a:cubicBezTo>
                      <a:cubicBezTo>
                        <a:pt x="12" y="12895"/>
                        <a:pt x="12" y="12967"/>
                        <a:pt x="12" y="13026"/>
                      </a:cubicBezTo>
                      <a:cubicBezTo>
                        <a:pt x="12" y="13098"/>
                        <a:pt x="12" y="13157"/>
                        <a:pt x="12" y="13228"/>
                      </a:cubicBezTo>
                      <a:cubicBezTo>
                        <a:pt x="12" y="13288"/>
                        <a:pt x="12" y="13359"/>
                        <a:pt x="12" y="13419"/>
                      </a:cubicBezTo>
                      <a:cubicBezTo>
                        <a:pt x="12" y="13479"/>
                        <a:pt x="12" y="13550"/>
                        <a:pt x="12" y="13609"/>
                      </a:cubicBezTo>
                      <a:cubicBezTo>
                        <a:pt x="12" y="13681"/>
                        <a:pt x="12" y="13740"/>
                        <a:pt x="12" y="13812"/>
                      </a:cubicBezTo>
                      <a:cubicBezTo>
                        <a:pt x="12" y="13871"/>
                        <a:pt x="12" y="13943"/>
                        <a:pt x="12" y="14002"/>
                      </a:cubicBezTo>
                      <a:cubicBezTo>
                        <a:pt x="12" y="14062"/>
                        <a:pt x="12" y="14133"/>
                        <a:pt x="12" y="14193"/>
                      </a:cubicBezTo>
                      <a:cubicBezTo>
                        <a:pt x="12" y="14264"/>
                        <a:pt x="12" y="14324"/>
                        <a:pt x="12" y="14395"/>
                      </a:cubicBezTo>
                      <a:cubicBezTo>
                        <a:pt x="12" y="14455"/>
                        <a:pt x="12" y="14526"/>
                        <a:pt x="12" y="14586"/>
                      </a:cubicBezTo>
                      <a:cubicBezTo>
                        <a:pt x="12" y="14645"/>
                        <a:pt x="12" y="14717"/>
                        <a:pt x="12" y="14776"/>
                      </a:cubicBezTo>
                      <a:cubicBezTo>
                        <a:pt x="12" y="14848"/>
                        <a:pt x="12" y="14907"/>
                        <a:pt x="12" y="14979"/>
                      </a:cubicBezTo>
                      <a:cubicBezTo>
                        <a:pt x="12" y="15038"/>
                        <a:pt x="12" y="15110"/>
                        <a:pt x="12" y="15169"/>
                      </a:cubicBezTo>
                      <a:cubicBezTo>
                        <a:pt x="12" y="15229"/>
                        <a:pt x="12" y="15300"/>
                        <a:pt x="12" y="15360"/>
                      </a:cubicBezTo>
                      <a:cubicBezTo>
                        <a:pt x="12" y="15431"/>
                        <a:pt x="12" y="15491"/>
                        <a:pt x="12" y="15562"/>
                      </a:cubicBezTo>
                      <a:cubicBezTo>
                        <a:pt x="12" y="15622"/>
                        <a:pt x="12" y="15693"/>
                        <a:pt x="12" y="15753"/>
                      </a:cubicBezTo>
                      <a:cubicBezTo>
                        <a:pt x="12" y="15812"/>
                        <a:pt x="12" y="15884"/>
                        <a:pt x="12" y="15943"/>
                      </a:cubicBezTo>
                      <a:cubicBezTo>
                        <a:pt x="12" y="16015"/>
                        <a:pt x="12" y="16074"/>
                        <a:pt x="12" y="16146"/>
                      </a:cubicBezTo>
                      <a:cubicBezTo>
                        <a:pt x="12" y="16205"/>
                        <a:pt x="12" y="16276"/>
                        <a:pt x="12" y="16336"/>
                      </a:cubicBezTo>
                      <a:cubicBezTo>
                        <a:pt x="12" y="16396"/>
                        <a:pt x="12" y="16467"/>
                        <a:pt x="12" y="16527"/>
                      </a:cubicBezTo>
                      <a:cubicBezTo>
                        <a:pt x="12" y="16598"/>
                        <a:pt x="12" y="16657"/>
                        <a:pt x="12" y="16729"/>
                      </a:cubicBezTo>
                      <a:cubicBezTo>
                        <a:pt x="12" y="16788"/>
                        <a:pt x="12" y="16860"/>
                        <a:pt x="12" y="16919"/>
                      </a:cubicBezTo>
                      <a:cubicBezTo>
                        <a:pt x="12" y="16979"/>
                        <a:pt x="12" y="17050"/>
                        <a:pt x="12" y="17110"/>
                      </a:cubicBezTo>
                      <a:cubicBezTo>
                        <a:pt x="12" y="17181"/>
                        <a:pt x="12" y="17241"/>
                        <a:pt x="12" y="17312"/>
                      </a:cubicBezTo>
                      <a:cubicBezTo>
                        <a:pt x="12" y="17372"/>
                        <a:pt x="12" y="17443"/>
                        <a:pt x="12" y="17503"/>
                      </a:cubicBezTo>
                      <a:cubicBezTo>
                        <a:pt x="12" y="17562"/>
                        <a:pt x="12" y="17634"/>
                        <a:pt x="12" y="17693"/>
                      </a:cubicBezTo>
                      <a:cubicBezTo>
                        <a:pt x="12" y="17765"/>
                        <a:pt x="12" y="17824"/>
                        <a:pt x="12" y="17896"/>
                      </a:cubicBezTo>
                      <a:cubicBezTo>
                        <a:pt x="12" y="17955"/>
                        <a:pt x="12" y="18015"/>
                        <a:pt x="12" y="18086"/>
                      </a:cubicBezTo>
                      <a:cubicBezTo>
                        <a:pt x="12" y="18146"/>
                        <a:pt x="12" y="18217"/>
                        <a:pt x="12" y="18277"/>
                      </a:cubicBezTo>
                      <a:cubicBezTo>
                        <a:pt x="12" y="18348"/>
                        <a:pt x="12" y="18408"/>
                        <a:pt x="12" y="18479"/>
                      </a:cubicBezTo>
                      <a:cubicBezTo>
                        <a:pt x="12" y="18539"/>
                        <a:pt x="12" y="18598"/>
                        <a:pt x="12" y="18670"/>
                      </a:cubicBezTo>
                      <a:cubicBezTo>
                        <a:pt x="12" y="18729"/>
                        <a:pt x="12" y="18801"/>
                        <a:pt x="12" y="18860"/>
                      </a:cubicBezTo>
                      <a:cubicBezTo>
                        <a:pt x="12" y="18932"/>
                        <a:pt x="12" y="18991"/>
                        <a:pt x="12" y="19063"/>
                      </a:cubicBezTo>
                      <a:cubicBezTo>
                        <a:pt x="12" y="19122"/>
                        <a:pt x="12" y="19182"/>
                        <a:pt x="12" y="19253"/>
                      </a:cubicBezTo>
                      <a:cubicBezTo>
                        <a:pt x="12" y="19313"/>
                        <a:pt x="12" y="19384"/>
                        <a:pt x="12" y="19444"/>
                      </a:cubicBezTo>
                      <a:cubicBezTo>
                        <a:pt x="12" y="19515"/>
                        <a:pt x="12" y="19575"/>
                        <a:pt x="12" y="19646"/>
                      </a:cubicBezTo>
                      <a:cubicBezTo>
                        <a:pt x="12" y="19705"/>
                        <a:pt x="12" y="19765"/>
                        <a:pt x="12" y="19836"/>
                      </a:cubicBezTo>
                      <a:cubicBezTo>
                        <a:pt x="12" y="19896"/>
                        <a:pt x="12" y="19967"/>
                        <a:pt x="12" y="20027"/>
                      </a:cubicBezTo>
                      <a:cubicBezTo>
                        <a:pt x="12" y="20098"/>
                        <a:pt x="12" y="20158"/>
                        <a:pt x="12" y="20229"/>
                      </a:cubicBezTo>
                      <a:cubicBezTo>
                        <a:pt x="12" y="20289"/>
                        <a:pt x="12" y="20348"/>
                        <a:pt x="12" y="20420"/>
                      </a:cubicBezTo>
                      <a:cubicBezTo>
                        <a:pt x="12" y="20479"/>
                        <a:pt x="12" y="20551"/>
                        <a:pt x="12" y="20610"/>
                      </a:cubicBezTo>
                      <a:cubicBezTo>
                        <a:pt x="12" y="20682"/>
                        <a:pt x="12" y="20741"/>
                        <a:pt x="12" y="20813"/>
                      </a:cubicBezTo>
                      <a:cubicBezTo>
                        <a:pt x="12" y="20872"/>
                        <a:pt x="12" y="20932"/>
                        <a:pt x="12" y="21003"/>
                      </a:cubicBezTo>
                      <a:cubicBezTo>
                        <a:pt x="12" y="21063"/>
                        <a:pt x="12" y="21134"/>
                        <a:pt x="12" y="21194"/>
                      </a:cubicBezTo>
                      <a:cubicBezTo>
                        <a:pt x="12" y="21265"/>
                        <a:pt x="12" y="21325"/>
                        <a:pt x="12" y="21396"/>
                      </a:cubicBezTo>
                      <a:cubicBezTo>
                        <a:pt x="12" y="21456"/>
                        <a:pt x="12" y="21515"/>
                        <a:pt x="12" y="21587"/>
                      </a:cubicBezTo>
                      <a:cubicBezTo>
                        <a:pt x="0" y="22515"/>
                        <a:pt x="500" y="23373"/>
                        <a:pt x="1310" y="23837"/>
                      </a:cubicBezTo>
                      <a:lnTo>
                        <a:pt x="36612" y="44208"/>
                      </a:lnTo>
                      <a:cubicBezTo>
                        <a:pt x="37416" y="44679"/>
                        <a:pt x="38315" y="44914"/>
                        <a:pt x="39215" y="44914"/>
                      </a:cubicBezTo>
                      <a:cubicBezTo>
                        <a:pt x="40115" y="44914"/>
                        <a:pt x="41017" y="44679"/>
                        <a:pt x="41827" y="44208"/>
                      </a:cubicBezTo>
                      <a:lnTo>
                        <a:pt x="77129" y="23837"/>
                      </a:lnTo>
                      <a:cubicBezTo>
                        <a:pt x="77939" y="23373"/>
                        <a:pt x="78439" y="22515"/>
                        <a:pt x="78427" y="21587"/>
                      </a:cubicBezTo>
                      <a:lnTo>
                        <a:pt x="78427" y="21384"/>
                      </a:lnTo>
                      <a:lnTo>
                        <a:pt x="78427" y="21194"/>
                      </a:lnTo>
                      <a:lnTo>
                        <a:pt x="78427" y="21003"/>
                      </a:lnTo>
                      <a:lnTo>
                        <a:pt x="78427" y="20801"/>
                      </a:lnTo>
                      <a:lnTo>
                        <a:pt x="78427" y="20610"/>
                      </a:lnTo>
                      <a:lnTo>
                        <a:pt x="78427" y="20420"/>
                      </a:lnTo>
                      <a:lnTo>
                        <a:pt x="78427" y="20217"/>
                      </a:lnTo>
                      <a:lnTo>
                        <a:pt x="78427" y="20027"/>
                      </a:lnTo>
                      <a:lnTo>
                        <a:pt x="78427" y="19836"/>
                      </a:lnTo>
                      <a:lnTo>
                        <a:pt x="78427" y="19634"/>
                      </a:lnTo>
                      <a:lnTo>
                        <a:pt x="78427" y="19444"/>
                      </a:lnTo>
                      <a:lnTo>
                        <a:pt x="78427" y="19253"/>
                      </a:lnTo>
                      <a:lnTo>
                        <a:pt x="78427" y="19051"/>
                      </a:lnTo>
                      <a:lnTo>
                        <a:pt x="78427" y="18860"/>
                      </a:lnTo>
                      <a:lnTo>
                        <a:pt x="78427" y="18670"/>
                      </a:lnTo>
                      <a:lnTo>
                        <a:pt x="78427" y="18467"/>
                      </a:lnTo>
                      <a:lnTo>
                        <a:pt x="78427" y="18277"/>
                      </a:lnTo>
                      <a:lnTo>
                        <a:pt x="78427" y="18086"/>
                      </a:lnTo>
                      <a:lnTo>
                        <a:pt x="78427" y="17884"/>
                      </a:lnTo>
                      <a:lnTo>
                        <a:pt x="78427" y="17693"/>
                      </a:lnTo>
                      <a:lnTo>
                        <a:pt x="78427" y="17503"/>
                      </a:lnTo>
                      <a:lnTo>
                        <a:pt x="78427" y="17300"/>
                      </a:lnTo>
                      <a:lnTo>
                        <a:pt x="78427" y="17110"/>
                      </a:lnTo>
                      <a:lnTo>
                        <a:pt x="78427" y="16919"/>
                      </a:lnTo>
                      <a:lnTo>
                        <a:pt x="78427" y="16717"/>
                      </a:lnTo>
                      <a:lnTo>
                        <a:pt x="78427" y="16527"/>
                      </a:lnTo>
                      <a:lnTo>
                        <a:pt x="78427" y="16336"/>
                      </a:lnTo>
                      <a:lnTo>
                        <a:pt x="78427" y="16146"/>
                      </a:lnTo>
                      <a:lnTo>
                        <a:pt x="78427" y="15943"/>
                      </a:lnTo>
                      <a:lnTo>
                        <a:pt x="78427" y="15753"/>
                      </a:lnTo>
                      <a:lnTo>
                        <a:pt x="78427" y="15562"/>
                      </a:lnTo>
                      <a:lnTo>
                        <a:pt x="78427" y="15360"/>
                      </a:lnTo>
                      <a:lnTo>
                        <a:pt x="78427" y="15169"/>
                      </a:lnTo>
                      <a:lnTo>
                        <a:pt x="78427" y="14979"/>
                      </a:lnTo>
                      <a:lnTo>
                        <a:pt x="78427" y="14776"/>
                      </a:lnTo>
                      <a:lnTo>
                        <a:pt x="78427" y="14586"/>
                      </a:lnTo>
                      <a:lnTo>
                        <a:pt x="78427" y="14395"/>
                      </a:lnTo>
                      <a:lnTo>
                        <a:pt x="78427" y="14193"/>
                      </a:lnTo>
                      <a:lnTo>
                        <a:pt x="78427" y="14002"/>
                      </a:lnTo>
                      <a:lnTo>
                        <a:pt x="78427" y="13812"/>
                      </a:lnTo>
                      <a:lnTo>
                        <a:pt x="78427" y="13609"/>
                      </a:lnTo>
                      <a:lnTo>
                        <a:pt x="78427" y="13419"/>
                      </a:lnTo>
                      <a:lnTo>
                        <a:pt x="78427" y="13228"/>
                      </a:lnTo>
                      <a:lnTo>
                        <a:pt x="78427" y="13026"/>
                      </a:lnTo>
                      <a:lnTo>
                        <a:pt x="78427" y="12836"/>
                      </a:lnTo>
                      <a:lnTo>
                        <a:pt x="78427" y="12645"/>
                      </a:lnTo>
                      <a:lnTo>
                        <a:pt x="78427" y="12443"/>
                      </a:lnTo>
                      <a:lnTo>
                        <a:pt x="78427" y="12252"/>
                      </a:lnTo>
                      <a:lnTo>
                        <a:pt x="78427" y="12062"/>
                      </a:lnTo>
                      <a:lnTo>
                        <a:pt x="78427" y="11859"/>
                      </a:lnTo>
                      <a:lnTo>
                        <a:pt x="78427" y="11669"/>
                      </a:lnTo>
                      <a:lnTo>
                        <a:pt x="78427" y="11478"/>
                      </a:lnTo>
                      <a:lnTo>
                        <a:pt x="78427" y="11276"/>
                      </a:lnTo>
                      <a:lnTo>
                        <a:pt x="78427" y="11085"/>
                      </a:lnTo>
                      <a:lnTo>
                        <a:pt x="78427" y="10895"/>
                      </a:lnTo>
                      <a:lnTo>
                        <a:pt x="78427" y="10692"/>
                      </a:lnTo>
                      <a:lnTo>
                        <a:pt x="78427" y="10502"/>
                      </a:lnTo>
                      <a:lnTo>
                        <a:pt x="78427" y="10311"/>
                      </a:lnTo>
                      <a:lnTo>
                        <a:pt x="78427" y="10109"/>
                      </a:lnTo>
                      <a:lnTo>
                        <a:pt x="78427" y="9919"/>
                      </a:lnTo>
                      <a:lnTo>
                        <a:pt x="78427" y="9728"/>
                      </a:lnTo>
                      <a:lnTo>
                        <a:pt x="78427" y="9526"/>
                      </a:lnTo>
                      <a:lnTo>
                        <a:pt x="78427" y="9335"/>
                      </a:lnTo>
                      <a:lnTo>
                        <a:pt x="78427" y="9145"/>
                      </a:lnTo>
                      <a:lnTo>
                        <a:pt x="78427" y="8942"/>
                      </a:lnTo>
                      <a:lnTo>
                        <a:pt x="78427" y="8752"/>
                      </a:lnTo>
                      <a:lnTo>
                        <a:pt x="78427" y="8561"/>
                      </a:lnTo>
                      <a:lnTo>
                        <a:pt x="78427" y="8359"/>
                      </a:lnTo>
                      <a:lnTo>
                        <a:pt x="78427" y="8168"/>
                      </a:lnTo>
                      <a:lnTo>
                        <a:pt x="78427" y="7978"/>
                      </a:lnTo>
                      <a:lnTo>
                        <a:pt x="78427" y="7775"/>
                      </a:lnTo>
                      <a:lnTo>
                        <a:pt x="78427" y="7585"/>
                      </a:lnTo>
                      <a:lnTo>
                        <a:pt x="78427" y="7394"/>
                      </a:lnTo>
                      <a:lnTo>
                        <a:pt x="78427" y="7192"/>
                      </a:lnTo>
                      <a:lnTo>
                        <a:pt x="78427" y="7002"/>
                      </a:lnTo>
                      <a:lnTo>
                        <a:pt x="78427" y="6811"/>
                      </a:lnTo>
                      <a:lnTo>
                        <a:pt x="78427" y="6609"/>
                      </a:lnTo>
                      <a:lnTo>
                        <a:pt x="78427" y="6418"/>
                      </a:lnTo>
                      <a:lnTo>
                        <a:pt x="78427" y="6228"/>
                      </a:lnTo>
                      <a:lnTo>
                        <a:pt x="78427" y="6025"/>
                      </a:lnTo>
                      <a:lnTo>
                        <a:pt x="78427" y="5835"/>
                      </a:lnTo>
                      <a:lnTo>
                        <a:pt x="78427" y="5644"/>
                      </a:lnTo>
                      <a:lnTo>
                        <a:pt x="78427" y="5442"/>
                      </a:lnTo>
                      <a:lnTo>
                        <a:pt x="78427" y="5251"/>
                      </a:lnTo>
                      <a:lnTo>
                        <a:pt x="78427" y="5061"/>
                      </a:lnTo>
                      <a:lnTo>
                        <a:pt x="78427" y="4858"/>
                      </a:lnTo>
                      <a:lnTo>
                        <a:pt x="78427" y="4668"/>
                      </a:lnTo>
                      <a:lnTo>
                        <a:pt x="78427" y="4477"/>
                      </a:lnTo>
                      <a:lnTo>
                        <a:pt x="78427" y="4275"/>
                      </a:lnTo>
                      <a:lnTo>
                        <a:pt x="78427" y="4085"/>
                      </a:lnTo>
                      <a:lnTo>
                        <a:pt x="78427" y="3894"/>
                      </a:lnTo>
                      <a:lnTo>
                        <a:pt x="78427" y="3692"/>
                      </a:lnTo>
                      <a:lnTo>
                        <a:pt x="78427" y="3501"/>
                      </a:lnTo>
                      <a:lnTo>
                        <a:pt x="78427" y="3311"/>
                      </a:lnTo>
                      <a:lnTo>
                        <a:pt x="78427" y="3108"/>
                      </a:lnTo>
                      <a:lnTo>
                        <a:pt x="78427" y="2918"/>
                      </a:lnTo>
                      <a:lnTo>
                        <a:pt x="78427" y="2727"/>
                      </a:lnTo>
                      <a:lnTo>
                        <a:pt x="78427" y="2525"/>
                      </a:lnTo>
                      <a:lnTo>
                        <a:pt x="78427" y="2334"/>
                      </a:lnTo>
                      <a:lnTo>
                        <a:pt x="78427" y="2144"/>
                      </a:lnTo>
                      <a:lnTo>
                        <a:pt x="78427" y="1941"/>
                      </a:lnTo>
                      <a:lnTo>
                        <a:pt x="78427" y="1751"/>
                      </a:lnTo>
                      <a:lnTo>
                        <a:pt x="78427" y="1560"/>
                      </a:lnTo>
                      <a:lnTo>
                        <a:pt x="78427" y="1358"/>
                      </a:lnTo>
                      <a:lnTo>
                        <a:pt x="78427" y="1167"/>
                      </a:lnTo>
                      <a:lnTo>
                        <a:pt x="78427" y="977"/>
                      </a:lnTo>
                      <a:lnTo>
                        <a:pt x="78427" y="775"/>
                      </a:lnTo>
                      <a:lnTo>
                        <a:pt x="78427" y="584"/>
                      </a:lnTo>
                      <a:lnTo>
                        <a:pt x="78427" y="394"/>
                      </a:lnTo>
                      <a:lnTo>
                        <a:pt x="78427" y="191"/>
                      </a:lnTo>
                      <a:lnTo>
                        <a:pt x="78427" y="1"/>
                      </a:lnTo>
                      <a:lnTo>
                        <a:pt x="78212" y="1"/>
                      </a:lnTo>
                      <a:cubicBezTo>
                        <a:pt x="78224" y="858"/>
                        <a:pt x="77760" y="1644"/>
                        <a:pt x="77022" y="2072"/>
                      </a:cubicBezTo>
                      <a:lnTo>
                        <a:pt x="41720" y="22444"/>
                      </a:lnTo>
                      <a:cubicBezTo>
                        <a:pt x="40946" y="22890"/>
                        <a:pt x="40083" y="23114"/>
                        <a:pt x="39218" y="23114"/>
                      </a:cubicBezTo>
                      <a:cubicBezTo>
                        <a:pt x="38353" y="23114"/>
                        <a:pt x="37487" y="22890"/>
                        <a:pt x="36707" y="22444"/>
                      </a:cubicBezTo>
                      <a:lnTo>
                        <a:pt x="1417" y="2072"/>
                      </a:lnTo>
                      <a:cubicBezTo>
                        <a:pt x="667" y="1644"/>
                        <a:pt x="215" y="858"/>
                        <a:pt x="226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A0FDF1">
                        <a:alpha val="41568"/>
                        <a:alpha val="41520"/>
                      </a:srgbClr>
                    </a:gs>
                    <a:gs pos="100000">
                      <a:srgbClr val="FFFFFF">
                        <a:alpha val="37254"/>
                        <a:alpha val="4152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54750" tIns="54750" rIns="54750" bIns="5475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75" name="Google Shape;975;p14"/>
                <p:cNvSpPr/>
                <p:nvPr/>
              </p:nvSpPr>
              <p:spPr>
                <a:xfrm>
                  <a:off x="5553063" y="1487604"/>
                  <a:ext cx="1981525" cy="116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261" h="46572" extrusionOk="0">
                      <a:moveTo>
                        <a:pt x="39635" y="1"/>
                      </a:moveTo>
                      <a:cubicBezTo>
                        <a:pt x="38749" y="1"/>
                        <a:pt x="37862" y="230"/>
                        <a:pt x="37065" y="688"/>
                      </a:cubicBezTo>
                      <a:lnTo>
                        <a:pt x="1679" y="21119"/>
                      </a:lnTo>
                      <a:cubicBezTo>
                        <a:pt x="1" y="22084"/>
                        <a:pt x="1" y="24489"/>
                        <a:pt x="1679" y="25453"/>
                      </a:cubicBezTo>
                      <a:lnTo>
                        <a:pt x="37065" y="45884"/>
                      </a:lnTo>
                      <a:cubicBezTo>
                        <a:pt x="37862" y="46343"/>
                        <a:pt x="38749" y="46572"/>
                        <a:pt x="39635" y="46572"/>
                      </a:cubicBezTo>
                      <a:cubicBezTo>
                        <a:pt x="40520" y="46572"/>
                        <a:pt x="41405" y="46343"/>
                        <a:pt x="42196" y="45884"/>
                      </a:cubicBezTo>
                      <a:lnTo>
                        <a:pt x="77594" y="25453"/>
                      </a:lnTo>
                      <a:cubicBezTo>
                        <a:pt x="79260" y="24489"/>
                        <a:pt x="79260" y="22084"/>
                        <a:pt x="77594" y="21119"/>
                      </a:cubicBezTo>
                      <a:lnTo>
                        <a:pt x="42196" y="688"/>
                      </a:lnTo>
                      <a:cubicBezTo>
                        <a:pt x="41405" y="230"/>
                        <a:pt x="40520" y="1"/>
                        <a:pt x="39635" y="1"/>
                      </a:cubicBezTo>
                      <a:close/>
                    </a:path>
                  </a:pathLst>
                </a:custGeom>
                <a:solidFill>
                  <a:srgbClr val="A0FDF1">
                    <a:alpha val="41520"/>
                  </a:srgbClr>
                </a:solidFill>
                <a:ln>
                  <a:noFill/>
                </a:ln>
              </p:spPr>
              <p:txBody>
                <a:bodyPr spcFirstLastPara="1" wrap="square" lIns="54750" tIns="54750" rIns="54750" bIns="5475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976" name="Google Shape;976;p14"/>
            <p:cNvGrpSpPr/>
            <p:nvPr/>
          </p:nvGrpSpPr>
          <p:grpSpPr>
            <a:xfrm>
              <a:off x="3018283" y="2357045"/>
              <a:ext cx="598632" cy="805372"/>
              <a:chOff x="3478424" y="1308364"/>
              <a:chExt cx="2187185" cy="2942536"/>
            </a:xfrm>
          </p:grpSpPr>
          <p:sp>
            <p:nvSpPr>
              <p:cNvPr id="977" name="Google Shape;977;p14"/>
              <p:cNvSpPr/>
              <p:nvPr/>
            </p:nvSpPr>
            <p:spPr>
              <a:xfrm>
                <a:off x="3485139" y="2969821"/>
                <a:ext cx="2180470" cy="1281079"/>
              </a:xfrm>
              <a:custGeom>
                <a:avLst/>
                <a:gdLst/>
                <a:ahLst/>
                <a:cxnLst/>
                <a:rect l="l" t="t" r="r" b="b"/>
                <a:pathLst>
                  <a:path w="79261" h="46572" extrusionOk="0">
                    <a:moveTo>
                      <a:pt x="39635" y="1"/>
                    </a:moveTo>
                    <a:cubicBezTo>
                      <a:pt x="38749" y="1"/>
                      <a:pt x="37862" y="230"/>
                      <a:pt x="37065" y="688"/>
                    </a:cubicBezTo>
                    <a:lnTo>
                      <a:pt x="1679" y="21119"/>
                    </a:lnTo>
                    <a:cubicBezTo>
                      <a:pt x="1" y="22084"/>
                      <a:pt x="1" y="24489"/>
                      <a:pt x="1679" y="25453"/>
                    </a:cubicBezTo>
                    <a:lnTo>
                      <a:pt x="37065" y="45884"/>
                    </a:lnTo>
                    <a:cubicBezTo>
                      <a:pt x="37862" y="46343"/>
                      <a:pt x="38749" y="46572"/>
                      <a:pt x="39635" y="46572"/>
                    </a:cubicBezTo>
                    <a:cubicBezTo>
                      <a:pt x="40520" y="46572"/>
                      <a:pt x="41405" y="46343"/>
                      <a:pt x="42196" y="45884"/>
                    </a:cubicBezTo>
                    <a:lnTo>
                      <a:pt x="77594" y="25453"/>
                    </a:lnTo>
                    <a:cubicBezTo>
                      <a:pt x="79260" y="24489"/>
                      <a:pt x="79260" y="22084"/>
                      <a:pt x="77594" y="21119"/>
                    </a:cubicBezTo>
                    <a:lnTo>
                      <a:pt x="42196" y="688"/>
                    </a:lnTo>
                    <a:cubicBezTo>
                      <a:pt x="41405" y="230"/>
                      <a:pt x="40520" y="1"/>
                      <a:pt x="3963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" name="Google Shape;978;p14"/>
              <p:cNvSpPr/>
              <p:nvPr/>
            </p:nvSpPr>
            <p:spPr>
              <a:xfrm>
                <a:off x="3793045" y="1947520"/>
                <a:ext cx="1550129" cy="2096604"/>
              </a:xfrm>
              <a:custGeom>
                <a:avLst/>
                <a:gdLst/>
                <a:ahLst/>
                <a:cxnLst/>
                <a:rect l="l" t="t" r="r" b="b"/>
                <a:pathLst>
                  <a:path w="52721" h="71307" extrusionOk="0">
                    <a:moveTo>
                      <a:pt x="52709" y="0"/>
                    </a:moveTo>
                    <a:lnTo>
                      <a:pt x="0" y="0"/>
                    </a:lnTo>
                    <a:lnTo>
                      <a:pt x="0" y="55495"/>
                    </a:lnTo>
                    <a:cubicBezTo>
                      <a:pt x="0" y="56090"/>
                      <a:pt x="321" y="56650"/>
                      <a:pt x="845" y="56948"/>
                    </a:cubicBezTo>
                    <a:lnTo>
                      <a:pt x="24646" y="70699"/>
                    </a:lnTo>
                    <a:cubicBezTo>
                      <a:pt x="25706" y="71306"/>
                      <a:pt x="27027" y="71306"/>
                      <a:pt x="28087" y="70699"/>
                    </a:cubicBezTo>
                    <a:lnTo>
                      <a:pt x="51876" y="56948"/>
                    </a:lnTo>
                    <a:cubicBezTo>
                      <a:pt x="52399" y="56650"/>
                      <a:pt x="52721" y="56090"/>
                      <a:pt x="52721" y="55495"/>
                    </a:cubicBezTo>
                    <a:lnTo>
                      <a:pt x="52721" y="5549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" name="Google Shape;979;p14"/>
              <p:cNvSpPr/>
              <p:nvPr/>
            </p:nvSpPr>
            <p:spPr>
              <a:xfrm>
                <a:off x="3784988" y="1482593"/>
                <a:ext cx="1566242" cy="929825"/>
              </a:xfrm>
              <a:custGeom>
                <a:avLst/>
                <a:gdLst/>
                <a:ahLst/>
                <a:cxnLst/>
                <a:rect l="l" t="t" r="r" b="b"/>
                <a:pathLst>
                  <a:path w="53269" h="31624" extrusionOk="0">
                    <a:moveTo>
                      <a:pt x="24920" y="31004"/>
                    </a:moveTo>
                    <a:lnTo>
                      <a:pt x="1119" y="17265"/>
                    </a:lnTo>
                    <a:cubicBezTo>
                      <a:pt x="0" y="16622"/>
                      <a:pt x="0" y="15002"/>
                      <a:pt x="1119" y="14359"/>
                    </a:cubicBezTo>
                    <a:lnTo>
                      <a:pt x="24920" y="620"/>
                    </a:lnTo>
                    <a:cubicBezTo>
                      <a:pt x="25980" y="1"/>
                      <a:pt x="27301" y="1"/>
                      <a:pt x="28361" y="620"/>
                    </a:cubicBezTo>
                    <a:lnTo>
                      <a:pt x="52150" y="14359"/>
                    </a:lnTo>
                    <a:cubicBezTo>
                      <a:pt x="53269" y="15002"/>
                      <a:pt x="53269" y="16622"/>
                      <a:pt x="52150" y="17265"/>
                    </a:cubicBezTo>
                    <a:lnTo>
                      <a:pt x="28361" y="31004"/>
                    </a:lnTo>
                    <a:cubicBezTo>
                      <a:pt x="27289" y="31624"/>
                      <a:pt x="25980" y="31624"/>
                      <a:pt x="24920" y="3100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" name="Google Shape;980;p14"/>
              <p:cNvSpPr/>
              <p:nvPr/>
            </p:nvSpPr>
            <p:spPr>
              <a:xfrm>
                <a:off x="3818244" y="2089627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7"/>
                    </a:moveTo>
                    <a:lnTo>
                      <a:pt x="0" y="1561"/>
                    </a:lnTo>
                    <a:lnTo>
                      <a:pt x="0" y="1"/>
                    </a:lnTo>
                    <a:lnTo>
                      <a:pt x="24194" y="1395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" name="Google Shape;981;p14"/>
              <p:cNvSpPr/>
              <p:nvPr/>
            </p:nvSpPr>
            <p:spPr>
              <a:xfrm>
                <a:off x="3818244" y="2153697"/>
                <a:ext cx="711364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9" extrusionOk="0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" name="Google Shape;982;p14"/>
              <p:cNvSpPr/>
              <p:nvPr/>
            </p:nvSpPr>
            <p:spPr>
              <a:xfrm>
                <a:off x="3818244" y="2218120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" name="Google Shape;983;p14"/>
              <p:cNvSpPr/>
              <p:nvPr/>
            </p:nvSpPr>
            <p:spPr>
              <a:xfrm>
                <a:off x="3818244" y="2282543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" name="Google Shape;984;p14"/>
              <p:cNvSpPr/>
              <p:nvPr/>
            </p:nvSpPr>
            <p:spPr>
              <a:xfrm>
                <a:off x="3818244" y="2346966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" name="Google Shape;985;p14"/>
              <p:cNvSpPr/>
              <p:nvPr/>
            </p:nvSpPr>
            <p:spPr>
              <a:xfrm>
                <a:off x="3818244" y="246178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" name="Google Shape;986;p14"/>
              <p:cNvSpPr/>
              <p:nvPr/>
            </p:nvSpPr>
            <p:spPr>
              <a:xfrm>
                <a:off x="3818244" y="2526209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" name="Google Shape;987;p14"/>
              <p:cNvSpPr/>
              <p:nvPr/>
            </p:nvSpPr>
            <p:spPr>
              <a:xfrm>
                <a:off x="3818244" y="2590250"/>
                <a:ext cx="711364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9" extrusionOk="0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" name="Google Shape;988;p14"/>
              <p:cNvSpPr/>
              <p:nvPr/>
            </p:nvSpPr>
            <p:spPr>
              <a:xfrm>
                <a:off x="3818244" y="2654673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9" name="Google Shape;989;p14"/>
              <p:cNvSpPr/>
              <p:nvPr/>
            </p:nvSpPr>
            <p:spPr>
              <a:xfrm>
                <a:off x="3818244" y="271909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" name="Google Shape;990;p14"/>
              <p:cNvSpPr/>
              <p:nvPr/>
            </p:nvSpPr>
            <p:spPr>
              <a:xfrm>
                <a:off x="3818244" y="283391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" name="Google Shape;991;p14"/>
              <p:cNvSpPr/>
              <p:nvPr/>
            </p:nvSpPr>
            <p:spPr>
              <a:xfrm>
                <a:off x="3818244" y="2898339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" name="Google Shape;992;p14"/>
              <p:cNvSpPr/>
              <p:nvPr/>
            </p:nvSpPr>
            <p:spPr>
              <a:xfrm>
                <a:off x="3818244" y="2962762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" name="Google Shape;993;p14"/>
              <p:cNvSpPr/>
              <p:nvPr/>
            </p:nvSpPr>
            <p:spPr>
              <a:xfrm>
                <a:off x="3818244" y="3026803"/>
                <a:ext cx="711364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9" extrusionOk="0">
                    <a:moveTo>
                      <a:pt x="24194" y="15539"/>
                    </a:moveTo>
                    <a:lnTo>
                      <a:pt x="0" y="1573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" name="Google Shape;994;p14"/>
              <p:cNvSpPr/>
              <p:nvPr/>
            </p:nvSpPr>
            <p:spPr>
              <a:xfrm>
                <a:off x="3818244" y="309122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" name="Google Shape;995;p14"/>
              <p:cNvSpPr/>
              <p:nvPr/>
            </p:nvSpPr>
            <p:spPr>
              <a:xfrm>
                <a:off x="3818244" y="320604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7"/>
                    </a:moveTo>
                    <a:lnTo>
                      <a:pt x="0" y="1573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" name="Google Shape;996;p14"/>
              <p:cNvSpPr/>
              <p:nvPr/>
            </p:nvSpPr>
            <p:spPr>
              <a:xfrm>
                <a:off x="3818244" y="3270469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7" name="Google Shape;997;p14"/>
              <p:cNvSpPr/>
              <p:nvPr/>
            </p:nvSpPr>
            <p:spPr>
              <a:xfrm>
                <a:off x="3818244" y="3334892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8" name="Google Shape;998;p14"/>
              <p:cNvSpPr/>
              <p:nvPr/>
            </p:nvSpPr>
            <p:spPr>
              <a:xfrm>
                <a:off x="3818244" y="3399315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9" name="Google Shape;999;p14"/>
              <p:cNvSpPr/>
              <p:nvPr/>
            </p:nvSpPr>
            <p:spPr>
              <a:xfrm>
                <a:off x="3818244" y="3463385"/>
                <a:ext cx="711364" cy="456856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8" extrusionOk="0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0" name="Google Shape;1000;p14"/>
              <p:cNvSpPr/>
              <p:nvPr/>
            </p:nvSpPr>
            <p:spPr>
              <a:xfrm>
                <a:off x="4606639" y="2089627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7"/>
                    </a:moveTo>
                    <a:lnTo>
                      <a:pt x="24182" y="1561"/>
                    </a:lnTo>
                    <a:lnTo>
                      <a:pt x="24182" y="1"/>
                    </a:lnTo>
                    <a:lnTo>
                      <a:pt x="0" y="1395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1" name="Google Shape;1001;p14"/>
              <p:cNvSpPr/>
              <p:nvPr/>
            </p:nvSpPr>
            <p:spPr>
              <a:xfrm>
                <a:off x="4606639" y="2153697"/>
                <a:ext cx="711011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9" extrusionOk="0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2" name="Google Shape;1002;p14"/>
              <p:cNvSpPr/>
              <p:nvPr/>
            </p:nvSpPr>
            <p:spPr>
              <a:xfrm>
                <a:off x="4606639" y="2218120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3" name="Google Shape;1003;p14"/>
              <p:cNvSpPr/>
              <p:nvPr/>
            </p:nvSpPr>
            <p:spPr>
              <a:xfrm>
                <a:off x="4606639" y="2282543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4" name="Google Shape;1004;p14"/>
              <p:cNvSpPr/>
              <p:nvPr/>
            </p:nvSpPr>
            <p:spPr>
              <a:xfrm>
                <a:off x="4606639" y="2346966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5" name="Google Shape;1005;p14"/>
              <p:cNvSpPr/>
              <p:nvPr/>
            </p:nvSpPr>
            <p:spPr>
              <a:xfrm>
                <a:off x="4606639" y="246178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6" name="Google Shape;1006;p14"/>
              <p:cNvSpPr/>
              <p:nvPr/>
            </p:nvSpPr>
            <p:spPr>
              <a:xfrm>
                <a:off x="4606639" y="2526209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7" name="Google Shape;1007;p14"/>
              <p:cNvSpPr/>
              <p:nvPr/>
            </p:nvSpPr>
            <p:spPr>
              <a:xfrm>
                <a:off x="4606639" y="2590250"/>
                <a:ext cx="711011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9" extrusionOk="0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8" name="Google Shape;1008;p14"/>
              <p:cNvSpPr/>
              <p:nvPr/>
            </p:nvSpPr>
            <p:spPr>
              <a:xfrm>
                <a:off x="4606639" y="2654673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Google Shape;1009;p14"/>
              <p:cNvSpPr/>
              <p:nvPr/>
            </p:nvSpPr>
            <p:spPr>
              <a:xfrm>
                <a:off x="4606639" y="271909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" name="Google Shape;1010;p14"/>
              <p:cNvSpPr/>
              <p:nvPr/>
            </p:nvSpPr>
            <p:spPr>
              <a:xfrm>
                <a:off x="4606639" y="283391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" name="Google Shape;1011;p14"/>
              <p:cNvSpPr/>
              <p:nvPr/>
            </p:nvSpPr>
            <p:spPr>
              <a:xfrm>
                <a:off x="4606639" y="2898339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2" name="Google Shape;1012;p14"/>
              <p:cNvSpPr/>
              <p:nvPr/>
            </p:nvSpPr>
            <p:spPr>
              <a:xfrm>
                <a:off x="4606639" y="2962762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" name="Google Shape;1013;p14"/>
              <p:cNvSpPr/>
              <p:nvPr/>
            </p:nvSpPr>
            <p:spPr>
              <a:xfrm>
                <a:off x="4606639" y="3026803"/>
                <a:ext cx="711011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9" extrusionOk="0">
                    <a:moveTo>
                      <a:pt x="0" y="15539"/>
                    </a:moveTo>
                    <a:lnTo>
                      <a:pt x="24182" y="1573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" name="Google Shape;1014;p14"/>
              <p:cNvSpPr/>
              <p:nvPr/>
            </p:nvSpPr>
            <p:spPr>
              <a:xfrm>
                <a:off x="4606639" y="309122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" name="Google Shape;1015;p14"/>
              <p:cNvSpPr/>
              <p:nvPr/>
            </p:nvSpPr>
            <p:spPr>
              <a:xfrm>
                <a:off x="4606639" y="320604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7"/>
                    </a:moveTo>
                    <a:lnTo>
                      <a:pt x="24182" y="1573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6" name="Google Shape;1016;p14"/>
              <p:cNvSpPr/>
              <p:nvPr/>
            </p:nvSpPr>
            <p:spPr>
              <a:xfrm>
                <a:off x="4606639" y="3270469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7" name="Google Shape;1017;p14"/>
              <p:cNvSpPr/>
              <p:nvPr/>
            </p:nvSpPr>
            <p:spPr>
              <a:xfrm>
                <a:off x="4606639" y="3334892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" name="Google Shape;1018;p14"/>
              <p:cNvSpPr/>
              <p:nvPr/>
            </p:nvSpPr>
            <p:spPr>
              <a:xfrm>
                <a:off x="4606639" y="3399315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" name="Google Shape;1019;p14"/>
              <p:cNvSpPr/>
              <p:nvPr/>
            </p:nvSpPr>
            <p:spPr>
              <a:xfrm>
                <a:off x="4606639" y="3463385"/>
                <a:ext cx="711011" cy="456856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8" extrusionOk="0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020" name="Google Shape;1020;p14"/>
              <p:cNvGrpSpPr/>
              <p:nvPr/>
            </p:nvGrpSpPr>
            <p:grpSpPr>
              <a:xfrm>
                <a:off x="3478424" y="1308364"/>
                <a:ext cx="2180470" cy="1878295"/>
                <a:chOff x="5553063" y="1487604"/>
                <a:chExt cx="1981525" cy="1707075"/>
              </a:xfrm>
            </p:grpSpPr>
            <p:sp>
              <p:nvSpPr>
                <p:cNvPr id="1021" name="Google Shape;1021;p14"/>
                <p:cNvSpPr/>
                <p:nvPr/>
              </p:nvSpPr>
              <p:spPr>
                <a:xfrm>
                  <a:off x="5563488" y="2071829"/>
                  <a:ext cx="1960975" cy="1122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439" h="44914" extrusionOk="0">
                      <a:moveTo>
                        <a:pt x="12" y="1"/>
                      </a:moveTo>
                      <a:cubicBezTo>
                        <a:pt x="12" y="72"/>
                        <a:pt x="12" y="132"/>
                        <a:pt x="12" y="191"/>
                      </a:cubicBezTo>
                      <a:cubicBezTo>
                        <a:pt x="12" y="263"/>
                        <a:pt x="12" y="322"/>
                        <a:pt x="12" y="394"/>
                      </a:cubicBezTo>
                      <a:cubicBezTo>
                        <a:pt x="12" y="453"/>
                        <a:pt x="12" y="525"/>
                        <a:pt x="12" y="584"/>
                      </a:cubicBezTo>
                      <a:cubicBezTo>
                        <a:pt x="12" y="656"/>
                        <a:pt x="12" y="715"/>
                        <a:pt x="12" y="775"/>
                      </a:cubicBezTo>
                      <a:cubicBezTo>
                        <a:pt x="12" y="846"/>
                        <a:pt x="12" y="906"/>
                        <a:pt x="12" y="977"/>
                      </a:cubicBezTo>
                      <a:cubicBezTo>
                        <a:pt x="12" y="1037"/>
                        <a:pt x="12" y="1108"/>
                        <a:pt x="12" y="1167"/>
                      </a:cubicBezTo>
                      <a:cubicBezTo>
                        <a:pt x="12" y="1239"/>
                        <a:pt x="12" y="1298"/>
                        <a:pt x="12" y="1358"/>
                      </a:cubicBezTo>
                      <a:cubicBezTo>
                        <a:pt x="12" y="1429"/>
                        <a:pt x="12" y="1489"/>
                        <a:pt x="12" y="1560"/>
                      </a:cubicBezTo>
                      <a:cubicBezTo>
                        <a:pt x="12" y="1620"/>
                        <a:pt x="12" y="1691"/>
                        <a:pt x="12" y="1751"/>
                      </a:cubicBezTo>
                      <a:cubicBezTo>
                        <a:pt x="12" y="1822"/>
                        <a:pt x="12" y="1882"/>
                        <a:pt x="12" y="1941"/>
                      </a:cubicBezTo>
                      <a:cubicBezTo>
                        <a:pt x="12" y="2013"/>
                        <a:pt x="12" y="2072"/>
                        <a:pt x="12" y="2144"/>
                      </a:cubicBezTo>
                      <a:cubicBezTo>
                        <a:pt x="12" y="2203"/>
                        <a:pt x="12" y="2275"/>
                        <a:pt x="12" y="2334"/>
                      </a:cubicBezTo>
                      <a:cubicBezTo>
                        <a:pt x="12" y="2406"/>
                        <a:pt x="12" y="2465"/>
                        <a:pt x="12" y="2525"/>
                      </a:cubicBezTo>
                      <a:cubicBezTo>
                        <a:pt x="12" y="2596"/>
                        <a:pt x="12" y="2656"/>
                        <a:pt x="12" y="2727"/>
                      </a:cubicBezTo>
                      <a:cubicBezTo>
                        <a:pt x="12" y="2787"/>
                        <a:pt x="12" y="2858"/>
                        <a:pt x="12" y="2918"/>
                      </a:cubicBezTo>
                      <a:cubicBezTo>
                        <a:pt x="12" y="2989"/>
                        <a:pt x="12" y="3049"/>
                        <a:pt x="12" y="3108"/>
                      </a:cubicBezTo>
                      <a:cubicBezTo>
                        <a:pt x="12" y="3180"/>
                        <a:pt x="12" y="3239"/>
                        <a:pt x="12" y="3311"/>
                      </a:cubicBezTo>
                      <a:cubicBezTo>
                        <a:pt x="12" y="3370"/>
                        <a:pt x="12" y="3442"/>
                        <a:pt x="12" y="3501"/>
                      </a:cubicBezTo>
                      <a:cubicBezTo>
                        <a:pt x="12" y="3573"/>
                        <a:pt x="12" y="3632"/>
                        <a:pt x="12" y="3692"/>
                      </a:cubicBezTo>
                      <a:cubicBezTo>
                        <a:pt x="12" y="3763"/>
                        <a:pt x="12" y="3823"/>
                        <a:pt x="12" y="3894"/>
                      </a:cubicBezTo>
                      <a:cubicBezTo>
                        <a:pt x="12" y="3954"/>
                        <a:pt x="12" y="4025"/>
                        <a:pt x="12" y="4085"/>
                      </a:cubicBezTo>
                      <a:cubicBezTo>
                        <a:pt x="12" y="4156"/>
                        <a:pt x="12" y="4215"/>
                        <a:pt x="12" y="4275"/>
                      </a:cubicBezTo>
                      <a:cubicBezTo>
                        <a:pt x="12" y="4346"/>
                        <a:pt x="12" y="4406"/>
                        <a:pt x="12" y="4477"/>
                      </a:cubicBezTo>
                      <a:cubicBezTo>
                        <a:pt x="12" y="4537"/>
                        <a:pt x="12" y="4608"/>
                        <a:pt x="12" y="4668"/>
                      </a:cubicBezTo>
                      <a:cubicBezTo>
                        <a:pt x="12" y="4739"/>
                        <a:pt x="12" y="4799"/>
                        <a:pt x="12" y="4858"/>
                      </a:cubicBezTo>
                      <a:cubicBezTo>
                        <a:pt x="12" y="4930"/>
                        <a:pt x="12" y="4989"/>
                        <a:pt x="12" y="5061"/>
                      </a:cubicBezTo>
                      <a:cubicBezTo>
                        <a:pt x="12" y="5120"/>
                        <a:pt x="12" y="5192"/>
                        <a:pt x="12" y="5251"/>
                      </a:cubicBezTo>
                      <a:cubicBezTo>
                        <a:pt x="12" y="5323"/>
                        <a:pt x="12" y="5382"/>
                        <a:pt x="12" y="5442"/>
                      </a:cubicBezTo>
                      <a:cubicBezTo>
                        <a:pt x="12" y="5513"/>
                        <a:pt x="12" y="5573"/>
                        <a:pt x="12" y="5644"/>
                      </a:cubicBezTo>
                      <a:cubicBezTo>
                        <a:pt x="12" y="5704"/>
                        <a:pt x="12" y="5775"/>
                        <a:pt x="12" y="5835"/>
                      </a:cubicBezTo>
                      <a:cubicBezTo>
                        <a:pt x="12" y="5906"/>
                        <a:pt x="12" y="5966"/>
                        <a:pt x="12" y="6025"/>
                      </a:cubicBezTo>
                      <a:cubicBezTo>
                        <a:pt x="12" y="6097"/>
                        <a:pt x="12" y="6156"/>
                        <a:pt x="12" y="6228"/>
                      </a:cubicBezTo>
                      <a:cubicBezTo>
                        <a:pt x="12" y="6287"/>
                        <a:pt x="12" y="6359"/>
                        <a:pt x="12" y="6418"/>
                      </a:cubicBezTo>
                      <a:cubicBezTo>
                        <a:pt x="12" y="6490"/>
                        <a:pt x="12" y="6549"/>
                        <a:pt x="12" y="6609"/>
                      </a:cubicBezTo>
                      <a:cubicBezTo>
                        <a:pt x="12" y="6680"/>
                        <a:pt x="12" y="6740"/>
                        <a:pt x="12" y="6811"/>
                      </a:cubicBezTo>
                      <a:cubicBezTo>
                        <a:pt x="12" y="6871"/>
                        <a:pt x="12" y="6942"/>
                        <a:pt x="12" y="7002"/>
                      </a:cubicBezTo>
                      <a:cubicBezTo>
                        <a:pt x="12" y="7073"/>
                        <a:pt x="12" y="7132"/>
                        <a:pt x="12" y="7192"/>
                      </a:cubicBezTo>
                      <a:cubicBezTo>
                        <a:pt x="12" y="7263"/>
                        <a:pt x="12" y="7323"/>
                        <a:pt x="12" y="7394"/>
                      </a:cubicBezTo>
                      <a:cubicBezTo>
                        <a:pt x="12" y="7454"/>
                        <a:pt x="12" y="7525"/>
                        <a:pt x="12" y="7585"/>
                      </a:cubicBezTo>
                      <a:cubicBezTo>
                        <a:pt x="12" y="7656"/>
                        <a:pt x="12" y="7716"/>
                        <a:pt x="12" y="7775"/>
                      </a:cubicBezTo>
                      <a:cubicBezTo>
                        <a:pt x="12" y="7847"/>
                        <a:pt x="12" y="7906"/>
                        <a:pt x="12" y="7978"/>
                      </a:cubicBezTo>
                      <a:cubicBezTo>
                        <a:pt x="12" y="8037"/>
                        <a:pt x="12" y="8109"/>
                        <a:pt x="12" y="8168"/>
                      </a:cubicBezTo>
                      <a:cubicBezTo>
                        <a:pt x="12" y="8228"/>
                        <a:pt x="12" y="8299"/>
                        <a:pt x="12" y="8359"/>
                      </a:cubicBezTo>
                      <a:cubicBezTo>
                        <a:pt x="12" y="8430"/>
                        <a:pt x="12" y="8490"/>
                        <a:pt x="12" y="8561"/>
                      </a:cubicBezTo>
                      <a:cubicBezTo>
                        <a:pt x="12" y="8621"/>
                        <a:pt x="12" y="8692"/>
                        <a:pt x="12" y="8752"/>
                      </a:cubicBezTo>
                      <a:cubicBezTo>
                        <a:pt x="12" y="8811"/>
                        <a:pt x="12" y="8883"/>
                        <a:pt x="12" y="8942"/>
                      </a:cubicBezTo>
                      <a:cubicBezTo>
                        <a:pt x="12" y="9014"/>
                        <a:pt x="12" y="9073"/>
                        <a:pt x="12" y="9145"/>
                      </a:cubicBezTo>
                      <a:cubicBezTo>
                        <a:pt x="12" y="9204"/>
                        <a:pt x="12" y="9276"/>
                        <a:pt x="12" y="9335"/>
                      </a:cubicBezTo>
                      <a:cubicBezTo>
                        <a:pt x="12" y="9395"/>
                        <a:pt x="12" y="9466"/>
                        <a:pt x="12" y="9526"/>
                      </a:cubicBezTo>
                      <a:cubicBezTo>
                        <a:pt x="12" y="9597"/>
                        <a:pt x="12" y="9657"/>
                        <a:pt x="12" y="9728"/>
                      </a:cubicBezTo>
                      <a:cubicBezTo>
                        <a:pt x="12" y="9788"/>
                        <a:pt x="12" y="9859"/>
                        <a:pt x="12" y="9919"/>
                      </a:cubicBezTo>
                      <a:cubicBezTo>
                        <a:pt x="12" y="9978"/>
                        <a:pt x="12" y="10050"/>
                        <a:pt x="12" y="10109"/>
                      </a:cubicBezTo>
                      <a:cubicBezTo>
                        <a:pt x="12" y="10180"/>
                        <a:pt x="12" y="10240"/>
                        <a:pt x="12" y="10311"/>
                      </a:cubicBezTo>
                      <a:cubicBezTo>
                        <a:pt x="12" y="10371"/>
                        <a:pt x="12" y="10442"/>
                        <a:pt x="12" y="10502"/>
                      </a:cubicBezTo>
                      <a:cubicBezTo>
                        <a:pt x="12" y="10561"/>
                        <a:pt x="12" y="10633"/>
                        <a:pt x="12" y="10692"/>
                      </a:cubicBezTo>
                      <a:cubicBezTo>
                        <a:pt x="12" y="10764"/>
                        <a:pt x="12" y="10823"/>
                        <a:pt x="12" y="10895"/>
                      </a:cubicBezTo>
                      <a:cubicBezTo>
                        <a:pt x="12" y="10954"/>
                        <a:pt x="12" y="11026"/>
                        <a:pt x="12" y="11085"/>
                      </a:cubicBezTo>
                      <a:cubicBezTo>
                        <a:pt x="12" y="11145"/>
                        <a:pt x="12" y="11216"/>
                        <a:pt x="12" y="11276"/>
                      </a:cubicBezTo>
                      <a:cubicBezTo>
                        <a:pt x="12" y="11347"/>
                        <a:pt x="12" y="11407"/>
                        <a:pt x="12" y="11478"/>
                      </a:cubicBezTo>
                      <a:cubicBezTo>
                        <a:pt x="12" y="11538"/>
                        <a:pt x="12" y="11609"/>
                        <a:pt x="12" y="11669"/>
                      </a:cubicBezTo>
                      <a:cubicBezTo>
                        <a:pt x="12" y="11728"/>
                        <a:pt x="12" y="11800"/>
                        <a:pt x="12" y="11859"/>
                      </a:cubicBezTo>
                      <a:cubicBezTo>
                        <a:pt x="12" y="11931"/>
                        <a:pt x="12" y="11990"/>
                        <a:pt x="12" y="12062"/>
                      </a:cubicBezTo>
                      <a:cubicBezTo>
                        <a:pt x="12" y="12121"/>
                        <a:pt x="12" y="12193"/>
                        <a:pt x="12" y="12252"/>
                      </a:cubicBezTo>
                      <a:cubicBezTo>
                        <a:pt x="12" y="12312"/>
                        <a:pt x="12" y="12383"/>
                        <a:pt x="12" y="12443"/>
                      </a:cubicBezTo>
                      <a:cubicBezTo>
                        <a:pt x="12" y="12514"/>
                        <a:pt x="12" y="12574"/>
                        <a:pt x="12" y="12645"/>
                      </a:cubicBezTo>
                      <a:cubicBezTo>
                        <a:pt x="12" y="12705"/>
                        <a:pt x="12" y="12776"/>
                        <a:pt x="12" y="12836"/>
                      </a:cubicBezTo>
                      <a:cubicBezTo>
                        <a:pt x="12" y="12895"/>
                        <a:pt x="12" y="12967"/>
                        <a:pt x="12" y="13026"/>
                      </a:cubicBezTo>
                      <a:cubicBezTo>
                        <a:pt x="12" y="13098"/>
                        <a:pt x="12" y="13157"/>
                        <a:pt x="12" y="13228"/>
                      </a:cubicBezTo>
                      <a:cubicBezTo>
                        <a:pt x="12" y="13288"/>
                        <a:pt x="12" y="13359"/>
                        <a:pt x="12" y="13419"/>
                      </a:cubicBezTo>
                      <a:cubicBezTo>
                        <a:pt x="12" y="13479"/>
                        <a:pt x="12" y="13550"/>
                        <a:pt x="12" y="13609"/>
                      </a:cubicBezTo>
                      <a:cubicBezTo>
                        <a:pt x="12" y="13681"/>
                        <a:pt x="12" y="13740"/>
                        <a:pt x="12" y="13812"/>
                      </a:cubicBezTo>
                      <a:cubicBezTo>
                        <a:pt x="12" y="13871"/>
                        <a:pt x="12" y="13943"/>
                        <a:pt x="12" y="14002"/>
                      </a:cubicBezTo>
                      <a:cubicBezTo>
                        <a:pt x="12" y="14062"/>
                        <a:pt x="12" y="14133"/>
                        <a:pt x="12" y="14193"/>
                      </a:cubicBezTo>
                      <a:cubicBezTo>
                        <a:pt x="12" y="14264"/>
                        <a:pt x="12" y="14324"/>
                        <a:pt x="12" y="14395"/>
                      </a:cubicBezTo>
                      <a:cubicBezTo>
                        <a:pt x="12" y="14455"/>
                        <a:pt x="12" y="14526"/>
                        <a:pt x="12" y="14586"/>
                      </a:cubicBezTo>
                      <a:cubicBezTo>
                        <a:pt x="12" y="14645"/>
                        <a:pt x="12" y="14717"/>
                        <a:pt x="12" y="14776"/>
                      </a:cubicBezTo>
                      <a:cubicBezTo>
                        <a:pt x="12" y="14848"/>
                        <a:pt x="12" y="14907"/>
                        <a:pt x="12" y="14979"/>
                      </a:cubicBezTo>
                      <a:cubicBezTo>
                        <a:pt x="12" y="15038"/>
                        <a:pt x="12" y="15110"/>
                        <a:pt x="12" y="15169"/>
                      </a:cubicBezTo>
                      <a:cubicBezTo>
                        <a:pt x="12" y="15229"/>
                        <a:pt x="12" y="15300"/>
                        <a:pt x="12" y="15360"/>
                      </a:cubicBezTo>
                      <a:cubicBezTo>
                        <a:pt x="12" y="15431"/>
                        <a:pt x="12" y="15491"/>
                        <a:pt x="12" y="15562"/>
                      </a:cubicBezTo>
                      <a:cubicBezTo>
                        <a:pt x="12" y="15622"/>
                        <a:pt x="12" y="15693"/>
                        <a:pt x="12" y="15753"/>
                      </a:cubicBezTo>
                      <a:cubicBezTo>
                        <a:pt x="12" y="15812"/>
                        <a:pt x="12" y="15884"/>
                        <a:pt x="12" y="15943"/>
                      </a:cubicBezTo>
                      <a:cubicBezTo>
                        <a:pt x="12" y="16015"/>
                        <a:pt x="12" y="16074"/>
                        <a:pt x="12" y="16146"/>
                      </a:cubicBezTo>
                      <a:cubicBezTo>
                        <a:pt x="12" y="16205"/>
                        <a:pt x="12" y="16276"/>
                        <a:pt x="12" y="16336"/>
                      </a:cubicBezTo>
                      <a:cubicBezTo>
                        <a:pt x="12" y="16396"/>
                        <a:pt x="12" y="16467"/>
                        <a:pt x="12" y="16527"/>
                      </a:cubicBezTo>
                      <a:cubicBezTo>
                        <a:pt x="12" y="16598"/>
                        <a:pt x="12" y="16657"/>
                        <a:pt x="12" y="16729"/>
                      </a:cubicBezTo>
                      <a:cubicBezTo>
                        <a:pt x="12" y="16788"/>
                        <a:pt x="12" y="16860"/>
                        <a:pt x="12" y="16919"/>
                      </a:cubicBezTo>
                      <a:cubicBezTo>
                        <a:pt x="12" y="16979"/>
                        <a:pt x="12" y="17050"/>
                        <a:pt x="12" y="17110"/>
                      </a:cubicBezTo>
                      <a:cubicBezTo>
                        <a:pt x="12" y="17181"/>
                        <a:pt x="12" y="17241"/>
                        <a:pt x="12" y="17312"/>
                      </a:cubicBezTo>
                      <a:cubicBezTo>
                        <a:pt x="12" y="17372"/>
                        <a:pt x="12" y="17443"/>
                        <a:pt x="12" y="17503"/>
                      </a:cubicBezTo>
                      <a:cubicBezTo>
                        <a:pt x="12" y="17562"/>
                        <a:pt x="12" y="17634"/>
                        <a:pt x="12" y="17693"/>
                      </a:cubicBezTo>
                      <a:cubicBezTo>
                        <a:pt x="12" y="17765"/>
                        <a:pt x="12" y="17824"/>
                        <a:pt x="12" y="17896"/>
                      </a:cubicBezTo>
                      <a:cubicBezTo>
                        <a:pt x="12" y="17955"/>
                        <a:pt x="12" y="18015"/>
                        <a:pt x="12" y="18086"/>
                      </a:cubicBezTo>
                      <a:cubicBezTo>
                        <a:pt x="12" y="18146"/>
                        <a:pt x="12" y="18217"/>
                        <a:pt x="12" y="18277"/>
                      </a:cubicBezTo>
                      <a:cubicBezTo>
                        <a:pt x="12" y="18348"/>
                        <a:pt x="12" y="18408"/>
                        <a:pt x="12" y="18479"/>
                      </a:cubicBezTo>
                      <a:cubicBezTo>
                        <a:pt x="12" y="18539"/>
                        <a:pt x="12" y="18598"/>
                        <a:pt x="12" y="18670"/>
                      </a:cubicBezTo>
                      <a:cubicBezTo>
                        <a:pt x="12" y="18729"/>
                        <a:pt x="12" y="18801"/>
                        <a:pt x="12" y="18860"/>
                      </a:cubicBezTo>
                      <a:cubicBezTo>
                        <a:pt x="12" y="18932"/>
                        <a:pt x="12" y="18991"/>
                        <a:pt x="12" y="19063"/>
                      </a:cubicBezTo>
                      <a:cubicBezTo>
                        <a:pt x="12" y="19122"/>
                        <a:pt x="12" y="19182"/>
                        <a:pt x="12" y="19253"/>
                      </a:cubicBezTo>
                      <a:cubicBezTo>
                        <a:pt x="12" y="19313"/>
                        <a:pt x="12" y="19384"/>
                        <a:pt x="12" y="19444"/>
                      </a:cubicBezTo>
                      <a:cubicBezTo>
                        <a:pt x="12" y="19515"/>
                        <a:pt x="12" y="19575"/>
                        <a:pt x="12" y="19646"/>
                      </a:cubicBezTo>
                      <a:cubicBezTo>
                        <a:pt x="12" y="19705"/>
                        <a:pt x="12" y="19765"/>
                        <a:pt x="12" y="19836"/>
                      </a:cubicBezTo>
                      <a:cubicBezTo>
                        <a:pt x="12" y="19896"/>
                        <a:pt x="12" y="19967"/>
                        <a:pt x="12" y="20027"/>
                      </a:cubicBezTo>
                      <a:cubicBezTo>
                        <a:pt x="12" y="20098"/>
                        <a:pt x="12" y="20158"/>
                        <a:pt x="12" y="20229"/>
                      </a:cubicBezTo>
                      <a:cubicBezTo>
                        <a:pt x="12" y="20289"/>
                        <a:pt x="12" y="20348"/>
                        <a:pt x="12" y="20420"/>
                      </a:cubicBezTo>
                      <a:cubicBezTo>
                        <a:pt x="12" y="20479"/>
                        <a:pt x="12" y="20551"/>
                        <a:pt x="12" y="20610"/>
                      </a:cubicBezTo>
                      <a:cubicBezTo>
                        <a:pt x="12" y="20682"/>
                        <a:pt x="12" y="20741"/>
                        <a:pt x="12" y="20813"/>
                      </a:cubicBezTo>
                      <a:cubicBezTo>
                        <a:pt x="12" y="20872"/>
                        <a:pt x="12" y="20932"/>
                        <a:pt x="12" y="21003"/>
                      </a:cubicBezTo>
                      <a:cubicBezTo>
                        <a:pt x="12" y="21063"/>
                        <a:pt x="12" y="21134"/>
                        <a:pt x="12" y="21194"/>
                      </a:cubicBezTo>
                      <a:cubicBezTo>
                        <a:pt x="12" y="21265"/>
                        <a:pt x="12" y="21325"/>
                        <a:pt x="12" y="21396"/>
                      </a:cubicBezTo>
                      <a:cubicBezTo>
                        <a:pt x="12" y="21456"/>
                        <a:pt x="12" y="21515"/>
                        <a:pt x="12" y="21587"/>
                      </a:cubicBezTo>
                      <a:cubicBezTo>
                        <a:pt x="0" y="22515"/>
                        <a:pt x="500" y="23373"/>
                        <a:pt x="1310" y="23837"/>
                      </a:cubicBezTo>
                      <a:lnTo>
                        <a:pt x="36612" y="44208"/>
                      </a:lnTo>
                      <a:cubicBezTo>
                        <a:pt x="37416" y="44679"/>
                        <a:pt x="38315" y="44914"/>
                        <a:pt x="39215" y="44914"/>
                      </a:cubicBezTo>
                      <a:cubicBezTo>
                        <a:pt x="40115" y="44914"/>
                        <a:pt x="41017" y="44679"/>
                        <a:pt x="41827" y="44208"/>
                      </a:cubicBezTo>
                      <a:lnTo>
                        <a:pt x="77129" y="23837"/>
                      </a:lnTo>
                      <a:cubicBezTo>
                        <a:pt x="77939" y="23373"/>
                        <a:pt x="78439" y="22515"/>
                        <a:pt x="78427" y="21587"/>
                      </a:cubicBezTo>
                      <a:lnTo>
                        <a:pt x="78427" y="21384"/>
                      </a:lnTo>
                      <a:lnTo>
                        <a:pt x="78427" y="21194"/>
                      </a:lnTo>
                      <a:lnTo>
                        <a:pt x="78427" y="21003"/>
                      </a:lnTo>
                      <a:lnTo>
                        <a:pt x="78427" y="20801"/>
                      </a:lnTo>
                      <a:lnTo>
                        <a:pt x="78427" y="20610"/>
                      </a:lnTo>
                      <a:lnTo>
                        <a:pt x="78427" y="20420"/>
                      </a:lnTo>
                      <a:lnTo>
                        <a:pt x="78427" y="20217"/>
                      </a:lnTo>
                      <a:lnTo>
                        <a:pt x="78427" y="20027"/>
                      </a:lnTo>
                      <a:lnTo>
                        <a:pt x="78427" y="19836"/>
                      </a:lnTo>
                      <a:lnTo>
                        <a:pt x="78427" y="19634"/>
                      </a:lnTo>
                      <a:lnTo>
                        <a:pt x="78427" y="19444"/>
                      </a:lnTo>
                      <a:lnTo>
                        <a:pt x="78427" y="19253"/>
                      </a:lnTo>
                      <a:lnTo>
                        <a:pt x="78427" y="19051"/>
                      </a:lnTo>
                      <a:lnTo>
                        <a:pt x="78427" y="18860"/>
                      </a:lnTo>
                      <a:lnTo>
                        <a:pt x="78427" y="18670"/>
                      </a:lnTo>
                      <a:lnTo>
                        <a:pt x="78427" y="18467"/>
                      </a:lnTo>
                      <a:lnTo>
                        <a:pt x="78427" y="18277"/>
                      </a:lnTo>
                      <a:lnTo>
                        <a:pt x="78427" y="18086"/>
                      </a:lnTo>
                      <a:lnTo>
                        <a:pt x="78427" y="17884"/>
                      </a:lnTo>
                      <a:lnTo>
                        <a:pt x="78427" y="17693"/>
                      </a:lnTo>
                      <a:lnTo>
                        <a:pt x="78427" y="17503"/>
                      </a:lnTo>
                      <a:lnTo>
                        <a:pt x="78427" y="17300"/>
                      </a:lnTo>
                      <a:lnTo>
                        <a:pt x="78427" y="17110"/>
                      </a:lnTo>
                      <a:lnTo>
                        <a:pt x="78427" y="16919"/>
                      </a:lnTo>
                      <a:lnTo>
                        <a:pt x="78427" y="16717"/>
                      </a:lnTo>
                      <a:lnTo>
                        <a:pt x="78427" y="16527"/>
                      </a:lnTo>
                      <a:lnTo>
                        <a:pt x="78427" y="16336"/>
                      </a:lnTo>
                      <a:lnTo>
                        <a:pt x="78427" y="16146"/>
                      </a:lnTo>
                      <a:lnTo>
                        <a:pt x="78427" y="15943"/>
                      </a:lnTo>
                      <a:lnTo>
                        <a:pt x="78427" y="15753"/>
                      </a:lnTo>
                      <a:lnTo>
                        <a:pt x="78427" y="15562"/>
                      </a:lnTo>
                      <a:lnTo>
                        <a:pt x="78427" y="15360"/>
                      </a:lnTo>
                      <a:lnTo>
                        <a:pt x="78427" y="15169"/>
                      </a:lnTo>
                      <a:lnTo>
                        <a:pt x="78427" y="14979"/>
                      </a:lnTo>
                      <a:lnTo>
                        <a:pt x="78427" y="14776"/>
                      </a:lnTo>
                      <a:lnTo>
                        <a:pt x="78427" y="14586"/>
                      </a:lnTo>
                      <a:lnTo>
                        <a:pt x="78427" y="14395"/>
                      </a:lnTo>
                      <a:lnTo>
                        <a:pt x="78427" y="14193"/>
                      </a:lnTo>
                      <a:lnTo>
                        <a:pt x="78427" y="14002"/>
                      </a:lnTo>
                      <a:lnTo>
                        <a:pt x="78427" y="13812"/>
                      </a:lnTo>
                      <a:lnTo>
                        <a:pt x="78427" y="13609"/>
                      </a:lnTo>
                      <a:lnTo>
                        <a:pt x="78427" y="13419"/>
                      </a:lnTo>
                      <a:lnTo>
                        <a:pt x="78427" y="13228"/>
                      </a:lnTo>
                      <a:lnTo>
                        <a:pt x="78427" y="13026"/>
                      </a:lnTo>
                      <a:lnTo>
                        <a:pt x="78427" y="12836"/>
                      </a:lnTo>
                      <a:lnTo>
                        <a:pt x="78427" y="12645"/>
                      </a:lnTo>
                      <a:lnTo>
                        <a:pt x="78427" y="12443"/>
                      </a:lnTo>
                      <a:lnTo>
                        <a:pt x="78427" y="12252"/>
                      </a:lnTo>
                      <a:lnTo>
                        <a:pt x="78427" y="12062"/>
                      </a:lnTo>
                      <a:lnTo>
                        <a:pt x="78427" y="11859"/>
                      </a:lnTo>
                      <a:lnTo>
                        <a:pt x="78427" y="11669"/>
                      </a:lnTo>
                      <a:lnTo>
                        <a:pt x="78427" y="11478"/>
                      </a:lnTo>
                      <a:lnTo>
                        <a:pt x="78427" y="11276"/>
                      </a:lnTo>
                      <a:lnTo>
                        <a:pt x="78427" y="11085"/>
                      </a:lnTo>
                      <a:lnTo>
                        <a:pt x="78427" y="10895"/>
                      </a:lnTo>
                      <a:lnTo>
                        <a:pt x="78427" y="10692"/>
                      </a:lnTo>
                      <a:lnTo>
                        <a:pt x="78427" y="10502"/>
                      </a:lnTo>
                      <a:lnTo>
                        <a:pt x="78427" y="10311"/>
                      </a:lnTo>
                      <a:lnTo>
                        <a:pt x="78427" y="10109"/>
                      </a:lnTo>
                      <a:lnTo>
                        <a:pt x="78427" y="9919"/>
                      </a:lnTo>
                      <a:lnTo>
                        <a:pt x="78427" y="9728"/>
                      </a:lnTo>
                      <a:lnTo>
                        <a:pt x="78427" y="9526"/>
                      </a:lnTo>
                      <a:lnTo>
                        <a:pt x="78427" y="9335"/>
                      </a:lnTo>
                      <a:lnTo>
                        <a:pt x="78427" y="9145"/>
                      </a:lnTo>
                      <a:lnTo>
                        <a:pt x="78427" y="8942"/>
                      </a:lnTo>
                      <a:lnTo>
                        <a:pt x="78427" y="8752"/>
                      </a:lnTo>
                      <a:lnTo>
                        <a:pt x="78427" y="8561"/>
                      </a:lnTo>
                      <a:lnTo>
                        <a:pt x="78427" y="8359"/>
                      </a:lnTo>
                      <a:lnTo>
                        <a:pt x="78427" y="8168"/>
                      </a:lnTo>
                      <a:lnTo>
                        <a:pt x="78427" y="7978"/>
                      </a:lnTo>
                      <a:lnTo>
                        <a:pt x="78427" y="7775"/>
                      </a:lnTo>
                      <a:lnTo>
                        <a:pt x="78427" y="7585"/>
                      </a:lnTo>
                      <a:lnTo>
                        <a:pt x="78427" y="7394"/>
                      </a:lnTo>
                      <a:lnTo>
                        <a:pt x="78427" y="7192"/>
                      </a:lnTo>
                      <a:lnTo>
                        <a:pt x="78427" y="7002"/>
                      </a:lnTo>
                      <a:lnTo>
                        <a:pt x="78427" y="6811"/>
                      </a:lnTo>
                      <a:lnTo>
                        <a:pt x="78427" y="6609"/>
                      </a:lnTo>
                      <a:lnTo>
                        <a:pt x="78427" y="6418"/>
                      </a:lnTo>
                      <a:lnTo>
                        <a:pt x="78427" y="6228"/>
                      </a:lnTo>
                      <a:lnTo>
                        <a:pt x="78427" y="6025"/>
                      </a:lnTo>
                      <a:lnTo>
                        <a:pt x="78427" y="5835"/>
                      </a:lnTo>
                      <a:lnTo>
                        <a:pt x="78427" y="5644"/>
                      </a:lnTo>
                      <a:lnTo>
                        <a:pt x="78427" y="5442"/>
                      </a:lnTo>
                      <a:lnTo>
                        <a:pt x="78427" y="5251"/>
                      </a:lnTo>
                      <a:lnTo>
                        <a:pt x="78427" y="5061"/>
                      </a:lnTo>
                      <a:lnTo>
                        <a:pt x="78427" y="4858"/>
                      </a:lnTo>
                      <a:lnTo>
                        <a:pt x="78427" y="4668"/>
                      </a:lnTo>
                      <a:lnTo>
                        <a:pt x="78427" y="4477"/>
                      </a:lnTo>
                      <a:lnTo>
                        <a:pt x="78427" y="4275"/>
                      </a:lnTo>
                      <a:lnTo>
                        <a:pt x="78427" y="4085"/>
                      </a:lnTo>
                      <a:lnTo>
                        <a:pt x="78427" y="3894"/>
                      </a:lnTo>
                      <a:lnTo>
                        <a:pt x="78427" y="3692"/>
                      </a:lnTo>
                      <a:lnTo>
                        <a:pt x="78427" y="3501"/>
                      </a:lnTo>
                      <a:lnTo>
                        <a:pt x="78427" y="3311"/>
                      </a:lnTo>
                      <a:lnTo>
                        <a:pt x="78427" y="3108"/>
                      </a:lnTo>
                      <a:lnTo>
                        <a:pt x="78427" y="2918"/>
                      </a:lnTo>
                      <a:lnTo>
                        <a:pt x="78427" y="2727"/>
                      </a:lnTo>
                      <a:lnTo>
                        <a:pt x="78427" y="2525"/>
                      </a:lnTo>
                      <a:lnTo>
                        <a:pt x="78427" y="2334"/>
                      </a:lnTo>
                      <a:lnTo>
                        <a:pt x="78427" y="2144"/>
                      </a:lnTo>
                      <a:lnTo>
                        <a:pt x="78427" y="1941"/>
                      </a:lnTo>
                      <a:lnTo>
                        <a:pt x="78427" y="1751"/>
                      </a:lnTo>
                      <a:lnTo>
                        <a:pt x="78427" y="1560"/>
                      </a:lnTo>
                      <a:lnTo>
                        <a:pt x="78427" y="1358"/>
                      </a:lnTo>
                      <a:lnTo>
                        <a:pt x="78427" y="1167"/>
                      </a:lnTo>
                      <a:lnTo>
                        <a:pt x="78427" y="977"/>
                      </a:lnTo>
                      <a:lnTo>
                        <a:pt x="78427" y="775"/>
                      </a:lnTo>
                      <a:lnTo>
                        <a:pt x="78427" y="584"/>
                      </a:lnTo>
                      <a:lnTo>
                        <a:pt x="78427" y="394"/>
                      </a:lnTo>
                      <a:lnTo>
                        <a:pt x="78427" y="191"/>
                      </a:lnTo>
                      <a:lnTo>
                        <a:pt x="78427" y="1"/>
                      </a:lnTo>
                      <a:lnTo>
                        <a:pt x="78212" y="1"/>
                      </a:lnTo>
                      <a:cubicBezTo>
                        <a:pt x="78224" y="858"/>
                        <a:pt x="77760" y="1644"/>
                        <a:pt x="77022" y="2072"/>
                      </a:cubicBezTo>
                      <a:lnTo>
                        <a:pt x="41720" y="22444"/>
                      </a:lnTo>
                      <a:cubicBezTo>
                        <a:pt x="40946" y="22890"/>
                        <a:pt x="40083" y="23114"/>
                        <a:pt x="39218" y="23114"/>
                      </a:cubicBezTo>
                      <a:cubicBezTo>
                        <a:pt x="38353" y="23114"/>
                        <a:pt x="37487" y="22890"/>
                        <a:pt x="36707" y="22444"/>
                      </a:cubicBezTo>
                      <a:lnTo>
                        <a:pt x="1417" y="2072"/>
                      </a:lnTo>
                      <a:cubicBezTo>
                        <a:pt x="667" y="1644"/>
                        <a:pt x="215" y="858"/>
                        <a:pt x="226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A0FDF1">
                        <a:alpha val="41568"/>
                        <a:alpha val="41520"/>
                      </a:srgbClr>
                    </a:gs>
                    <a:gs pos="100000">
                      <a:srgbClr val="FFFFFF">
                        <a:alpha val="37254"/>
                        <a:alpha val="4152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54750" tIns="54750" rIns="54750" bIns="5475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22" name="Google Shape;1022;p14"/>
                <p:cNvSpPr/>
                <p:nvPr/>
              </p:nvSpPr>
              <p:spPr>
                <a:xfrm>
                  <a:off x="5553063" y="1487604"/>
                  <a:ext cx="1981525" cy="116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261" h="46572" extrusionOk="0">
                      <a:moveTo>
                        <a:pt x="39635" y="1"/>
                      </a:moveTo>
                      <a:cubicBezTo>
                        <a:pt x="38749" y="1"/>
                        <a:pt x="37862" y="230"/>
                        <a:pt x="37065" y="688"/>
                      </a:cubicBezTo>
                      <a:lnTo>
                        <a:pt x="1679" y="21119"/>
                      </a:lnTo>
                      <a:cubicBezTo>
                        <a:pt x="1" y="22084"/>
                        <a:pt x="1" y="24489"/>
                        <a:pt x="1679" y="25453"/>
                      </a:cubicBezTo>
                      <a:lnTo>
                        <a:pt x="37065" y="45884"/>
                      </a:lnTo>
                      <a:cubicBezTo>
                        <a:pt x="37862" y="46343"/>
                        <a:pt x="38749" y="46572"/>
                        <a:pt x="39635" y="46572"/>
                      </a:cubicBezTo>
                      <a:cubicBezTo>
                        <a:pt x="40520" y="46572"/>
                        <a:pt x="41405" y="46343"/>
                        <a:pt x="42196" y="45884"/>
                      </a:cubicBezTo>
                      <a:lnTo>
                        <a:pt x="77594" y="25453"/>
                      </a:lnTo>
                      <a:cubicBezTo>
                        <a:pt x="79260" y="24489"/>
                        <a:pt x="79260" y="22084"/>
                        <a:pt x="77594" y="21119"/>
                      </a:cubicBezTo>
                      <a:lnTo>
                        <a:pt x="42196" y="688"/>
                      </a:lnTo>
                      <a:cubicBezTo>
                        <a:pt x="41405" y="230"/>
                        <a:pt x="40520" y="1"/>
                        <a:pt x="39635" y="1"/>
                      </a:cubicBezTo>
                      <a:close/>
                    </a:path>
                  </a:pathLst>
                </a:custGeom>
                <a:solidFill>
                  <a:srgbClr val="A0FDF1">
                    <a:alpha val="41520"/>
                  </a:srgbClr>
                </a:solidFill>
                <a:ln>
                  <a:noFill/>
                </a:ln>
              </p:spPr>
              <p:txBody>
                <a:bodyPr spcFirstLastPara="1" wrap="square" lIns="54750" tIns="54750" rIns="54750" bIns="5475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023" name="Google Shape;1023;p14"/>
            <p:cNvGrpSpPr/>
            <p:nvPr/>
          </p:nvGrpSpPr>
          <p:grpSpPr>
            <a:xfrm>
              <a:off x="3611125" y="2701588"/>
              <a:ext cx="598632" cy="805372"/>
              <a:chOff x="3478424" y="1308364"/>
              <a:chExt cx="2187185" cy="2942536"/>
            </a:xfrm>
          </p:grpSpPr>
          <p:sp>
            <p:nvSpPr>
              <p:cNvPr id="1024" name="Google Shape;1024;p14"/>
              <p:cNvSpPr/>
              <p:nvPr/>
            </p:nvSpPr>
            <p:spPr>
              <a:xfrm>
                <a:off x="3485139" y="2969821"/>
                <a:ext cx="2180470" cy="1281079"/>
              </a:xfrm>
              <a:custGeom>
                <a:avLst/>
                <a:gdLst/>
                <a:ahLst/>
                <a:cxnLst/>
                <a:rect l="l" t="t" r="r" b="b"/>
                <a:pathLst>
                  <a:path w="79261" h="46572" extrusionOk="0">
                    <a:moveTo>
                      <a:pt x="39635" y="1"/>
                    </a:moveTo>
                    <a:cubicBezTo>
                      <a:pt x="38749" y="1"/>
                      <a:pt x="37862" y="230"/>
                      <a:pt x="37065" y="688"/>
                    </a:cubicBezTo>
                    <a:lnTo>
                      <a:pt x="1679" y="21119"/>
                    </a:lnTo>
                    <a:cubicBezTo>
                      <a:pt x="1" y="22084"/>
                      <a:pt x="1" y="24489"/>
                      <a:pt x="1679" y="25453"/>
                    </a:cubicBezTo>
                    <a:lnTo>
                      <a:pt x="37065" y="45884"/>
                    </a:lnTo>
                    <a:cubicBezTo>
                      <a:pt x="37862" y="46343"/>
                      <a:pt x="38749" y="46572"/>
                      <a:pt x="39635" y="46572"/>
                    </a:cubicBezTo>
                    <a:cubicBezTo>
                      <a:pt x="40520" y="46572"/>
                      <a:pt x="41405" y="46343"/>
                      <a:pt x="42196" y="45884"/>
                    </a:cubicBezTo>
                    <a:lnTo>
                      <a:pt x="77594" y="25453"/>
                    </a:lnTo>
                    <a:cubicBezTo>
                      <a:pt x="79260" y="24489"/>
                      <a:pt x="79260" y="22084"/>
                      <a:pt x="77594" y="21119"/>
                    </a:cubicBezTo>
                    <a:lnTo>
                      <a:pt x="42196" y="688"/>
                    </a:lnTo>
                    <a:cubicBezTo>
                      <a:pt x="41405" y="230"/>
                      <a:pt x="40520" y="1"/>
                      <a:pt x="3963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" name="Google Shape;1025;p14"/>
              <p:cNvSpPr/>
              <p:nvPr/>
            </p:nvSpPr>
            <p:spPr>
              <a:xfrm>
                <a:off x="3793045" y="1947520"/>
                <a:ext cx="1550129" cy="2096604"/>
              </a:xfrm>
              <a:custGeom>
                <a:avLst/>
                <a:gdLst/>
                <a:ahLst/>
                <a:cxnLst/>
                <a:rect l="l" t="t" r="r" b="b"/>
                <a:pathLst>
                  <a:path w="52721" h="71307" extrusionOk="0">
                    <a:moveTo>
                      <a:pt x="52709" y="0"/>
                    </a:moveTo>
                    <a:lnTo>
                      <a:pt x="0" y="0"/>
                    </a:lnTo>
                    <a:lnTo>
                      <a:pt x="0" y="55495"/>
                    </a:lnTo>
                    <a:cubicBezTo>
                      <a:pt x="0" y="56090"/>
                      <a:pt x="321" y="56650"/>
                      <a:pt x="845" y="56948"/>
                    </a:cubicBezTo>
                    <a:lnTo>
                      <a:pt x="24646" y="70699"/>
                    </a:lnTo>
                    <a:cubicBezTo>
                      <a:pt x="25706" y="71306"/>
                      <a:pt x="27027" y="71306"/>
                      <a:pt x="28087" y="70699"/>
                    </a:cubicBezTo>
                    <a:lnTo>
                      <a:pt x="51876" y="56948"/>
                    </a:lnTo>
                    <a:cubicBezTo>
                      <a:pt x="52399" y="56650"/>
                      <a:pt x="52721" y="56090"/>
                      <a:pt x="52721" y="55495"/>
                    </a:cubicBezTo>
                    <a:lnTo>
                      <a:pt x="52721" y="5549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" name="Google Shape;1026;p14"/>
              <p:cNvSpPr/>
              <p:nvPr/>
            </p:nvSpPr>
            <p:spPr>
              <a:xfrm>
                <a:off x="3784988" y="1482593"/>
                <a:ext cx="1566242" cy="929825"/>
              </a:xfrm>
              <a:custGeom>
                <a:avLst/>
                <a:gdLst/>
                <a:ahLst/>
                <a:cxnLst/>
                <a:rect l="l" t="t" r="r" b="b"/>
                <a:pathLst>
                  <a:path w="53269" h="31624" extrusionOk="0">
                    <a:moveTo>
                      <a:pt x="24920" y="31004"/>
                    </a:moveTo>
                    <a:lnTo>
                      <a:pt x="1119" y="17265"/>
                    </a:lnTo>
                    <a:cubicBezTo>
                      <a:pt x="0" y="16622"/>
                      <a:pt x="0" y="15002"/>
                      <a:pt x="1119" y="14359"/>
                    </a:cubicBezTo>
                    <a:lnTo>
                      <a:pt x="24920" y="620"/>
                    </a:lnTo>
                    <a:cubicBezTo>
                      <a:pt x="25980" y="1"/>
                      <a:pt x="27301" y="1"/>
                      <a:pt x="28361" y="620"/>
                    </a:cubicBezTo>
                    <a:lnTo>
                      <a:pt x="52150" y="14359"/>
                    </a:lnTo>
                    <a:cubicBezTo>
                      <a:pt x="53269" y="15002"/>
                      <a:pt x="53269" y="16622"/>
                      <a:pt x="52150" y="17265"/>
                    </a:cubicBezTo>
                    <a:lnTo>
                      <a:pt x="28361" y="31004"/>
                    </a:lnTo>
                    <a:cubicBezTo>
                      <a:pt x="27289" y="31624"/>
                      <a:pt x="25980" y="31624"/>
                      <a:pt x="24920" y="3100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" name="Google Shape;1027;p14"/>
              <p:cNvSpPr/>
              <p:nvPr/>
            </p:nvSpPr>
            <p:spPr>
              <a:xfrm>
                <a:off x="3818244" y="2089627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7"/>
                    </a:moveTo>
                    <a:lnTo>
                      <a:pt x="0" y="1561"/>
                    </a:lnTo>
                    <a:lnTo>
                      <a:pt x="0" y="1"/>
                    </a:lnTo>
                    <a:lnTo>
                      <a:pt x="24194" y="1395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8" name="Google Shape;1028;p14"/>
              <p:cNvSpPr/>
              <p:nvPr/>
            </p:nvSpPr>
            <p:spPr>
              <a:xfrm>
                <a:off x="3818244" y="2153697"/>
                <a:ext cx="711364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9" extrusionOk="0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9" name="Google Shape;1029;p14"/>
              <p:cNvSpPr/>
              <p:nvPr/>
            </p:nvSpPr>
            <p:spPr>
              <a:xfrm>
                <a:off x="3818244" y="2218120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Google Shape;1030;p14"/>
              <p:cNvSpPr/>
              <p:nvPr/>
            </p:nvSpPr>
            <p:spPr>
              <a:xfrm>
                <a:off x="3818244" y="2282543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Google Shape;1031;p14"/>
              <p:cNvSpPr/>
              <p:nvPr/>
            </p:nvSpPr>
            <p:spPr>
              <a:xfrm>
                <a:off x="3818244" y="2346966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Google Shape;1032;p14"/>
              <p:cNvSpPr/>
              <p:nvPr/>
            </p:nvSpPr>
            <p:spPr>
              <a:xfrm>
                <a:off x="3818244" y="246178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Google Shape;1033;p14"/>
              <p:cNvSpPr/>
              <p:nvPr/>
            </p:nvSpPr>
            <p:spPr>
              <a:xfrm>
                <a:off x="3818244" y="2526209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Google Shape;1034;p14"/>
              <p:cNvSpPr/>
              <p:nvPr/>
            </p:nvSpPr>
            <p:spPr>
              <a:xfrm>
                <a:off x="3818244" y="2590250"/>
                <a:ext cx="711364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9" extrusionOk="0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Google Shape;1035;p14"/>
              <p:cNvSpPr/>
              <p:nvPr/>
            </p:nvSpPr>
            <p:spPr>
              <a:xfrm>
                <a:off x="3818244" y="2654673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Google Shape;1036;p14"/>
              <p:cNvSpPr/>
              <p:nvPr/>
            </p:nvSpPr>
            <p:spPr>
              <a:xfrm>
                <a:off x="3818244" y="271909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Google Shape;1037;p14"/>
              <p:cNvSpPr/>
              <p:nvPr/>
            </p:nvSpPr>
            <p:spPr>
              <a:xfrm>
                <a:off x="3818244" y="283391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Google Shape;1038;p14"/>
              <p:cNvSpPr/>
              <p:nvPr/>
            </p:nvSpPr>
            <p:spPr>
              <a:xfrm>
                <a:off x="3818244" y="2898339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" name="Google Shape;1039;p14"/>
              <p:cNvSpPr/>
              <p:nvPr/>
            </p:nvSpPr>
            <p:spPr>
              <a:xfrm>
                <a:off x="3818244" y="2962762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" name="Google Shape;1040;p14"/>
              <p:cNvSpPr/>
              <p:nvPr/>
            </p:nvSpPr>
            <p:spPr>
              <a:xfrm>
                <a:off x="3818244" y="3026803"/>
                <a:ext cx="711364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9" extrusionOk="0">
                    <a:moveTo>
                      <a:pt x="24194" y="15539"/>
                    </a:moveTo>
                    <a:lnTo>
                      <a:pt x="0" y="1573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Google Shape;1041;p14"/>
              <p:cNvSpPr/>
              <p:nvPr/>
            </p:nvSpPr>
            <p:spPr>
              <a:xfrm>
                <a:off x="3818244" y="309122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Google Shape;1042;p14"/>
              <p:cNvSpPr/>
              <p:nvPr/>
            </p:nvSpPr>
            <p:spPr>
              <a:xfrm>
                <a:off x="3818244" y="320604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7"/>
                    </a:moveTo>
                    <a:lnTo>
                      <a:pt x="0" y="1573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Google Shape;1043;p14"/>
              <p:cNvSpPr/>
              <p:nvPr/>
            </p:nvSpPr>
            <p:spPr>
              <a:xfrm>
                <a:off x="3818244" y="3270469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Google Shape;1044;p14"/>
              <p:cNvSpPr/>
              <p:nvPr/>
            </p:nvSpPr>
            <p:spPr>
              <a:xfrm>
                <a:off x="3818244" y="3334892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Google Shape;1045;p14"/>
              <p:cNvSpPr/>
              <p:nvPr/>
            </p:nvSpPr>
            <p:spPr>
              <a:xfrm>
                <a:off x="3818244" y="3399315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6" name="Google Shape;1046;p14"/>
              <p:cNvSpPr/>
              <p:nvPr/>
            </p:nvSpPr>
            <p:spPr>
              <a:xfrm>
                <a:off x="3818244" y="3463385"/>
                <a:ext cx="711364" cy="456856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8" extrusionOk="0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7" name="Google Shape;1047;p14"/>
              <p:cNvSpPr/>
              <p:nvPr/>
            </p:nvSpPr>
            <p:spPr>
              <a:xfrm>
                <a:off x="4606639" y="2089627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7"/>
                    </a:moveTo>
                    <a:lnTo>
                      <a:pt x="24182" y="1561"/>
                    </a:lnTo>
                    <a:lnTo>
                      <a:pt x="24182" y="1"/>
                    </a:lnTo>
                    <a:lnTo>
                      <a:pt x="0" y="1395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" name="Google Shape;1048;p14"/>
              <p:cNvSpPr/>
              <p:nvPr/>
            </p:nvSpPr>
            <p:spPr>
              <a:xfrm>
                <a:off x="4606639" y="2153697"/>
                <a:ext cx="711011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9" extrusionOk="0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" name="Google Shape;1049;p14"/>
              <p:cNvSpPr/>
              <p:nvPr/>
            </p:nvSpPr>
            <p:spPr>
              <a:xfrm>
                <a:off x="4606639" y="2218120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0" name="Google Shape;1050;p14"/>
              <p:cNvSpPr/>
              <p:nvPr/>
            </p:nvSpPr>
            <p:spPr>
              <a:xfrm>
                <a:off x="4606639" y="2282543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1" name="Google Shape;1051;p14"/>
              <p:cNvSpPr/>
              <p:nvPr/>
            </p:nvSpPr>
            <p:spPr>
              <a:xfrm>
                <a:off x="4606639" y="2346966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" name="Google Shape;1052;p14"/>
              <p:cNvSpPr/>
              <p:nvPr/>
            </p:nvSpPr>
            <p:spPr>
              <a:xfrm>
                <a:off x="4606639" y="246178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" name="Google Shape;1053;p14"/>
              <p:cNvSpPr/>
              <p:nvPr/>
            </p:nvSpPr>
            <p:spPr>
              <a:xfrm>
                <a:off x="4606639" y="2526209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" name="Google Shape;1054;p14"/>
              <p:cNvSpPr/>
              <p:nvPr/>
            </p:nvSpPr>
            <p:spPr>
              <a:xfrm>
                <a:off x="4606639" y="2590250"/>
                <a:ext cx="711011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9" extrusionOk="0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" name="Google Shape;1055;p14"/>
              <p:cNvSpPr/>
              <p:nvPr/>
            </p:nvSpPr>
            <p:spPr>
              <a:xfrm>
                <a:off x="4606639" y="2654673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" name="Google Shape;1056;p14"/>
              <p:cNvSpPr/>
              <p:nvPr/>
            </p:nvSpPr>
            <p:spPr>
              <a:xfrm>
                <a:off x="4606639" y="271909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" name="Google Shape;1057;p14"/>
              <p:cNvSpPr/>
              <p:nvPr/>
            </p:nvSpPr>
            <p:spPr>
              <a:xfrm>
                <a:off x="4606639" y="283391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" name="Google Shape;1058;p14"/>
              <p:cNvSpPr/>
              <p:nvPr/>
            </p:nvSpPr>
            <p:spPr>
              <a:xfrm>
                <a:off x="4606639" y="2898339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" name="Google Shape;1059;p14"/>
              <p:cNvSpPr/>
              <p:nvPr/>
            </p:nvSpPr>
            <p:spPr>
              <a:xfrm>
                <a:off x="4606639" y="2962762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" name="Google Shape;1060;p14"/>
              <p:cNvSpPr/>
              <p:nvPr/>
            </p:nvSpPr>
            <p:spPr>
              <a:xfrm>
                <a:off x="4606639" y="3026803"/>
                <a:ext cx="711011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9" extrusionOk="0">
                    <a:moveTo>
                      <a:pt x="0" y="15539"/>
                    </a:moveTo>
                    <a:lnTo>
                      <a:pt x="24182" y="1573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" name="Google Shape;1061;p14"/>
              <p:cNvSpPr/>
              <p:nvPr/>
            </p:nvSpPr>
            <p:spPr>
              <a:xfrm>
                <a:off x="4606639" y="309122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" name="Google Shape;1062;p14"/>
              <p:cNvSpPr/>
              <p:nvPr/>
            </p:nvSpPr>
            <p:spPr>
              <a:xfrm>
                <a:off x="4606639" y="320604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7"/>
                    </a:moveTo>
                    <a:lnTo>
                      <a:pt x="24182" y="1573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" name="Google Shape;1063;p14"/>
              <p:cNvSpPr/>
              <p:nvPr/>
            </p:nvSpPr>
            <p:spPr>
              <a:xfrm>
                <a:off x="4606639" y="3270469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" name="Google Shape;1064;p14"/>
              <p:cNvSpPr/>
              <p:nvPr/>
            </p:nvSpPr>
            <p:spPr>
              <a:xfrm>
                <a:off x="4606639" y="3334892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" name="Google Shape;1065;p14"/>
              <p:cNvSpPr/>
              <p:nvPr/>
            </p:nvSpPr>
            <p:spPr>
              <a:xfrm>
                <a:off x="4606639" y="3399315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" name="Google Shape;1066;p14"/>
              <p:cNvSpPr/>
              <p:nvPr/>
            </p:nvSpPr>
            <p:spPr>
              <a:xfrm>
                <a:off x="4606639" y="3463385"/>
                <a:ext cx="711011" cy="456856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8" extrusionOk="0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067" name="Google Shape;1067;p14"/>
              <p:cNvGrpSpPr/>
              <p:nvPr/>
            </p:nvGrpSpPr>
            <p:grpSpPr>
              <a:xfrm>
                <a:off x="3478424" y="1308364"/>
                <a:ext cx="2180470" cy="1878295"/>
                <a:chOff x="5553063" y="1487604"/>
                <a:chExt cx="1981525" cy="1707075"/>
              </a:xfrm>
            </p:grpSpPr>
            <p:sp>
              <p:nvSpPr>
                <p:cNvPr id="1068" name="Google Shape;1068;p14"/>
                <p:cNvSpPr/>
                <p:nvPr/>
              </p:nvSpPr>
              <p:spPr>
                <a:xfrm>
                  <a:off x="5563488" y="2071829"/>
                  <a:ext cx="1960975" cy="1122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439" h="44914" extrusionOk="0">
                      <a:moveTo>
                        <a:pt x="12" y="1"/>
                      </a:moveTo>
                      <a:cubicBezTo>
                        <a:pt x="12" y="72"/>
                        <a:pt x="12" y="132"/>
                        <a:pt x="12" y="191"/>
                      </a:cubicBezTo>
                      <a:cubicBezTo>
                        <a:pt x="12" y="263"/>
                        <a:pt x="12" y="322"/>
                        <a:pt x="12" y="394"/>
                      </a:cubicBezTo>
                      <a:cubicBezTo>
                        <a:pt x="12" y="453"/>
                        <a:pt x="12" y="525"/>
                        <a:pt x="12" y="584"/>
                      </a:cubicBezTo>
                      <a:cubicBezTo>
                        <a:pt x="12" y="656"/>
                        <a:pt x="12" y="715"/>
                        <a:pt x="12" y="775"/>
                      </a:cubicBezTo>
                      <a:cubicBezTo>
                        <a:pt x="12" y="846"/>
                        <a:pt x="12" y="906"/>
                        <a:pt x="12" y="977"/>
                      </a:cubicBezTo>
                      <a:cubicBezTo>
                        <a:pt x="12" y="1037"/>
                        <a:pt x="12" y="1108"/>
                        <a:pt x="12" y="1167"/>
                      </a:cubicBezTo>
                      <a:cubicBezTo>
                        <a:pt x="12" y="1239"/>
                        <a:pt x="12" y="1298"/>
                        <a:pt x="12" y="1358"/>
                      </a:cubicBezTo>
                      <a:cubicBezTo>
                        <a:pt x="12" y="1429"/>
                        <a:pt x="12" y="1489"/>
                        <a:pt x="12" y="1560"/>
                      </a:cubicBezTo>
                      <a:cubicBezTo>
                        <a:pt x="12" y="1620"/>
                        <a:pt x="12" y="1691"/>
                        <a:pt x="12" y="1751"/>
                      </a:cubicBezTo>
                      <a:cubicBezTo>
                        <a:pt x="12" y="1822"/>
                        <a:pt x="12" y="1882"/>
                        <a:pt x="12" y="1941"/>
                      </a:cubicBezTo>
                      <a:cubicBezTo>
                        <a:pt x="12" y="2013"/>
                        <a:pt x="12" y="2072"/>
                        <a:pt x="12" y="2144"/>
                      </a:cubicBezTo>
                      <a:cubicBezTo>
                        <a:pt x="12" y="2203"/>
                        <a:pt x="12" y="2275"/>
                        <a:pt x="12" y="2334"/>
                      </a:cubicBezTo>
                      <a:cubicBezTo>
                        <a:pt x="12" y="2406"/>
                        <a:pt x="12" y="2465"/>
                        <a:pt x="12" y="2525"/>
                      </a:cubicBezTo>
                      <a:cubicBezTo>
                        <a:pt x="12" y="2596"/>
                        <a:pt x="12" y="2656"/>
                        <a:pt x="12" y="2727"/>
                      </a:cubicBezTo>
                      <a:cubicBezTo>
                        <a:pt x="12" y="2787"/>
                        <a:pt x="12" y="2858"/>
                        <a:pt x="12" y="2918"/>
                      </a:cubicBezTo>
                      <a:cubicBezTo>
                        <a:pt x="12" y="2989"/>
                        <a:pt x="12" y="3049"/>
                        <a:pt x="12" y="3108"/>
                      </a:cubicBezTo>
                      <a:cubicBezTo>
                        <a:pt x="12" y="3180"/>
                        <a:pt x="12" y="3239"/>
                        <a:pt x="12" y="3311"/>
                      </a:cubicBezTo>
                      <a:cubicBezTo>
                        <a:pt x="12" y="3370"/>
                        <a:pt x="12" y="3442"/>
                        <a:pt x="12" y="3501"/>
                      </a:cubicBezTo>
                      <a:cubicBezTo>
                        <a:pt x="12" y="3573"/>
                        <a:pt x="12" y="3632"/>
                        <a:pt x="12" y="3692"/>
                      </a:cubicBezTo>
                      <a:cubicBezTo>
                        <a:pt x="12" y="3763"/>
                        <a:pt x="12" y="3823"/>
                        <a:pt x="12" y="3894"/>
                      </a:cubicBezTo>
                      <a:cubicBezTo>
                        <a:pt x="12" y="3954"/>
                        <a:pt x="12" y="4025"/>
                        <a:pt x="12" y="4085"/>
                      </a:cubicBezTo>
                      <a:cubicBezTo>
                        <a:pt x="12" y="4156"/>
                        <a:pt x="12" y="4215"/>
                        <a:pt x="12" y="4275"/>
                      </a:cubicBezTo>
                      <a:cubicBezTo>
                        <a:pt x="12" y="4346"/>
                        <a:pt x="12" y="4406"/>
                        <a:pt x="12" y="4477"/>
                      </a:cubicBezTo>
                      <a:cubicBezTo>
                        <a:pt x="12" y="4537"/>
                        <a:pt x="12" y="4608"/>
                        <a:pt x="12" y="4668"/>
                      </a:cubicBezTo>
                      <a:cubicBezTo>
                        <a:pt x="12" y="4739"/>
                        <a:pt x="12" y="4799"/>
                        <a:pt x="12" y="4858"/>
                      </a:cubicBezTo>
                      <a:cubicBezTo>
                        <a:pt x="12" y="4930"/>
                        <a:pt x="12" y="4989"/>
                        <a:pt x="12" y="5061"/>
                      </a:cubicBezTo>
                      <a:cubicBezTo>
                        <a:pt x="12" y="5120"/>
                        <a:pt x="12" y="5192"/>
                        <a:pt x="12" y="5251"/>
                      </a:cubicBezTo>
                      <a:cubicBezTo>
                        <a:pt x="12" y="5323"/>
                        <a:pt x="12" y="5382"/>
                        <a:pt x="12" y="5442"/>
                      </a:cubicBezTo>
                      <a:cubicBezTo>
                        <a:pt x="12" y="5513"/>
                        <a:pt x="12" y="5573"/>
                        <a:pt x="12" y="5644"/>
                      </a:cubicBezTo>
                      <a:cubicBezTo>
                        <a:pt x="12" y="5704"/>
                        <a:pt x="12" y="5775"/>
                        <a:pt x="12" y="5835"/>
                      </a:cubicBezTo>
                      <a:cubicBezTo>
                        <a:pt x="12" y="5906"/>
                        <a:pt x="12" y="5966"/>
                        <a:pt x="12" y="6025"/>
                      </a:cubicBezTo>
                      <a:cubicBezTo>
                        <a:pt x="12" y="6097"/>
                        <a:pt x="12" y="6156"/>
                        <a:pt x="12" y="6228"/>
                      </a:cubicBezTo>
                      <a:cubicBezTo>
                        <a:pt x="12" y="6287"/>
                        <a:pt x="12" y="6359"/>
                        <a:pt x="12" y="6418"/>
                      </a:cubicBezTo>
                      <a:cubicBezTo>
                        <a:pt x="12" y="6490"/>
                        <a:pt x="12" y="6549"/>
                        <a:pt x="12" y="6609"/>
                      </a:cubicBezTo>
                      <a:cubicBezTo>
                        <a:pt x="12" y="6680"/>
                        <a:pt x="12" y="6740"/>
                        <a:pt x="12" y="6811"/>
                      </a:cubicBezTo>
                      <a:cubicBezTo>
                        <a:pt x="12" y="6871"/>
                        <a:pt x="12" y="6942"/>
                        <a:pt x="12" y="7002"/>
                      </a:cubicBezTo>
                      <a:cubicBezTo>
                        <a:pt x="12" y="7073"/>
                        <a:pt x="12" y="7132"/>
                        <a:pt x="12" y="7192"/>
                      </a:cubicBezTo>
                      <a:cubicBezTo>
                        <a:pt x="12" y="7263"/>
                        <a:pt x="12" y="7323"/>
                        <a:pt x="12" y="7394"/>
                      </a:cubicBezTo>
                      <a:cubicBezTo>
                        <a:pt x="12" y="7454"/>
                        <a:pt x="12" y="7525"/>
                        <a:pt x="12" y="7585"/>
                      </a:cubicBezTo>
                      <a:cubicBezTo>
                        <a:pt x="12" y="7656"/>
                        <a:pt x="12" y="7716"/>
                        <a:pt x="12" y="7775"/>
                      </a:cubicBezTo>
                      <a:cubicBezTo>
                        <a:pt x="12" y="7847"/>
                        <a:pt x="12" y="7906"/>
                        <a:pt x="12" y="7978"/>
                      </a:cubicBezTo>
                      <a:cubicBezTo>
                        <a:pt x="12" y="8037"/>
                        <a:pt x="12" y="8109"/>
                        <a:pt x="12" y="8168"/>
                      </a:cubicBezTo>
                      <a:cubicBezTo>
                        <a:pt x="12" y="8228"/>
                        <a:pt x="12" y="8299"/>
                        <a:pt x="12" y="8359"/>
                      </a:cubicBezTo>
                      <a:cubicBezTo>
                        <a:pt x="12" y="8430"/>
                        <a:pt x="12" y="8490"/>
                        <a:pt x="12" y="8561"/>
                      </a:cubicBezTo>
                      <a:cubicBezTo>
                        <a:pt x="12" y="8621"/>
                        <a:pt x="12" y="8692"/>
                        <a:pt x="12" y="8752"/>
                      </a:cubicBezTo>
                      <a:cubicBezTo>
                        <a:pt x="12" y="8811"/>
                        <a:pt x="12" y="8883"/>
                        <a:pt x="12" y="8942"/>
                      </a:cubicBezTo>
                      <a:cubicBezTo>
                        <a:pt x="12" y="9014"/>
                        <a:pt x="12" y="9073"/>
                        <a:pt x="12" y="9145"/>
                      </a:cubicBezTo>
                      <a:cubicBezTo>
                        <a:pt x="12" y="9204"/>
                        <a:pt x="12" y="9276"/>
                        <a:pt x="12" y="9335"/>
                      </a:cubicBezTo>
                      <a:cubicBezTo>
                        <a:pt x="12" y="9395"/>
                        <a:pt x="12" y="9466"/>
                        <a:pt x="12" y="9526"/>
                      </a:cubicBezTo>
                      <a:cubicBezTo>
                        <a:pt x="12" y="9597"/>
                        <a:pt x="12" y="9657"/>
                        <a:pt x="12" y="9728"/>
                      </a:cubicBezTo>
                      <a:cubicBezTo>
                        <a:pt x="12" y="9788"/>
                        <a:pt x="12" y="9859"/>
                        <a:pt x="12" y="9919"/>
                      </a:cubicBezTo>
                      <a:cubicBezTo>
                        <a:pt x="12" y="9978"/>
                        <a:pt x="12" y="10050"/>
                        <a:pt x="12" y="10109"/>
                      </a:cubicBezTo>
                      <a:cubicBezTo>
                        <a:pt x="12" y="10180"/>
                        <a:pt x="12" y="10240"/>
                        <a:pt x="12" y="10311"/>
                      </a:cubicBezTo>
                      <a:cubicBezTo>
                        <a:pt x="12" y="10371"/>
                        <a:pt x="12" y="10442"/>
                        <a:pt x="12" y="10502"/>
                      </a:cubicBezTo>
                      <a:cubicBezTo>
                        <a:pt x="12" y="10561"/>
                        <a:pt x="12" y="10633"/>
                        <a:pt x="12" y="10692"/>
                      </a:cubicBezTo>
                      <a:cubicBezTo>
                        <a:pt x="12" y="10764"/>
                        <a:pt x="12" y="10823"/>
                        <a:pt x="12" y="10895"/>
                      </a:cubicBezTo>
                      <a:cubicBezTo>
                        <a:pt x="12" y="10954"/>
                        <a:pt x="12" y="11026"/>
                        <a:pt x="12" y="11085"/>
                      </a:cubicBezTo>
                      <a:cubicBezTo>
                        <a:pt x="12" y="11145"/>
                        <a:pt x="12" y="11216"/>
                        <a:pt x="12" y="11276"/>
                      </a:cubicBezTo>
                      <a:cubicBezTo>
                        <a:pt x="12" y="11347"/>
                        <a:pt x="12" y="11407"/>
                        <a:pt x="12" y="11478"/>
                      </a:cubicBezTo>
                      <a:cubicBezTo>
                        <a:pt x="12" y="11538"/>
                        <a:pt x="12" y="11609"/>
                        <a:pt x="12" y="11669"/>
                      </a:cubicBezTo>
                      <a:cubicBezTo>
                        <a:pt x="12" y="11728"/>
                        <a:pt x="12" y="11800"/>
                        <a:pt x="12" y="11859"/>
                      </a:cubicBezTo>
                      <a:cubicBezTo>
                        <a:pt x="12" y="11931"/>
                        <a:pt x="12" y="11990"/>
                        <a:pt x="12" y="12062"/>
                      </a:cubicBezTo>
                      <a:cubicBezTo>
                        <a:pt x="12" y="12121"/>
                        <a:pt x="12" y="12193"/>
                        <a:pt x="12" y="12252"/>
                      </a:cubicBezTo>
                      <a:cubicBezTo>
                        <a:pt x="12" y="12312"/>
                        <a:pt x="12" y="12383"/>
                        <a:pt x="12" y="12443"/>
                      </a:cubicBezTo>
                      <a:cubicBezTo>
                        <a:pt x="12" y="12514"/>
                        <a:pt x="12" y="12574"/>
                        <a:pt x="12" y="12645"/>
                      </a:cubicBezTo>
                      <a:cubicBezTo>
                        <a:pt x="12" y="12705"/>
                        <a:pt x="12" y="12776"/>
                        <a:pt x="12" y="12836"/>
                      </a:cubicBezTo>
                      <a:cubicBezTo>
                        <a:pt x="12" y="12895"/>
                        <a:pt x="12" y="12967"/>
                        <a:pt x="12" y="13026"/>
                      </a:cubicBezTo>
                      <a:cubicBezTo>
                        <a:pt x="12" y="13098"/>
                        <a:pt x="12" y="13157"/>
                        <a:pt x="12" y="13228"/>
                      </a:cubicBezTo>
                      <a:cubicBezTo>
                        <a:pt x="12" y="13288"/>
                        <a:pt x="12" y="13359"/>
                        <a:pt x="12" y="13419"/>
                      </a:cubicBezTo>
                      <a:cubicBezTo>
                        <a:pt x="12" y="13479"/>
                        <a:pt x="12" y="13550"/>
                        <a:pt x="12" y="13609"/>
                      </a:cubicBezTo>
                      <a:cubicBezTo>
                        <a:pt x="12" y="13681"/>
                        <a:pt x="12" y="13740"/>
                        <a:pt x="12" y="13812"/>
                      </a:cubicBezTo>
                      <a:cubicBezTo>
                        <a:pt x="12" y="13871"/>
                        <a:pt x="12" y="13943"/>
                        <a:pt x="12" y="14002"/>
                      </a:cubicBezTo>
                      <a:cubicBezTo>
                        <a:pt x="12" y="14062"/>
                        <a:pt x="12" y="14133"/>
                        <a:pt x="12" y="14193"/>
                      </a:cubicBezTo>
                      <a:cubicBezTo>
                        <a:pt x="12" y="14264"/>
                        <a:pt x="12" y="14324"/>
                        <a:pt x="12" y="14395"/>
                      </a:cubicBezTo>
                      <a:cubicBezTo>
                        <a:pt x="12" y="14455"/>
                        <a:pt x="12" y="14526"/>
                        <a:pt x="12" y="14586"/>
                      </a:cubicBezTo>
                      <a:cubicBezTo>
                        <a:pt x="12" y="14645"/>
                        <a:pt x="12" y="14717"/>
                        <a:pt x="12" y="14776"/>
                      </a:cubicBezTo>
                      <a:cubicBezTo>
                        <a:pt x="12" y="14848"/>
                        <a:pt x="12" y="14907"/>
                        <a:pt x="12" y="14979"/>
                      </a:cubicBezTo>
                      <a:cubicBezTo>
                        <a:pt x="12" y="15038"/>
                        <a:pt x="12" y="15110"/>
                        <a:pt x="12" y="15169"/>
                      </a:cubicBezTo>
                      <a:cubicBezTo>
                        <a:pt x="12" y="15229"/>
                        <a:pt x="12" y="15300"/>
                        <a:pt x="12" y="15360"/>
                      </a:cubicBezTo>
                      <a:cubicBezTo>
                        <a:pt x="12" y="15431"/>
                        <a:pt x="12" y="15491"/>
                        <a:pt x="12" y="15562"/>
                      </a:cubicBezTo>
                      <a:cubicBezTo>
                        <a:pt x="12" y="15622"/>
                        <a:pt x="12" y="15693"/>
                        <a:pt x="12" y="15753"/>
                      </a:cubicBezTo>
                      <a:cubicBezTo>
                        <a:pt x="12" y="15812"/>
                        <a:pt x="12" y="15884"/>
                        <a:pt x="12" y="15943"/>
                      </a:cubicBezTo>
                      <a:cubicBezTo>
                        <a:pt x="12" y="16015"/>
                        <a:pt x="12" y="16074"/>
                        <a:pt x="12" y="16146"/>
                      </a:cubicBezTo>
                      <a:cubicBezTo>
                        <a:pt x="12" y="16205"/>
                        <a:pt x="12" y="16276"/>
                        <a:pt x="12" y="16336"/>
                      </a:cubicBezTo>
                      <a:cubicBezTo>
                        <a:pt x="12" y="16396"/>
                        <a:pt x="12" y="16467"/>
                        <a:pt x="12" y="16527"/>
                      </a:cubicBezTo>
                      <a:cubicBezTo>
                        <a:pt x="12" y="16598"/>
                        <a:pt x="12" y="16657"/>
                        <a:pt x="12" y="16729"/>
                      </a:cubicBezTo>
                      <a:cubicBezTo>
                        <a:pt x="12" y="16788"/>
                        <a:pt x="12" y="16860"/>
                        <a:pt x="12" y="16919"/>
                      </a:cubicBezTo>
                      <a:cubicBezTo>
                        <a:pt x="12" y="16979"/>
                        <a:pt x="12" y="17050"/>
                        <a:pt x="12" y="17110"/>
                      </a:cubicBezTo>
                      <a:cubicBezTo>
                        <a:pt x="12" y="17181"/>
                        <a:pt x="12" y="17241"/>
                        <a:pt x="12" y="17312"/>
                      </a:cubicBezTo>
                      <a:cubicBezTo>
                        <a:pt x="12" y="17372"/>
                        <a:pt x="12" y="17443"/>
                        <a:pt x="12" y="17503"/>
                      </a:cubicBezTo>
                      <a:cubicBezTo>
                        <a:pt x="12" y="17562"/>
                        <a:pt x="12" y="17634"/>
                        <a:pt x="12" y="17693"/>
                      </a:cubicBezTo>
                      <a:cubicBezTo>
                        <a:pt x="12" y="17765"/>
                        <a:pt x="12" y="17824"/>
                        <a:pt x="12" y="17896"/>
                      </a:cubicBezTo>
                      <a:cubicBezTo>
                        <a:pt x="12" y="17955"/>
                        <a:pt x="12" y="18015"/>
                        <a:pt x="12" y="18086"/>
                      </a:cubicBezTo>
                      <a:cubicBezTo>
                        <a:pt x="12" y="18146"/>
                        <a:pt x="12" y="18217"/>
                        <a:pt x="12" y="18277"/>
                      </a:cubicBezTo>
                      <a:cubicBezTo>
                        <a:pt x="12" y="18348"/>
                        <a:pt x="12" y="18408"/>
                        <a:pt x="12" y="18479"/>
                      </a:cubicBezTo>
                      <a:cubicBezTo>
                        <a:pt x="12" y="18539"/>
                        <a:pt x="12" y="18598"/>
                        <a:pt x="12" y="18670"/>
                      </a:cubicBezTo>
                      <a:cubicBezTo>
                        <a:pt x="12" y="18729"/>
                        <a:pt x="12" y="18801"/>
                        <a:pt x="12" y="18860"/>
                      </a:cubicBezTo>
                      <a:cubicBezTo>
                        <a:pt x="12" y="18932"/>
                        <a:pt x="12" y="18991"/>
                        <a:pt x="12" y="19063"/>
                      </a:cubicBezTo>
                      <a:cubicBezTo>
                        <a:pt x="12" y="19122"/>
                        <a:pt x="12" y="19182"/>
                        <a:pt x="12" y="19253"/>
                      </a:cubicBezTo>
                      <a:cubicBezTo>
                        <a:pt x="12" y="19313"/>
                        <a:pt x="12" y="19384"/>
                        <a:pt x="12" y="19444"/>
                      </a:cubicBezTo>
                      <a:cubicBezTo>
                        <a:pt x="12" y="19515"/>
                        <a:pt x="12" y="19575"/>
                        <a:pt x="12" y="19646"/>
                      </a:cubicBezTo>
                      <a:cubicBezTo>
                        <a:pt x="12" y="19705"/>
                        <a:pt x="12" y="19765"/>
                        <a:pt x="12" y="19836"/>
                      </a:cubicBezTo>
                      <a:cubicBezTo>
                        <a:pt x="12" y="19896"/>
                        <a:pt x="12" y="19967"/>
                        <a:pt x="12" y="20027"/>
                      </a:cubicBezTo>
                      <a:cubicBezTo>
                        <a:pt x="12" y="20098"/>
                        <a:pt x="12" y="20158"/>
                        <a:pt x="12" y="20229"/>
                      </a:cubicBezTo>
                      <a:cubicBezTo>
                        <a:pt x="12" y="20289"/>
                        <a:pt x="12" y="20348"/>
                        <a:pt x="12" y="20420"/>
                      </a:cubicBezTo>
                      <a:cubicBezTo>
                        <a:pt x="12" y="20479"/>
                        <a:pt x="12" y="20551"/>
                        <a:pt x="12" y="20610"/>
                      </a:cubicBezTo>
                      <a:cubicBezTo>
                        <a:pt x="12" y="20682"/>
                        <a:pt x="12" y="20741"/>
                        <a:pt x="12" y="20813"/>
                      </a:cubicBezTo>
                      <a:cubicBezTo>
                        <a:pt x="12" y="20872"/>
                        <a:pt x="12" y="20932"/>
                        <a:pt x="12" y="21003"/>
                      </a:cubicBezTo>
                      <a:cubicBezTo>
                        <a:pt x="12" y="21063"/>
                        <a:pt x="12" y="21134"/>
                        <a:pt x="12" y="21194"/>
                      </a:cubicBezTo>
                      <a:cubicBezTo>
                        <a:pt x="12" y="21265"/>
                        <a:pt x="12" y="21325"/>
                        <a:pt x="12" y="21396"/>
                      </a:cubicBezTo>
                      <a:cubicBezTo>
                        <a:pt x="12" y="21456"/>
                        <a:pt x="12" y="21515"/>
                        <a:pt x="12" y="21587"/>
                      </a:cubicBezTo>
                      <a:cubicBezTo>
                        <a:pt x="0" y="22515"/>
                        <a:pt x="500" y="23373"/>
                        <a:pt x="1310" y="23837"/>
                      </a:cubicBezTo>
                      <a:lnTo>
                        <a:pt x="36612" y="44208"/>
                      </a:lnTo>
                      <a:cubicBezTo>
                        <a:pt x="37416" y="44679"/>
                        <a:pt x="38315" y="44914"/>
                        <a:pt x="39215" y="44914"/>
                      </a:cubicBezTo>
                      <a:cubicBezTo>
                        <a:pt x="40115" y="44914"/>
                        <a:pt x="41017" y="44679"/>
                        <a:pt x="41827" y="44208"/>
                      </a:cubicBezTo>
                      <a:lnTo>
                        <a:pt x="77129" y="23837"/>
                      </a:lnTo>
                      <a:cubicBezTo>
                        <a:pt x="77939" y="23373"/>
                        <a:pt x="78439" y="22515"/>
                        <a:pt x="78427" y="21587"/>
                      </a:cubicBezTo>
                      <a:lnTo>
                        <a:pt x="78427" y="21384"/>
                      </a:lnTo>
                      <a:lnTo>
                        <a:pt x="78427" y="21194"/>
                      </a:lnTo>
                      <a:lnTo>
                        <a:pt x="78427" y="21003"/>
                      </a:lnTo>
                      <a:lnTo>
                        <a:pt x="78427" y="20801"/>
                      </a:lnTo>
                      <a:lnTo>
                        <a:pt x="78427" y="20610"/>
                      </a:lnTo>
                      <a:lnTo>
                        <a:pt x="78427" y="20420"/>
                      </a:lnTo>
                      <a:lnTo>
                        <a:pt x="78427" y="20217"/>
                      </a:lnTo>
                      <a:lnTo>
                        <a:pt x="78427" y="20027"/>
                      </a:lnTo>
                      <a:lnTo>
                        <a:pt x="78427" y="19836"/>
                      </a:lnTo>
                      <a:lnTo>
                        <a:pt x="78427" y="19634"/>
                      </a:lnTo>
                      <a:lnTo>
                        <a:pt x="78427" y="19444"/>
                      </a:lnTo>
                      <a:lnTo>
                        <a:pt x="78427" y="19253"/>
                      </a:lnTo>
                      <a:lnTo>
                        <a:pt x="78427" y="19051"/>
                      </a:lnTo>
                      <a:lnTo>
                        <a:pt x="78427" y="18860"/>
                      </a:lnTo>
                      <a:lnTo>
                        <a:pt x="78427" y="18670"/>
                      </a:lnTo>
                      <a:lnTo>
                        <a:pt x="78427" y="18467"/>
                      </a:lnTo>
                      <a:lnTo>
                        <a:pt x="78427" y="18277"/>
                      </a:lnTo>
                      <a:lnTo>
                        <a:pt x="78427" y="18086"/>
                      </a:lnTo>
                      <a:lnTo>
                        <a:pt x="78427" y="17884"/>
                      </a:lnTo>
                      <a:lnTo>
                        <a:pt x="78427" y="17693"/>
                      </a:lnTo>
                      <a:lnTo>
                        <a:pt x="78427" y="17503"/>
                      </a:lnTo>
                      <a:lnTo>
                        <a:pt x="78427" y="17300"/>
                      </a:lnTo>
                      <a:lnTo>
                        <a:pt x="78427" y="17110"/>
                      </a:lnTo>
                      <a:lnTo>
                        <a:pt x="78427" y="16919"/>
                      </a:lnTo>
                      <a:lnTo>
                        <a:pt x="78427" y="16717"/>
                      </a:lnTo>
                      <a:lnTo>
                        <a:pt x="78427" y="16527"/>
                      </a:lnTo>
                      <a:lnTo>
                        <a:pt x="78427" y="16336"/>
                      </a:lnTo>
                      <a:lnTo>
                        <a:pt x="78427" y="16146"/>
                      </a:lnTo>
                      <a:lnTo>
                        <a:pt x="78427" y="15943"/>
                      </a:lnTo>
                      <a:lnTo>
                        <a:pt x="78427" y="15753"/>
                      </a:lnTo>
                      <a:lnTo>
                        <a:pt x="78427" y="15562"/>
                      </a:lnTo>
                      <a:lnTo>
                        <a:pt x="78427" y="15360"/>
                      </a:lnTo>
                      <a:lnTo>
                        <a:pt x="78427" y="15169"/>
                      </a:lnTo>
                      <a:lnTo>
                        <a:pt x="78427" y="14979"/>
                      </a:lnTo>
                      <a:lnTo>
                        <a:pt x="78427" y="14776"/>
                      </a:lnTo>
                      <a:lnTo>
                        <a:pt x="78427" y="14586"/>
                      </a:lnTo>
                      <a:lnTo>
                        <a:pt x="78427" y="14395"/>
                      </a:lnTo>
                      <a:lnTo>
                        <a:pt x="78427" y="14193"/>
                      </a:lnTo>
                      <a:lnTo>
                        <a:pt x="78427" y="14002"/>
                      </a:lnTo>
                      <a:lnTo>
                        <a:pt x="78427" y="13812"/>
                      </a:lnTo>
                      <a:lnTo>
                        <a:pt x="78427" y="13609"/>
                      </a:lnTo>
                      <a:lnTo>
                        <a:pt x="78427" y="13419"/>
                      </a:lnTo>
                      <a:lnTo>
                        <a:pt x="78427" y="13228"/>
                      </a:lnTo>
                      <a:lnTo>
                        <a:pt x="78427" y="13026"/>
                      </a:lnTo>
                      <a:lnTo>
                        <a:pt x="78427" y="12836"/>
                      </a:lnTo>
                      <a:lnTo>
                        <a:pt x="78427" y="12645"/>
                      </a:lnTo>
                      <a:lnTo>
                        <a:pt x="78427" y="12443"/>
                      </a:lnTo>
                      <a:lnTo>
                        <a:pt x="78427" y="12252"/>
                      </a:lnTo>
                      <a:lnTo>
                        <a:pt x="78427" y="12062"/>
                      </a:lnTo>
                      <a:lnTo>
                        <a:pt x="78427" y="11859"/>
                      </a:lnTo>
                      <a:lnTo>
                        <a:pt x="78427" y="11669"/>
                      </a:lnTo>
                      <a:lnTo>
                        <a:pt x="78427" y="11478"/>
                      </a:lnTo>
                      <a:lnTo>
                        <a:pt x="78427" y="11276"/>
                      </a:lnTo>
                      <a:lnTo>
                        <a:pt x="78427" y="11085"/>
                      </a:lnTo>
                      <a:lnTo>
                        <a:pt x="78427" y="10895"/>
                      </a:lnTo>
                      <a:lnTo>
                        <a:pt x="78427" y="10692"/>
                      </a:lnTo>
                      <a:lnTo>
                        <a:pt x="78427" y="10502"/>
                      </a:lnTo>
                      <a:lnTo>
                        <a:pt x="78427" y="10311"/>
                      </a:lnTo>
                      <a:lnTo>
                        <a:pt x="78427" y="10109"/>
                      </a:lnTo>
                      <a:lnTo>
                        <a:pt x="78427" y="9919"/>
                      </a:lnTo>
                      <a:lnTo>
                        <a:pt x="78427" y="9728"/>
                      </a:lnTo>
                      <a:lnTo>
                        <a:pt x="78427" y="9526"/>
                      </a:lnTo>
                      <a:lnTo>
                        <a:pt x="78427" y="9335"/>
                      </a:lnTo>
                      <a:lnTo>
                        <a:pt x="78427" y="9145"/>
                      </a:lnTo>
                      <a:lnTo>
                        <a:pt x="78427" y="8942"/>
                      </a:lnTo>
                      <a:lnTo>
                        <a:pt x="78427" y="8752"/>
                      </a:lnTo>
                      <a:lnTo>
                        <a:pt x="78427" y="8561"/>
                      </a:lnTo>
                      <a:lnTo>
                        <a:pt x="78427" y="8359"/>
                      </a:lnTo>
                      <a:lnTo>
                        <a:pt x="78427" y="8168"/>
                      </a:lnTo>
                      <a:lnTo>
                        <a:pt x="78427" y="7978"/>
                      </a:lnTo>
                      <a:lnTo>
                        <a:pt x="78427" y="7775"/>
                      </a:lnTo>
                      <a:lnTo>
                        <a:pt x="78427" y="7585"/>
                      </a:lnTo>
                      <a:lnTo>
                        <a:pt x="78427" y="7394"/>
                      </a:lnTo>
                      <a:lnTo>
                        <a:pt x="78427" y="7192"/>
                      </a:lnTo>
                      <a:lnTo>
                        <a:pt x="78427" y="7002"/>
                      </a:lnTo>
                      <a:lnTo>
                        <a:pt x="78427" y="6811"/>
                      </a:lnTo>
                      <a:lnTo>
                        <a:pt x="78427" y="6609"/>
                      </a:lnTo>
                      <a:lnTo>
                        <a:pt x="78427" y="6418"/>
                      </a:lnTo>
                      <a:lnTo>
                        <a:pt x="78427" y="6228"/>
                      </a:lnTo>
                      <a:lnTo>
                        <a:pt x="78427" y="6025"/>
                      </a:lnTo>
                      <a:lnTo>
                        <a:pt x="78427" y="5835"/>
                      </a:lnTo>
                      <a:lnTo>
                        <a:pt x="78427" y="5644"/>
                      </a:lnTo>
                      <a:lnTo>
                        <a:pt x="78427" y="5442"/>
                      </a:lnTo>
                      <a:lnTo>
                        <a:pt x="78427" y="5251"/>
                      </a:lnTo>
                      <a:lnTo>
                        <a:pt x="78427" y="5061"/>
                      </a:lnTo>
                      <a:lnTo>
                        <a:pt x="78427" y="4858"/>
                      </a:lnTo>
                      <a:lnTo>
                        <a:pt x="78427" y="4668"/>
                      </a:lnTo>
                      <a:lnTo>
                        <a:pt x="78427" y="4477"/>
                      </a:lnTo>
                      <a:lnTo>
                        <a:pt x="78427" y="4275"/>
                      </a:lnTo>
                      <a:lnTo>
                        <a:pt x="78427" y="4085"/>
                      </a:lnTo>
                      <a:lnTo>
                        <a:pt x="78427" y="3894"/>
                      </a:lnTo>
                      <a:lnTo>
                        <a:pt x="78427" y="3692"/>
                      </a:lnTo>
                      <a:lnTo>
                        <a:pt x="78427" y="3501"/>
                      </a:lnTo>
                      <a:lnTo>
                        <a:pt x="78427" y="3311"/>
                      </a:lnTo>
                      <a:lnTo>
                        <a:pt x="78427" y="3108"/>
                      </a:lnTo>
                      <a:lnTo>
                        <a:pt x="78427" y="2918"/>
                      </a:lnTo>
                      <a:lnTo>
                        <a:pt x="78427" y="2727"/>
                      </a:lnTo>
                      <a:lnTo>
                        <a:pt x="78427" y="2525"/>
                      </a:lnTo>
                      <a:lnTo>
                        <a:pt x="78427" y="2334"/>
                      </a:lnTo>
                      <a:lnTo>
                        <a:pt x="78427" y="2144"/>
                      </a:lnTo>
                      <a:lnTo>
                        <a:pt x="78427" y="1941"/>
                      </a:lnTo>
                      <a:lnTo>
                        <a:pt x="78427" y="1751"/>
                      </a:lnTo>
                      <a:lnTo>
                        <a:pt x="78427" y="1560"/>
                      </a:lnTo>
                      <a:lnTo>
                        <a:pt x="78427" y="1358"/>
                      </a:lnTo>
                      <a:lnTo>
                        <a:pt x="78427" y="1167"/>
                      </a:lnTo>
                      <a:lnTo>
                        <a:pt x="78427" y="977"/>
                      </a:lnTo>
                      <a:lnTo>
                        <a:pt x="78427" y="775"/>
                      </a:lnTo>
                      <a:lnTo>
                        <a:pt x="78427" y="584"/>
                      </a:lnTo>
                      <a:lnTo>
                        <a:pt x="78427" y="394"/>
                      </a:lnTo>
                      <a:lnTo>
                        <a:pt x="78427" y="191"/>
                      </a:lnTo>
                      <a:lnTo>
                        <a:pt x="78427" y="1"/>
                      </a:lnTo>
                      <a:lnTo>
                        <a:pt x="78212" y="1"/>
                      </a:lnTo>
                      <a:cubicBezTo>
                        <a:pt x="78224" y="858"/>
                        <a:pt x="77760" y="1644"/>
                        <a:pt x="77022" y="2072"/>
                      </a:cubicBezTo>
                      <a:lnTo>
                        <a:pt x="41720" y="22444"/>
                      </a:lnTo>
                      <a:cubicBezTo>
                        <a:pt x="40946" y="22890"/>
                        <a:pt x="40083" y="23114"/>
                        <a:pt x="39218" y="23114"/>
                      </a:cubicBezTo>
                      <a:cubicBezTo>
                        <a:pt x="38353" y="23114"/>
                        <a:pt x="37487" y="22890"/>
                        <a:pt x="36707" y="22444"/>
                      </a:cubicBezTo>
                      <a:lnTo>
                        <a:pt x="1417" y="2072"/>
                      </a:lnTo>
                      <a:cubicBezTo>
                        <a:pt x="667" y="1644"/>
                        <a:pt x="215" y="858"/>
                        <a:pt x="226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A0FDF1">
                        <a:alpha val="41568"/>
                        <a:alpha val="41520"/>
                      </a:srgbClr>
                    </a:gs>
                    <a:gs pos="100000">
                      <a:srgbClr val="FFFFFF">
                        <a:alpha val="37254"/>
                        <a:alpha val="4152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54750" tIns="54750" rIns="54750" bIns="5475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69" name="Google Shape;1069;p14"/>
                <p:cNvSpPr/>
                <p:nvPr/>
              </p:nvSpPr>
              <p:spPr>
                <a:xfrm>
                  <a:off x="5553063" y="1487604"/>
                  <a:ext cx="1981525" cy="116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261" h="46572" extrusionOk="0">
                      <a:moveTo>
                        <a:pt x="39635" y="1"/>
                      </a:moveTo>
                      <a:cubicBezTo>
                        <a:pt x="38749" y="1"/>
                        <a:pt x="37862" y="230"/>
                        <a:pt x="37065" y="688"/>
                      </a:cubicBezTo>
                      <a:lnTo>
                        <a:pt x="1679" y="21119"/>
                      </a:lnTo>
                      <a:cubicBezTo>
                        <a:pt x="1" y="22084"/>
                        <a:pt x="1" y="24489"/>
                        <a:pt x="1679" y="25453"/>
                      </a:cubicBezTo>
                      <a:lnTo>
                        <a:pt x="37065" y="45884"/>
                      </a:lnTo>
                      <a:cubicBezTo>
                        <a:pt x="37862" y="46343"/>
                        <a:pt x="38749" y="46572"/>
                        <a:pt x="39635" y="46572"/>
                      </a:cubicBezTo>
                      <a:cubicBezTo>
                        <a:pt x="40520" y="46572"/>
                        <a:pt x="41405" y="46343"/>
                        <a:pt x="42196" y="45884"/>
                      </a:cubicBezTo>
                      <a:lnTo>
                        <a:pt x="77594" y="25453"/>
                      </a:lnTo>
                      <a:cubicBezTo>
                        <a:pt x="79260" y="24489"/>
                        <a:pt x="79260" y="22084"/>
                        <a:pt x="77594" y="21119"/>
                      </a:cubicBezTo>
                      <a:lnTo>
                        <a:pt x="42196" y="688"/>
                      </a:lnTo>
                      <a:cubicBezTo>
                        <a:pt x="41405" y="230"/>
                        <a:pt x="40520" y="1"/>
                        <a:pt x="39635" y="1"/>
                      </a:cubicBezTo>
                      <a:close/>
                    </a:path>
                  </a:pathLst>
                </a:custGeom>
                <a:solidFill>
                  <a:srgbClr val="A0FDF1">
                    <a:alpha val="41520"/>
                  </a:srgbClr>
                </a:solidFill>
                <a:ln>
                  <a:noFill/>
                </a:ln>
              </p:spPr>
              <p:txBody>
                <a:bodyPr spcFirstLastPara="1" wrap="square" lIns="54750" tIns="54750" rIns="54750" bIns="5475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070" name="Google Shape;1070;p14"/>
            <p:cNvGrpSpPr/>
            <p:nvPr/>
          </p:nvGrpSpPr>
          <p:grpSpPr>
            <a:xfrm>
              <a:off x="4261254" y="3082226"/>
              <a:ext cx="598632" cy="805372"/>
              <a:chOff x="3478424" y="1308364"/>
              <a:chExt cx="2187185" cy="2942536"/>
            </a:xfrm>
          </p:grpSpPr>
          <p:sp>
            <p:nvSpPr>
              <p:cNvPr id="1071" name="Google Shape;1071;p14"/>
              <p:cNvSpPr/>
              <p:nvPr/>
            </p:nvSpPr>
            <p:spPr>
              <a:xfrm>
                <a:off x="3485139" y="2969821"/>
                <a:ext cx="2180470" cy="1281079"/>
              </a:xfrm>
              <a:custGeom>
                <a:avLst/>
                <a:gdLst/>
                <a:ahLst/>
                <a:cxnLst/>
                <a:rect l="l" t="t" r="r" b="b"/>
                <a:pathLst>
                  <a:path w="79261" h="46572" extrusionOk="0">
                    <a:moveTo>
                      <a:pt x="39635" y="1"/>
                    </a:moveTo>
                    <a:cubicBezTo>
                      <a:pt x="38749" y="1"/>
                      <a:pt x="37862" y="230"/>
                      <a:pt x="37065" y="688"/>
                    </a:cubicBezTo>
                    <a:lnTo>
                      <a:pt x="1679" y="21119"/>
                    </a:lnTo>
                    <a:cubicBezTo>
                      <a:pt x="1" y="22084"/>
                      <a:pt x="1" y="24489"/>
                      <a:pt x="1679" y="25453"/>
                    </a:cubicBezTo>
                    <a:lnTo>
                      <a:pt x="37065" y="45884"/>
                    </a:lnTo>
                    <a:cubicBezTo>
                      <a:pt x="37862" y="46343"/>
                      <a:pt x="38749" y="46572"/>
                      <a:pt x="39635" y="46572"/>
                    </a:cubicBezTo>
                    <a:cubicBezTo>
                      <a:pt x="40520" y="46572"/>
                      <a:pt x="41405" y="46343"/>
                      <a:pt x="42196" y="45884"/>
                    </a:cubicBezTo>
                    <a:lnTo>
                      <a:pt x="77594" y="25453"/>
                    </a:lnTo>
                    <a:cubicBezTo>
                      <a:pt x="79260" y="24489"/>
                      <a:pt x="79260" y="22084"/>
                      <a:pt x="77594" y="21119"/>
                    </a:cubicBezTo>
                    <a:lnTo>
                      <a:pt x="42196" y="688"/>
                    </a:lnTo>
                    <a:cubicBezTo>
                      <a:pt x="41405" y="230"/>
                      <a:pt x="40520" y="1"/>
                      <a:pt x="3963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Google Shape;1072;p14"/>
              <p:cNvSpPr/>
              <p:nvPr/>
            </p:nvSpPr>
            <p:spPr>
              <a:xfrm>
                <a:off x="3793045" y="1947520"/>
                <a:ext cx="1550129" cy="2096604"/>
              </a:xfrm>
              <a:custGeom>
                <a:avLst/>
                <a:gdLst/>
                <a:ahLst/>
                <a:cxnLst/>
                <a:rect l="l" t="t" r="r" b="b"/>
                <a:pathLst>
                  <a:path w="52721" h="71307" extrusionOk="0">
                    <a:moveTo>
                      <a:pt x="52709" y="0"/>
                    </a:moveTo>
                    <a:lnTo>
                      <a:pt x="0" y="0"/>
                    </a:lnTo>
                    <a:lnTo>
                      <a:pt x="0" y="55495"/>
                    </a:lnTo>
                    <a:cubicBezTo>
                      <a:pt x="0" y="56090"/>
                      <a:pt x="321" y="56650"/>
                      <a:pt x="845" y="56948"/>
                    </a:cubicBezTo>
                    <a:lnTo>
                      <a:pt x="24646" y="70699"/>
                    </a:lnTo>
                    <a:cubicBezTo>
                      <a:pt x="25706" y="71306"/>
                      <a:pt x="27027" y="71306"/>
                      <a:pt x="28087" y="70699"/>
                    </a:cubicBezTo>
                    <a:lnTo>
                      <a:pt x="51876" y="56948"/>
                    </a:lnTo>
                    <a:cubicBezTo>
                      <a:pt x="52399" y="56650"/>
                      <a:pt x="52721" y="56090"/>
                      <a:pt x="52721" y="55495"/>
                    </a:cubicBezTo>
                    <a:lnTo>
                      <a:pt x="52721" y="5549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Google Shape;1073;p14"/>
              <p:cNvSpPr/>
              <p:nvPr/>
            </p:nvSpPr>
            <p:spPr>
              <a:xfrm>
                <a:off x="3784988" y="1482593"/>
                <a:ext cx="1566242" cy="929825"/>
              </a:xfrm>
              <a:custGeom>
                <a:avLst/>
                <a:gdLst/>
                <a:ahLst/>
                <a:cxnLst/>
                <a:rect l="l" t="t" r="r" b="b"/>
                <a:pathLst>
                  <a:path w="53269" h="31624" extrusionOk="0">
                    <a:moveTo>
                      <a:pt x="24920" y="31004"/>
                    </a:moveTo>
                    <a:lnTo>
                      <a:pt x="1119" y="17265"/>
                    </a:lnTo>
                    <a:cubicBezTo>
                      <a:pt x="0" y="16622"/>
                      <a:pt x="0" y="15002"/>
                      <a:pt x="1119" y="14359"/>
                    </a:cubicBezTo>
                    <a:lnTo>
                      <a:pt x="24920" y="620"/>
                    </a:lnTo>
                    <a:cubicBezTo>
                      <a:pt x="25980" y="1"/>
                      <a:pt x="27301" y="1"/>
                      <a:pt x="28361" y="620"/>
                    </a:cubicBezTo>
                    <a:lnTo>
                      <a:pt x="52150" y="14359"/>
                    </a:lnTo>
                    <a:cubicBezTo>
                      <a:pt x="53269" y="15002"/>
                      <a:pt x="53269" y="16622"/>
                      <a:pt x="52150" y="17265"/>
                    </a:cubicBezTo>
                    <a:lnTo>
                      <a:pt x="28361" y="31004"/>
                    </a:lnTo>
                    <a:cubicBezTo>
                      <a:pt x="27289" y="31624"/>
                      <a:pt x="25980" y="31624"/>
                      <a:pt x="24920" y="3100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Google Shape;1074;p14"/>
              <p:cNvSpPr/>
              <p:nvPr/>
            </p:nvSpPr>
            <p:spPr>
              <a:xfrm>
                <a:off x="3818244" y="2089627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7"/>
                    </a:moveTo>
                    <a:lnTo>
                      <a:pt x="0" y="1561"/>
                    </a:lnTo>
                    <a:lnTo>
                      <a:pt x="0" y="1"/>
                    </a:lnTo>
                    <a:lnTo>
                      <a:pt x="24194" y="1395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Google Shape;1075;p14"/>
              <p:cNvSpPr/>
              <p:nvPr/>
            </p:nvSpPr>
            <p:spPr>
              <a:xfrm>
                <a:off x="3818244" y="2153697"/>
                <a:ext cx="711364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9" extrusionOk="0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Google Shape;1076;p14"/>
              <p:cNvSpPr/>
              <p:nvPr/>
            </p:nvSpPr>
            <p:spPr>
              <a:xfrm>
                <a:off x="3818244" y="2218120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" name="Google Shape;1077;p14"/>
              <p:cNvSpPr/>
              <p:nvPr/>
            </p:nvSpPr>
            <p:spPr>
              <a:xfrm>
                <a:off x="3818244" y="2282543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Google Shape;1078;p14"/>
              <p:cNvSpPr/>
              <p:nvPr/>
            </p:nvSpPr>
            <p:spPr>
              <a:xfrm>
                <a:off x="3818244" y="2346966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Google Shape;1079;p14"/>
              <p:cNvSpPr/>
              <p:nvPr/>
            </p:nvSpPr>
            <p:spPr>
              <a:xfrm>
                <a:off x="3818244" y="246178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Google Shape;1080;p14"/>
              <p:cNvSpPr/>
              <p:nvPr/>
            </p:nvSpPr>
            <p:spPr>
              <a:xfrm>
                <a:off x="3818244" y="2526209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Google Shape;1081;p14"/>
              <p:cNvSpPr/>
              <p:nvPr/>
            </p:nvSpPr>
            <p:spPr>
              <a:xfrm>
                <a:off x="3818244" y="2590250"/>
                <a:ext cx="711364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9" extrusionOk="0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Google Shape;1082;p14"/>
              <p:cNvSpPr/>
              <p:nvPr/>
            </p:nvSpPr>
            <p:spPr>
              <a:xfrm>
                <a:off x="3818244" y="2654673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Google Shape;1083;p14"/>
              <p:cNvSpPr/>
              <p:nvPr/>
            </p:nvSpPr>
            <p:spPr>
              <a:xfrm>
                <a:off x="3818244" y="271909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" name="Google Shape;1084;p14"/>
              <p:cNvSpPr/>
              <p:nvPr/>
            </p:nvSpPr>
            <p:spPr>
              <a:xfrm>
                <a:off x="3818244" y="283391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" name="Google Shape;1085;p14"/>
              <p:cNvSpPr/>
              <p:nvPr/>
            </p:nvSpPr>
            <p:spPr>
              <a:xfrm>
                <a:off x="3818244" y="2898339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" name="Google Shape;1086;p14"/>
              <p:cNvSpPr/>
              <p:nvPr/>
            </p:nvSpPr>
            <p:spPr>
              <a:xfrm>
                <a:off x="3818244" y="2962762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" name="Google Shape;1087;p14"/>
              <p:cNvSpPr/>
              <p:nvPr/>
            </p:nvSpPr>
            <p:spPr>
              <a:xfrm>
                <a:off x="3818244" y="3026803"/>
                <a:ext cx="711364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9" extrusionOk="0">
                    <a:moveTo>
                      <a:pt x="24194" y="15539"/>
                    </a:moveTo>
                    <a:lnTo>
                      <a:pt x="0" y="1573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" name="Google Shape;1088;p14"/>
              <p:cNvSpPr/>
              <p:nvPr/>
            </p:nvSpPr>
            <p:spPr>
              <a:xfrm>
                <a:off x="3818244" y="309122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" name="Google Shape;1089;p14"/>
              <p:cNvSpPr/>
              <p:nvPr/>
            </p:nvSpPr>
            <p:spPr>
              <a:xfrm>
                <a:off x="3818244" y="320604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7"/>
                    </a:moveTo>
                    <a:lnTo>
                      <a:pt x="0" y="1573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" name="Google Shape;1090;p14"/>
              <p:cNvSpPr/>
              <p:nvPr/>
            </p:nvSpPr>
            <p:spPr>
              <a:xfrm>
                <a:off x="3818244" y="3270469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1" name="Google Shape;1091;p14"/>
              <p:cNvSpPr/>
              <p:nvPr/>
            </p:nvSpPr>
            <p:spPr>
              <a:xfrm>
                <a:off x="3818244" y="3334892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" name="Google Shape;1092;p14"/>
              <p:cNvSpPr/>
              <p:nvPr/>
            </p:nvSpPr>
            <p:spPr>
              <a:xfrm>
                <a:off x="3818244" y="3399315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" name="Google Shape;1093;p14"/>
              <p:cNvSpPr/>
              <p:nvPr/>
            </p:nvSpPr>
            <p:spPr>
              <a:xfrm>
                <a:off x="3818244" y="3463385"/>
                <a:ext cx="711364" cy="456856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8" extrusionOk="0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" name="Google Shape;1094;p14"/>
              <p:cNvSpPr/>
              <p:nvPr/>
            </p:nvSpPr>
            <p:spPr>
              <a:xfrm>
                <a:off x="4606639" y="2089627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7"/>
                    </a:moveTo>
                    <a:lnTo>
                      <a:pt x="24182" y="1561"/>
                    </a:lnTo>
                    <a:lnTo>
                      <a:pt x="24182" y="1"/>
                    </a:lnTo>
                    <a:lnTo>
                      <a:pt x="0" y="1395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" name="Google Shape;1095;p14"/>
              <p:cNvSpPr/>
              <p:nvPr/>
            </p:nvSpPr>
            <p:spPr>
              <a:xfrm>
                <a:off x="4606639" y="2153697"/>
                <a:ext cx="711011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9" extrusionOk="0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Google Shape;1096;p14"/>
              <p:cNvSpPr/>
              <p:nvPr/>
            </p:nvSpPr>
            <p:spPr>
              <a:xfrm>
                <a:off x="4606639" y="2218120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" name="Google Shape;1097;p14"/>
              <p:cNvSpPr/>
              <p:nvPr/>
            </p:nvSpPr>
            <p:spPr>
              <a:xfrm>
                <a:off x="4606639" y="2282543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" name="Google Shape;1098;p14"/>
              <p:cNvSpPr/>
              <p:nvPr/>
            </p:nvSpPr>
            <p:spPr>
              <a:xfrm>
                <a:off x="4606639" y="2346966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" name="Google Shape;1099;p14"/>
              <p:cNvSpPr/>
              <p:nvPr/>
            </p:nvSpPr>
            <p:spPr>
              <a:xfrm>
                <a:off x="4606639" y="246178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0" name="Google Shape;1100;p14"/>
              <p:cNvSpPr/>
              <p:nvPr/>
            </p:nvSpPr>
            <p:spPr>
              <a:xfrm>
                <a:off x="4606639" y="2526209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1" name="Google Shape;1101;p14"/>
              <p:cNvSpPr/>
              <p:nvPr/>
            </p:nvSpPr>
            <p:spPr>
              <a:xfrm>
                <a:off x="4606639" y="2590250"/>
                <a:ext cx="711011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9" extrusionOk="0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2" name="Google Shape;1102;p14"/>
              <p:cNvSpPr/>
              <p:nvPr/>
            </p:nvSpPr>
            <p:spPr>
              <a:xfrm>
                <a:off x="4606639" y="2654673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3" name="Google Shape;1103;p14"/>
              <p:cNvSpPr/>
              <p:nvPr/>
            </p:nvSpPr>
            <p:spPr>
              <a:xfrm>
                <a:off x="4606639" y="271909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4" name="Google Shape;1104;p14"/>
              <p:cNvSpPr/>
              <p:nvPr/>
            </p:nvSpPr>
            <p:spPr>
              <a:xfrm>
                <a:off x="4606639" y="283391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5" name="Google Shape;1105;p14"/>
              <p:cNvSpPr/>
              <p:nvPr/>
            </p:nvSpPr>
            <p:spPr>
              <a:xfrm>
                <a:off x="4606639" y="2898339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6" name="Google Shape;1106;p14"/>
              <p:cNvSpPr/>
              <p:nvPr/>
            </p:nvSpPr>
            <p:spPr>
              <a:xfrm>
                <a:off x="4606639" y="2962762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7" name="Google Shape;1107;p14"/>
              <p:cNvSpPr/>
              <p:nvPr/>
            </p:nvSpPr>
            <p:spPr>
              <a:xfrm>
                <a:off x="4606639" y="3026803"/>
                <a:ext cx="711011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9" extrusionOk="0">
                    <a:moveTo>
                      <a:pt x="0" y="15539"/>
                    </a:moveTo>
                    <a:lnTo>
                      <a:pt x="24182" y="1573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8" name="Google Shape;1108;p14"/>
              <p:cNvSpPr/>
              <p:nvPr/>
            </p:nvSpPr>
            <p:spPr>
              <a:xfrm>
                <a:off x="4606639" y="309122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9" name="Google Shape;1109;p14"/>
              <p:cNvSpPr/>
              <p:nvPr/>
            </p:nvSpPr>
            <p:spPr>
              <a:xfrm>
                <a:off x="4606639" y="320604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7"/>
                    </a:moveTo>
                    <a:lnTo>
                      <a:pt x="24182" y="1573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0" name="Google Shape;1110;p14"/>
              <p:cNvSpPr/>
              <p:nvPr/>
            </p:nvSpPr>
            <p:spPr>
              <a:xfrm>
                <a:off x="4606639" y="3270469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1" name="Google Shape;1111;p14"/>
              <p:cNvSpPr/>
              <p:nvPr/>
            </p:nvSpPr>
            <p:spPr>
              <a:xfrm>
                <a:off x="4606639" y="3334892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2" name="Google Shape;1112;p14"/>
              <p:cNvSpPr/>
              <p:nvPr/>
            </p:nvSpPr>
            <p:spPr>
              <a:xfrm>
                <a:off x="4606639" y="3399315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3" name="Google Shape;1113;p14"/>
              <p:cNvSpPr/>
              <p:nvPr/>
            </p:nvSpPr>
            <p:spPr>
              <a:xfrm>
                <a:off x="4606639" y="3463385"/>
                <a:ext cx="711011" cy="456856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8" extrusionOk="0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54750" tIns="54750" rIns="54750" bIns="54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114" name="Google Shape;1114;p14"/>
              <p:cNvGrpSpPr/>
              <p:nvPr/>
            </p:nvGrpSpPr>
            <p:grpSpPr>
              <a:xfrm>
                <a:off x="3478424" y="1308364"/>
                <a:ext cx="2180470" cy="1878295"/>
                <a:chOff x="5553063" y="1487604"/>
                <a:chExt cx="1981525" cy="1707075"/>
              </a:xfrm>
            </p:grpSpPr>
            <p:sp>
              <p:nvSpPr>
                <p:cNvPr id="1115" name="Google Shape;1115;p14"/>
                <p:cNvSpPr/>
                <p:nvPr/>
              </p:nvSpPr>
              <p:spPr>
                <a:xfrm>
                  <a:off x="5563488" y="2071829"/>
                  <a:ext cx="1960975" cy="1122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439" h="44914" extrusionOk="0">
                      <a:moveTo>
                        <a:pt x="12" y="1"/>
                      </a:moveTo>
                      <a:cubicBezTo>
                        <a:pt x="12" y="72"/>
                        <a:pt x="12" y="132"/>
                        <a:pt x="12" y="191"/>
                      </a:cubicBezTo>
                      <a:cubicBezTo>
                        <a:pt x="12" y="263"/>
                        <a:pt x="12" y="322"/>
                        <a:pt x="12" y="394"/>
                      </a:cubicBezTo>
                      <a:cubicBezTo>
                        <a:pt x="12" y="453"/>
                        <a:pt x="12" y="525"/>
                        <a:pt x="12" y="584"/>
                      </a:cubicBezTo>
                      <a:cubicBezTo>
                        <a:pt x="12" y="656"/>
                        <a:pt x="12" y="715"/>
                        <a:pt x="12" y="775"/>
                      </a:cubicBezTo>
                      <a:cubicBezTo>
                        <a:pt x="12" y="846"/>
                        <a:pt x="12" y="906"/>
                        <a:pt x="12" y="977"/>
                      </a:cubicBezTo>
                      <a:cubicBezTo>
                        <a:pt x="12" y="1037"/>
                        <a:pt x="12" y="1108"/>
                        <a:pt x="12" y="1167"/>
                      </a:cubicBezTo>
                      <a:cubicBezTo>
                        <a:pt x="12" y="1239"/>
                        <a:pt x="12" y="1298"/>
                        <a:pt x="12" y="1358"/>
                      </a:cubicBezTo>
                      <a:cubicBezTo>
                        <a:pt x="12" y="1429"/>
                        <a:pt x="12" y="1489"/>
                        <a:pt x="12" y="1560"/>
                      </a:cubicBezTo>
                      <a:cubicBezTo>
                        <a:pt x="12" y="1620"/>
                        <a:pt x="12" y="1691"/>
                        <a:pt x="12" y="1751"/>
                      </a:cubicBezTo>
                      <a:cubicBezTo>
                        <a:pt x="12" y="1822"/>
                        <a:pt x="12" y="1882"/>
                        <a:pt x="12" y="1941"/>
                      </a:cubicBezTo>
                      <a:cubicBezTo>
                        <a:pt x="12" y="2013"/>
                        <a:pt x="12" y="2072"/>
                        <a:pt x="12" y="2144"/>
                      </a:cubicBezTo>
                      <a:cubicBezTo>
                        <a:pt x="12" y="2203"/>
                        <a:pt x="12" y="2275"/>
                        <a:pt x="12" y="2334"/>
                      </a:cubicBezTo>
                      <a:cubicBezTo>
                        <a:pt x="12" y="2406"/>
                        <a:pt x="12" y="2465"/>
                        <a:pt x="12" y="2525"/>
                      </a:cubicBezTo>
                      <a:cubicBezTo>
                        <a:pt x="12" y="2596"/>
                        <a:pt x="12" y="2656"/>
                        <a:pt x="12" y="2727"/>
                      </a:cubicBezTo>
                      <a:cubicBezTo>
                        <a:pt x="12" y="2787"/>
                        <a:pt x="12" y="2858"/>
                        <a:pt x="12" y="2918"/>
                      </a:cubicBezTo>
                      <a:cubicBezTo>
                        <a:pt x="12" y="2989"/>
                        <a:pt x="12" y="3049"/>
                        <a:pt x="12" y="3108"/>
                      </a:cubicBezTo>
                      <a:cubicBezTo>
                        <a:pt x="12" y="3180"/>
                        <a:pt x="12" y="3239"/>
                        <a:pt x="12" y="3311"/>
                      </a:cubicBezTo>
                      <a:cubicBezTo>
                        <a:pt x="12" y="3370"/>
                        <a:pt x="12" y="3442"/>
                        <a:pt x="12" y="3501"/>
                      </a:cubicBezTo>
                      <a:cubicBezTo>
                        <a:pt x="12" y="3573"/>
                        <a:pt x="12" y="3632"/>
                        <a:pt x="12" y="3692"/>
                      </a:cubicBezTo>
                      <a:cubicBezTo>
                        <a:pt x="12" y="3763"/>
                        <a:pt x="12" y="3823"/>
                        <a:pt x="12" y="3894"/>
                      </a:cubicBezTo>
                      <a:cubicBezTo>
                        <a:pt x="12" y="3954"/>
                        <a:pt x="12" y="4025"/>
                        <a:pt x="12" y="4085"/>
                      </a:cubicBezTo>
                      <a:cubicBezTo>
                        <a:pt x="12" y="4156"/>
                        <a:pt x="12" y="4215"/>
                        <a:pt x="12" y="4275"/>
                      </a:cubicBezTo>
                      <a:cubicBezTo>
                        <a:pt x="12" y="4346"/>
                        <a:pt x="12" y="4406"/>
                        <a:pt x="12" y="4477"/>
                      </a:cubicBezTo>
                      <a:cubicBezTo>
                        <a:pt x="12" y="4537"/>
                        <a:pt x="12" y="4608"/>
                        <a:pt x="12" y="4668"/>
                      </a:cubicBezTo>
                      <a:cubicBezTo>
                        <a:pt x="12" y="4739"/>
                        <a:pt x="12" y="4799"/>
                        <a:pt x="12" y="4858"/>
                      </a:cubicBezTo>
                      <a:cubicBezTo>
                        <a:pt x="12" y="4930"/>
                        <a:pt x="12" y="4989"/>
                        <a:pt x="12" y="5061"/>
                      </a:cubicBezTo>
                      <a:cubicBezTo>
                        <a:pt x="12" y="5120"/>
                        <a:pt x="12" y="5192"/>
                        <a:pt x="12" y="5251"/>
                      </a:cubicBezTo>
                      <a:cubicBezTo>
                        <a:pt x="12" y="5323"/>
                        <a:pt x="12" y="5382"/>
                        <a:pt x="12" y="5442"/>
                      </a:cubicBezTo>
                      <a:cubicBezTo>
                        <a:pt x="12" y="5513"/>
                        <a:pt x="12" y="5573"/>
                        <a:pt x="12" y="5644"/>
                      </a:cubicBezTo>
                      <a:cubicBezTo>
                        <a:pt x="12" y="5704"/>
                        <a:pt x="12" y="5775"/>
                        <a:pt x="12" y="5835"/>
                      </a:cubicBezTo>
                      <a:cubicBezTo>
                        <a:pt x="12" y="5906"/>
                        <a:pt x="12" y="5966"/>
                        <a:pt x="12" y="6025"/>
                      </a:cubicBezTo>
                      <a:cubicBezTo>
                        <a:pt x="12" y="6097"/>
                        <a:pt x="12" y="6156"/>
                        <a:pt x="12" y="6228"/>
                      </a:cubicBezTo>
                      <a:cubicBezTo>
                        <a:pt x="12" y="6287"/>
                        <a:pt x="12" y="6359"/>
                        <a:pt x="12" y="6418"/>
                      </a:cubicBezTo>
                      <a:cubicBezTo>
                        <a:pt x="12" y="6490"/>
                        <a:pt x="12" y="6549"/>
                        <a:pt x="12" y="6609"/>
                      </a:cubicBezTo>
                      <a:cubicBezTo>
                        <a:pt x="12" y="6680"/>
                        <a:pt x="12" y="6740"/>
                        <a:pt x="12" y="6811"/>
                      </a:cubicBezTo>
                      <a:cubicBezTo>
                        <a:pt x="12" y="6871"/>
                        <a:pt x="12" y="6942"/>
                        <a:pt x="12" y="7002"/>
                      </a:cubicBezTo>
                      <a:cubicBezTo>
                        <a:pt x="12" y="7073"/>
                        <a:pt x="12" y="7132"/>
                        <a:pt x="12" y="7192"/>
                      </a:cubicBezTo>
                      <a:cubicBezTo>
                        <a:pt x="12" y="7263"/>
                        <a:pt x="12" y="7323"/>
                        <a:pt x="12" y="7394"/>
                      </a:cubicBezTo>
                      <a:cubicBezTo>
                        <a:pt x="12" y="7454"/>
                        <a:pt x="12" y="7525"/>
                        <a:pt x="12" y="7585"/>
                      </a:cubicBezTo>
                      <a:cubicBezTo>
                        <a:pt x="12" y="7656"/>
                        <a:pt x="12" y="7716"/>
                        <a:pt x="12" y="7775"/>
                      </a:cubicBezTo>
                      <a:cubicBezTo>
                        <a:pt x="12" y="7847"/>
                        <a:pt x="12" y="7906"/>
                        <a:pt x="12" y="7978"/>
                      </a:cubicBezTo>
                      <a:cubicBezTo>
                        <a:pt x="12" y="8037"/>
                        <a:pt x="12" y="8109"/>
                        <a:pt x="12" y="8168"/>
                      </a:cubicBezTo>
                      <a:cubicBezTo>
                        <a:pt x="12" y="8228"/>
                        <a:pt x="12" y="8299"/>
                        <a:pt x="12" y="8359"/>
                      </a:cubicBezTo>
                      <a:cubicBezTo>
                        <a:pt x="12" y="8430"/>
                        <a:pt x="12" y="8490"/>
                        <a:pt x="12" y="8561"/>
                      </a:cubicBezTo>
                      <a:cubicBezTo>
                        <a:pt x="12" y="8621"/>
                        <a:pt x="12" y="8692"/>
                        <a:pt x="12" y="8752"/>
                      </a:cubicBezTo>
                      <a:cubicBezTo>
                        <a:pt x="12" y="8811"/>
                        <a:pt x="12" y="8883"/>
                        <a:pt x="12" y="8942"/>
                      </a:cubicBezTo>
                      <a:cubicBezTo>
                        <a:pt x="12" y="9014"/>
                        <a:pt x="12" y="9073"/>
                        <a:pt x="12" y="9145"/>
                      </a:cubicBezTo>
                      <a:cubicBezTo>
                        <a:pt x="12" y="9204"/>
                        <a:pt x="12" y="9276"/>
                        <a:pt x="12" y="9335"/>
                      </a:cubicBezTo>
                      <a:cubicBezTo>
                        <a:pt x="12" y="9395"/>
                        <a:pt x="12" y="9466"/>
                        <a:pt x="12" y="9526"/>
                      </a:cubicBezTo>
                      <a:cubicBezTo>
                        <a:pt x="12" y="9597"/>
                        <a:pt x="12" y="9657"/>
                        <a:pt x="12" y="9728"/>
                      </a:cubicBezTo>
                      <a:cubicBezTo>
                        <a:pt x="12" y="9788"/>
                        <a:pt x="12" y="9859"/>
                        <a:pt x="12" y="9919"/>
                      </a:cubicBezTo>
                      <a:cubicBezTo>
                        <a:pt x="12" y="9978"/>
                        <a:pt x="12" y="10050"/>
                        <a:pt x="12" y="10109"/>
                      </a:cubicBezTo>
                      <a:cubicBezTo>
                        <a:pt x="12" y="10180"/>
                        <a:pt x="12" y="10240"/>
                        <a:pt x="12" y="10311"/>
                      </a:cubicBezTo>
                      <a:cubicBezTo>
                        <a:pt x="12" y="10371"/>
                        <a:pt x="12" y="10442"/>
                        <a:pt x="12" y="10502"/>
                      </a:cubicBezTo>
                      <a:cubicBezTo>
                        <a:pt x="12" y="10561"/>
                        <a:pt x="12" y="10633"/>
                        <a:pt x="12" y="10692"/>
                      </a:cubicBezTo>
                      <a:cubicBezTo>
                        <a:pt x="12" y="10764"/>
                        <a:pt x="12" y="10823"/>
                        <a:pt x="12" y="10895"/>
                      </a:cubicBezTo>
                      <a:cubicBezTo>
                        <a:pt x="12" y="10954"/>
                        <a:pt x="12" y="11026"/>
                        <a:pt x="12" y="11085"/>
                      </a:cubicBezTo>
                      <a:cubicBezTo>
                        <a:pt x="12" y="11145"/>
                        <a:pt x="12" y="11216"/>
                        <a:pt x="12" y="11276"/>
                      </a:cubicBezTo>
                      <a:cubicBezTo>
                        <a:pt x="12" y="11347"/>
                        <a:pt x="12" y="11407"/>
                        <a:pt x="12" y="11478"/>
                      </a:cubicBezTo>
                      <a:cubicBezTo>
                        <a:pt x="12" y="11538"/>
                        <a:pt x="12" y="11609"/>
                        <a:pt x="12" y="11669"/>
                      </a:cubicBezTo>
                      <a:cubicBezTo>
                        <a:pt x="12" y="11728"/>
                        <a:pt x="12" y="11800"/>
                        <a:pt x="12" y="11859"/>
                      </a:cubicBezTo>
                      <a:cubicBezTo>
                        <a:pt x="12" y="11931"/>
                        <a:pt x="12" y="11990"/>
                        <a:pt x="12" y="12062"/>
                      </a:cubicBezTo>
                      <a:cubicBezTo>
                        <a:pt x="12" y="12121"/>
                        <a:pt x="12" y="12193"/>
                        <a:pt x="12" y="12252"/>
                      </a:cubicBezTo>
                      <a:cubicBezTo>
                        <a:pt x="12" y="12312"/>
                        <a:pt x="12" y="12383"/>
                        <a:pt x="12" y="12443"/>
                      </a:cubicBezTo>
                      <a:cubicBezTo>
                        <a:pt x="12" y="12514"/>
                        <a:pt x="12" y="12574"/>
                        <a:pt x="12" y="12645"/>
                      </a:cubicBezTo>
                      <a:cubicBezTo>
                        <a:pt x="12" y="12705"/>
                        <a:pt x="12" y="12776"/>
                        <a:pt x="12" y="12836"/>
                      </a:cubicBezTo>
                      <a:cubicBezTo>
                        <a:pt x="12" y="12895"/>
                        <a:pt x="12" y="12967"/>
                        <a:pt x="12" y="13026"/>
                      </a:cubicBezTo>
                      <a:cubicBezTo>
                        <a:pt x="12" y="13098"/>
                        <a:pt x="12" y="13157"/>
                        <a:pt x="12" y="13228"/>
                      </a:cubicBezTo>
                      <a:cubicBezTo>
                        <a:pt x="12" y="13288"/>
                        <a:pt x="12" y="13359"/>
                        <a:pt x="12" y="13419"/>
                      </a:cubicBezTo>
                      <a:cubicBezTo>
                        <a:pt x="12" y="13479"/>
                        <a:pt x="12" y="13550"/>
                        <a:pt x="12" y="13609"/>
                      </a:cubicBezTo>
                      <a:cubicBezTo>
                        <a:pt x="12" y="13681"/>
                        <a:pt x="12" y="13740"/>
                        <a:pt x="12" y="13812"/>
                      </a:cubicBezTo>
                      <a:cubicBezTo>
                        <a:pt x="12" y="13871"/>
                        <a:pt x="12" y="13943"/>
                        <a:pt x="12" y="14002"/>
                      </a:cubicBezTo>
                      <a:cubicBezTo>
                        <a:pt x="12" y="14062"/>
                        <a:pt x="12" y="14133"/>
                        <a:pt x="12" y="14193"/>
                      </a:cubicBezTo>
                      <a:cubicBezTo>
                        <a:pt x="12" y="14264"/>
                        <a:pt x="12" y="14324"/>
                        <a:pt x="12" y="14395"/>
                      </a:cubicBezTo>
                      <a:cubicBezTo>
                        <a:pt x="12" y="14455"/>
                        <a:pt x="12" y="14526"/>
                        <a:pt x="12" y="14586"/>
                      </a:cubicBezTo>
                      <a:cubicBezTo>
                        <a:pt x="12" y="14645"/>
                        <a:pt x="12" y="14717"/>
                        <a:pt x="12" y="14776"/>
                      </a:cubicBezTo>
                      <a:cubicBezTo>
                        <a:pt x="12" y="14848"/>
                        <a:pt x="12" y="14907"/>
                        <a:pt x="12" y="14979"/>
                      </a:cubicBezTo>
                      <a:cubicBezTo>
                        <a:pt x="12" y="15038"/>
                        <a:pt x="12" y="15110"/>
                        <a:pt x="12" y="15169"/>
                      </a:cubicBezTo>
                      <a:cubicBezTo>
                        <a:pt x="12" y="15229"/>
                        <a:pt x="12" y="15300"/>
                        <a:pt x="12" y="15360"/>
                      </a:cubicBezTo>
                      <a:cubicBezTo>
                        <a:pt x="12" y="15431"/>
                        <a:pt x="12" y="15491"/>
                        <a:pt x="12" y="15562"/>
                      </a:cubicBezTo>
                      <a:cubicBezTo>
                        <a:pt x="12" y="15622"/>
                        <a:pt x="12" y="15693"/>
                        <a:pt x="12" y="15753"/>
                      </a:cubicBezTo>
                      <a:cubicBezTo>
                        <a:pt x="12" y="15812"/>
                        <a:pt x="12" y="15884"/>
                        <a:pt x="12" y="15943"/>
                      </a:cubicBezTo>
                      <a:cubicBezTo>
                        <a:pt x="12" y="16015"/>
                        <a:pt x="12" y="16074"/>
                        <a:pt x="12" y="16146"/>
                      </a:cubicBezTo>
                      <a:cubicBezTo>
                        <a:pt x="12" y="16205"/>
                        <a:pt x="12" y="16276"/>
                        <a:pt x="12" y="16336"/>
                      </a:cubicBezTo>
                      <a:cubicBezTo>
                        <a:pt x="12" y="16396"/>
                        <a:pt x="12" y="16467"/>
                        <a:pt x="12" y="16527"/>
                      </a:cubicBezTo>
                      <a:cubicBezTo>
                        <a:pt x="12" y="16598"/>
                        <a:pt x="12" y="16657"/>
                        <a:pt x="12" y="16729"/>
                      </a:cubicBezTo>
                      <a:cubicBezTo>
                        <a:pt x="12" y="16788"/>
                        <a:pt x="12" y="16860"/>
                        <a:pt x="12" y="16919"/>
                      </a:cubicBezTo>
                      <a:cubicBezTo>
                        <a:pt x="12" y="16979"/>
                        <a:pt x="12" y="17050"/>
                        <a:pt x="12" y="17110"/>
                      </a:cubicBezTo>
                      <a:cubicBezTo>
                        <a:pt x="12" y="17181"/>
                        <a:pt x="12" y="17241"/>
                        <a:pt x="12" y="17312"/>
                      </a:cubicBezTo>
                      <a:cubicBezTo>
                        <a:pt x="12" y="17372"/>
                        <a:pt x="12" y="17443"/>
                        <a:pt x="12" y="17503"/>
                      </a:cubicBezTo>
                      <a:cubicBezTo>
                        <a:pt x="12" y="17562"/>
                        <a:pt x="12" y="17634"/>
                        <a:pt x="12" y="17693"/>
                      </a:cubicBezTo>
                      <a:cubicBezTo>
                        <a:pt x="12" y="17765"/>
                        <a:pt x="12" y="17824"/>
                        <a:pt x="12" y="17896"/>
                      </a:cubicBezTo>
                      <a:cubicBezTo>
                        <a:pt x="12" y="17955"/>
                        <a:pt x="12" y="18015"/>
                        <a:pt x="12" y="18086"/>
                      </a:cubicBezTo>
                      <a:cubicBezTo>
                        <a:pt x="12" y="18146"/>
                        <a:pt x="12" y="18217"/>
                        <a:pt x="12" y="18277"/>
                      </a:cubicBezTo>
                      <a:cubicBezTo>
                        <a:pt x="12" y="18348"/>
                        <a:pt x="12" y="18408"/>
                        <a:pt x="12" y="18479"/>
                      </a:cubicBezTo>
                      <a:cubicBezTo>
                        <a:pt x="12" y="18539"/>
                        <a:pt x="12" y="18598"/>
                        <a:pt x="12" y="18670"/>
                      </a:cubicBezTo>
                      <a:cubicBezTo>
                        <a:pt x="12" y="18729"/>
                        <a:pt x="12" y="18801"/>
                        <a:pt x="12" y="18860"/>
                      </a:cubicBezTo>
                      <a:cubicBezTo>
                        <a:pt x="12" y="18932"/>
                        <a:pt x="12" y="18991"/>
                        <a:pt x="12" y="19063"/>
                      </a:cubicBezTo>
                      <a:cubicBezTo>
                        <a:pt x="12" y="19122"/>
                        <a:pt x="12" y="19182"/>
                        <a:pt x="12" y="19253"/>
                      </a:cubicBezTo>
                      <a:cubicBezTo>
                        <a:pt x="12" y="19313"/>
                        <a:pt x="12" y="19384"/>
                        <a:pt x="12" y="19444"/>
                      </a:cubicBezTo>
                      <a:cubicBezTo>
                        <a:pt x="12" y="19515"/>
                        <a:pt x="12" y="19575"/>
                        <a:pt x="12" y="19646"/>
                      </a:cubicBezTo>
                      <a:cubicBezTo>
                        <a:pt x="12" y="19705"/>
                        <a:pt x="12" y="19765"/>
                        <a:pt x="12" y="19836"/>
                      </a:cubicBezTo>
                      <a:cubicBezTo>
                        <a:pt x="12" y="19896"/>
                        <a:pt x="12" y="19967"/>
                        <a:pt x="12" y="20027"/>
                      </a:cubicBezTo>
                      <a:cubicBezTo>
                        <a:pt x="12" y="20098"/>
                        <a:pt x="12" y="20158"/>
                        <a:pt x="12" y="20229"/>
                      </a:cubicBezTo>
                      <a:cubicBezTo>
                        <a:pt x="12" y="20289"/>
                        <a:pt x="12" y="20348"/>
                        <a:pt x="12" y="20420"/>
                      </a:cubicBezTo>
                      <a:cubicBezTo>
                        <a:pt x="12" y="20479"/>
                        <a:pt x="12" y="20551"/>
                        <a:pt x="12" y="20610"/>
                      </a:cubicBezTo>
                      <a:cubicBezTo>
                        <a:pt x="12" y="20682"/>
                        <a:pt x="12" y="20741"/>
                        <a:pt x="12" y="20813"/>
                      </a:cubicBezTo>
                      <a:cubicBezTo>
                        <a:pt x="12" y="20872"/>
                        <a:pt x="12" y="20932"/>
                        <a:pt x="12" y="21003"/>
                      </a:cubicBezTo>
                      <a:cubicBezTo>
                        <a:pt x="12" y="21063"/>
                        <a:pt x="12" y="21134"/>
                        <a:pt x="12" y="21194"/>
                      </a:cubicBezTo>
                      <a:cubicBezTo>
                        <a:pt x="12" y="21265"/>
                        <a:pt x="12" y="21325"/>
                        <a:pt x="12" y="21396"/>
                      </a:cubicBezTo>
                      <a:cubicBezTo>
                        <a:pt x="12" y="21456"/>
                        <a:pt x="12" y="21515"/>
                        <a:pt x="12" y="21587"/>
                      </a:cubicBezTo>
                      <a:cubicBezTo>
                        <a:pt x="0" y="22515"/>
                        <a:pt x="500" y="23373"/>
                        <a:pt x="1310" y="23837"/>
                      </a:cubicBezTo>
                      <a:lnTo>
                        <a:pt x="36612" y="44208"/>
                      </a:lnTo>
                      <a:cubicBezTo>
                        <a:pt x="37416" y="44679"/>
                        <a:pt x="38315" y="44914"/>
                        <a:pt x="39215" y="44914"/>
                      </a:cubicBezTo>
                      <a:cubicBezTo>
                        <a:pt x="40115" y="44914"/>
                        <a:pt x="41017" y="44679"/>
                        <a:pt x="41827" y="44208"/>
                      </a:cubicBezTo>
                      <a:lnTo>
                        <a:pt x="77129" y="23837"/>
                      </a:lnTo>
                      <a:cubicBezTo>
                        <a:pt x="77939" y="23373"/>
                        <a:pt x="78439" y="22515"/>
                        <a:pt x="78427" y="21587"/>
                      </a:cubicBezTo>
                      <a:lnTo>
                        <a:pt x="78427" y="21384"/>
                      </a:lnTo>
                      <a:lnTo>
                        <a:pt x="78427" y="21194"/>
                      </a:lnTo>
                      <a:lnTo>
                        <a:pt x="78427" y="21003"/>
                      </a:lnTo>
                      <a:lnTo>
                        <a:pt x="78427" y="20801"/>
                      </a:lnTo>
                      <a:lnTo>
                        <a:pt x="78427" y="20610"/>
                      </a:lnTo>
                      <a:lnTo>
                        <a:pt x="78427" y="20420"/>
                      </a:lnTo>
                      <a:lnTo>
                        <a:pt x="78427" y="20217"/>
                      </a:lnTo>
                      <a:lnTo>
                        <a:pt x="78427" y="20027"/>
                      </a:lnTo>
                      <a:lnTo>
                        <a:pt x="78427" y="19836"/>
                      </a:lnTo>
                      <a:lnTo>
                        <a:pt x="78427" y="19634"/>
                      </a:lnTo>
                      <a:lnTo>
                        <a:pt x="78427" y="19444"/>
                      </a:lnTo>
                      <a:lnTo>
                        <a:pt x="78427" y="19253"/>
                      </a:lnTo>
                      <a:lnTo>
                        <a:pt x="78427" y="19051"/>
                      </a:lnTo>
                      <a:lnTo>
                        <a:pt x="78427" y="18860"/>
                      </a:lnTo>
                      <a:lnTo>
                        <a:pt x="78427" y="18670"/>
                      </a:lnTo>
                      <a:lnTo>
                        <a:pt x="78427" y="18467"/>
                      </a:lnTo>
                      <a:lnTo>
                        <a:pt x="78427" y="18277"/>
                      </a:lnTo>
                      <a:lnTo>
                        <a:pt x="78427" y="18086"/>
                      </a:lnTo>
                      <a:lnTo>
                        <a:pt x="78427" y="17884"/>
                      </a:lnTo>
                      <a:lnTo>
                        <a:pt x="78427" y="17693"/>
                      </a:lnTo>
                      <a:lnTo>
                        <a:pt x="78427" y="17503"/>
                      </a:lnTo>
                      <a:lnTo>
                        <a:pt x="78427" y="17300"/>
                      </a:lnTo>
                      <a:lnTo>
                        <a:pt x="78427" y="17110"/>
                      </a:lnTo>
                      <a:lnTo>
                        <a:pt x="78427" y="16919"/>
                      </a:lnTo>
                      <a:lnTo>
                        <a:pt x="78427" y="16717"/>
                      </a:lnTo>
                      <a:lnTo>
                        <a:pt x="78427" y="16527"/>
                      </a:lnTo>
                      <a:lnTo>
                        <a:pt x="78427" y="16336"/>
                      </a:lnTo>
                      <a:lnTo>
                        <a:pt x="78427" y="16146"/>
                      </a:lnTo>
                      <a:lnTo>
                        <a:pt x="78427" y="15943"/>
                      </a:lnTo>
                      <a:lnTo>
                        <a:pt x="78427" y="15753"/>
                      </a:lnTo>
                      <a:lnTo>
                        <a:pt x="78427" y="15562"/>
                      </a:lnTo>
                      <a:lnTo>
                        <a:pt x="78427" y="15360"/>
                      </a:lnTo>
                      <a:lnTo>
                        <a:pt x="78427" y="15169"/>
                      </a:lnTo>
                      <a:lnTo>
                        <a:pt x="78427" y="14979"/>
                      </a:lnTo>
                      <a:lnTo>
                        <a:pt x="78427" y="14776"/>
                      </a:lnTo>
                      <a:lnTo>
                        <a:pt x="78427" y="14586"/>
                      </a:lnTo>
                      <a:lnTo>
                        <a:pt x="78427" y="14395"/>
                      </a:lnTo>
                      <a:lnTo>
                        <a:pt x="78427" y="14193"/>
                      </a:lnTo>
                      <a:lnTo>
                        <a:pt x="78427" y="14002"/>
                      </a:lnTo>
                      <a:lnTo>
                        <a:pt x="78427" y="13812"/>
                      </a:lnTo>
                      <a:lnTo>
                        <a:pt x="78427" y="13609"/>
                      </a:lnTo>
                      <a:lnTo>
                        <a:pt x="78427" y="13419"/>
                      </a:lnTo>
                      <a:lnTo>
                        <a:pt x="78427" y="13228"/>
                      </a:lnTo>
                      <a:lnTo>
                        <a:pt x="78427" y="13026"/>
                      </a:lnTo>
                      <a:lnTo>
                        <a:pt x="78427" y="12836"/>
                      </a:lnTo>
                      <a:lnTo>
                        <a:pt x="78427" y="12645"/>
                      </a:lnTo>
                      <a:lnTo>
                        <a:pt x="78427" y="12443"/>
                      </a:lnTo>
                      <a:lnTo>
                        <a:pt x="78427" y="12252"/>
                      </a:lnTo>
                      <a:lnTo>
                        <a:pt x="78427" y="12062"/>
                      </a:lnTo>
                      <a:lnTo>
                        <a:pt x="78427" y="11859"/>
                      </a:lnTo>
                      <a:lnTo>
                        <a:pt x="78427" y="11669"/>
                      </a:lnTo>
                      <a:lnTo>
                        <a:pt x="78427" y="11478"/>
                      </a:lnTo>
                      <a:lnTo>
                        <a:pt x="78427" y="11276"/>
                      </a:lnTo>
                      <a:lnTo>
                        <a:pt x="78427" y="11085"/>
                      </a:lnTo>
                      <a:lnTo>
                        <a:pt x="78427" y="10895"/>
                      </a:lnTo>
                      <a:lnTo>
                        <a:pt x="78427" y="10692"/>
                      </a:lnTo>
                      <a:lnTo>
                        <a:pt x="78427" y="10502"/>
                      </a:lnTo>
                      <a:lnTo>
                        <a:pt x="78427" y="10311"/>
                      </a:lnTo>
                      <a:lnTo>
                        <a:pt x="78427" y="10109"/>
                      </a:lnTo>
                      <a:lnTo>
                        <a:pt x="78427" y="9919"/>
                      </a:lnTo>
                      <a:lnTo>
                        <a:pt x="78427" y="9728"/>
                      </a:lnTo>
                      <a:lnTo>
                        <a:pt x="78427" y="9526"/>
                      </a:lnTo>
                      <a:lnTo>
                        <a:pt x="78427" y="9335"/>
                      </a:lnTo>
                      <a:lnTo>
                        <a:pt x="78427" y="9145"/>
                      </a:lnTo>
                      <a:lnTo>
                        <a:pt x="78427" y="8942"/>
                      </a:lnTo>
                      <a:lnTo>
                        <a:pt x="78427" y="8752"/>
                      </a:lnTo>
                      <a:lnTo>
                        <a:pt x="78427" y="8561"/>
                      </a:lnTo>
                      <a:lnTo>
                        <a:pt x="78427" y="8359"/>
                      </a:lnTo>
                      <a:lnTo>
                        <a:pt x="78427" y="8168"/>
                      </a:lnTo>
                      <a:lnTo>
                        <a:pt x="78427" y="7978"/>
                      </a:lnTo>
                      <a:lnTo>
                        <a:pt x="78427" y="7775"/>
                      </a:lnTo>
                      <a:lnTo>
                        <a:pt x="78427" y="7585"/>
                      </a:lnTo>
                      <a:lnTo>
                        <a:pt x="78427" y="7394"/>
                      </a:lnTo>
                      <a:lnTo>
                        <a:pt x="78427" y="7192"/>
                      </a:lnTo>
                      <a:lnTo>
                        <a:pt x="78427" y="7002"/>
                      </a:lnTo>
                      <a:lnTo>
                        <a:pt x="78427" y="6811"/>
                      </a:lnTo>
                      <a:lnTo>
                        <a:pt x="78427" y="6609"/>
                      </a:lnTo>
                      <a:lnTo>
                        <a:pt x="78427" y="6418"/>
                      </a:lnTo>
                      <a:lnTo>
                        <a:pt x="78427" y="6228"/>
                      </a:lnTo>
                      <a:lnTo>
                        <a:pt x="78427" y="6025"/>
                      </a:lnTo>
                      <a:lnTo>
                        <a:pt x="78427" y="5835"/>
                      </a:lnTo>
                      <a:lnTo>
                        <a:pt x="78427" y="5644"/>
                      </a:lnTo>
                      <a:lnTo>
                        <a:pt x="78427" y="5442"/>
                      </a:lnTo>
                      <a:lnTo>
                        <a:pt x="78427" y="5251"/>
                      </a:lnTo>
                      <a:lnTo>
                        <a:pt x="78427" y="5061"/>
                      </a:lnTo>
                      <a:lnTo>
                        <a:pt x="78427" y="4858"/>
                      </a:lnTo>
                      <a:lnTo>
                        <a:pt x="78427" y="4668"/>
                      </a:lnTo>
                      <a:lnTo>
                        <a:pt x="78427" y="4477"/>
                      </a:lnTo>
                      <a:lnTo>
                        <a:pt x="78427" y="4275"/>
                      </a:lnTo>
                      <a:lnTo>
                        <a:pt x="78427" y="4085"/>
                      </a:lnTo>
                      <a:lnTo>
                        <a:pt x="78427" y="3894"/>
                      </a:lnTo>
                      <a:lnTo>
                        <a:pt x="78427" y="3692"/>
                      </a:lnTo>
                      <a:lnTo>
                        <a:pt x="78427" y="3501"/>
                      </a:lnTo>
                      <a:lnTo>
                        <a:pt x="78427" y="3311"/>
                      </a:lnTo>
                      <a:lnTo>
                        <a:pt x="78427" y="3108"/>
                      </a:lnTo>
                      <a:lnTo>
                        <a:pt x="78427" y="2918"/>
                      </a:lnTo>
                      <a:lnTo>
                        <a:pt x="78427" y="2727"/>
                      </a:lnTo>
                      <a:lnTo>
                        <a:pt x="78427" y="2525"/>
                      </a:lnTo>
                      <a:lnTo>
                        <a:pt x="78427" y="2334"/>
                      </a:lnTo>
                      <a:lnTo>
                        <a:pt x="78427" y="2144"/>
                      </a:lnTo>
                      <a:lnTo>
                        <a:pt x="78427" y="1941"/>
                      </a:lnTo>
                      <a:lnTo>
                        <a:pt x="78427" y="1751"/>
                      </a:lnTo>
                      <a:lnTo>
                        <a:pt x="78427" y="1560"/>
                      </a:lnTo>
                      <a:lnTo>
                        <a:pt x="78427" y="1358"/>
                      </a:lnTo>
                      <a:lnTo>
                        <a:pt x="78427" y="1167"/>
                      </a:lnTo>
                      <a:lnTo>
                        <a:pt x="78427" y="977"/>
                      </a:lnTo>
                      <a:lnTo>
                        <a:pt x="78427" y="775"/>
                      </a:lnTo>
                      <a:lnTo>
                        <a:pt x="78427" y="584"/>
                      </a:lnTo>
                      <a:lnTo>
                        <a:pt x="78427" y="394"/>
                      </a:lnTo>
                      <a:lnTo>
                        <a:pt x="78427" y="191"/>
                      </a:lnTo>
                      <a:lnTo>
                        <a:pt x="78427" y="1"/>
                      </a:lnTo>
                      <a:lnTo>
                        <a:pt x="78212" y="1"/>
                      </a:lnTo>
                      <a:cubicBezTo>
                        <a:pt x="78224" y="858"/>
                        <a:pt x="77760" y="1644"/>
                        <a:pt x="77022" y="2072"/>
                      </a:cubicBezTo>
                      <a:lnTo>
                        <a:pt x="41720" y="22444"/>
                      </a:lnTo>
                      <a:cubicBezTo>
                        <a:pt x="40946" y="22890"/>
                        <a:pt x="40083" y="23114"/>
                        <a:pt x="39218" y="23114"/>
                      </a:cubicBezTo>
                      <a:cubicBezTo>
                        <a:pt x="38353" y="23114"/>
                        <a:pt x="37487" y="22890"/>
                        <a:pt x="36707" y="22444"/>
                      </a:cubicBezTo>
                      <a:lnTo>
                        <a:pt x="1417" y="2072"/>
                      </a:lnTo>
                      <a:cubicBezTo>
                        <a:pt x="667" y="1644"/>
                        <a:pt x="215" y="858"/>
                        <a:pt x="226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A0FDF1">
                        <a:alpha val="41568"/>
                        <a:alpha val="41520"/>
                      </a:srgbClr>
                    </a:gs>
                    <a:gs pos="100000">
                      <a:srgbClr val="FFFFFF">
                        <a:alpha val="37254"/>
                        <a:alpha val="4152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54750" tIns="54750" rIns="54750" bIns="5475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16" name="Google Shape;1116;p14"/>
                <p:cNvSpPr/>
                <p:nvPr/>
              </p:nvSpPr>
              <p:spPr>
                <a:xfrm>
                  <a:off x="5553063" y="1487604"/>
                  <a:ext cx="1981525" cy="116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261" h="46572" extrusionOk="0">
                      <a:moveTo>
                        <a:pt x="39635" y="1"/>
                      </a:moveTo>
                      <a:cubicBezTo>
                        <a:pt x="38749" y="1"/>
                        <a:pt x="37862" y="230"/>
                        <a:pt x="37065" y="688"/>
                      </a:cubicBezTo>
                      <a:lnTo>
                        <a:pt x="1679" y="21119"/>
                      </a:lnTo>
                      <a:cubicBezTo>
                        <a:pt x="1" y="22084"/>
                        <a:pt x="1" y="24489"/>
                        <a:pt x="1679" y="25453"/>
                      </a:cubicBezTo>
                      <a:lnTo>
                        <a:pt x="37065" y="45884"/>
                      </a:lnTo>
                      <a:cubicBezTo>
                        <a:pt x="37862" y="46343"/>
                        <a:pt x="38749" y="46572"/>
                        <a:pt x="39635" y="46572"/>
                      </a:cubicBezTo>
                      <a:cubicBezTo>
                        <a:pt x="40520" y="46572"/>
                        <a:pt x="41405" y="46343"/>
                        <a:pt x="42196" y="45884"/>
                      </a:cubicBezTo>
                      <a:lnTo>
                        <a:pt x="77594" y="25453"/>
                      </a:lnTo>
                      <a:cubicBezTo>
                        <a:pt x="79260" y="24489"/>
                        <a:pt x="79260" y="22084"/>
                        <a:pt x="77594" y="21119"/>
                      </a:cubicBezTo>
                      <a:lnTo>
                        <a:pt x="42196" y="688"/>
                      </a:lnTo>
                      <a:cubicBezTo>
                        <a:pt x="41405" y="230"/>
                        <a:pt x="40520" y="1"/>
                        <a:pt x="39635" y="1"/>
                      </a:cubicBezTo>
                      <a:close/>
                    </a:path>
                  </a:pathLst>
                </a:custGeom>
                <a:solidFill>
                  <a:srgbClr val="A0FDF1">
                    <a:alpha val="41520"/>
                  </a:srgbClr>
                </a:solidFill>
                <a:ln>
                  <a:noFill/>
                </a:ln>
              </p:spPr>
              <p:txBody>
                <a:bodyPr spcFirstLastPara="1" wrap="square" lIns="54750" tIns="54750" rIns="54750" bIns="5475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1" name="Google Shape;1121;p15"/>
          <p:cNvGrpSpPr/>
          <p:nvPr/>
        </p:nvGrpSpPr>
        <p:grpSpPr>
          <a:xfrm>
            <a:off x="2493112" y="1257953"/>
            <a:ext cx="2021531" cy="3005600"/>
            <a:chOff x="2493112" y="1257953"/>
            <a:chExt cx="2021531" cy="3005600"/>
          </a:xfrm>
        </p:grpSpPr>
        <p:sp>
          <p:nvSpPr>
            <p:cNvPr id="1122" name="Google Shape;1122;p15"/>
            <p:cNvSpPr/>
            <p:nvPr/>
          </p:nvSpPr>
          <p:spPr>
            <a:xfrm>
              <a:off x="2493112" y="1257953"/>
              <a:ext cx="1501875" cy="3005600"/>
            </a:xfrm>
            <a:custGeom>
              <a:avLst/>
              <a:gdLst/>
              <a:ahLst/>
              <a:cxnLst/>
              <a:rect l="l" t="t" r="r" b="b"/>
              <a:pathLst>
                <a:path w="60075" h="120224" extrusionOk="0">
                  <a:moveTo>
                    <a:pt x="0" y="20512"/>
                  </a:moveTo>
                  <a:lnTo>
                    <a:pt x="31461" y="0"/>
                  </a:lnTo>
                  <a:lnTo>
                    <a:pt x="60075" y="0"/>
                  </a:lnTo>
                  <a:lnTo>
                    <a:pt x="60075" y="120224"/>
                  </a:lnTo>
                </a:path>
              </a:pathLst>
            </a:custGeom>
            <a:noFill/>
            <a:ln w="762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cxnSp>
          <p:nvCxnSpPr>
            <p:cNvPr id="1123" name="Google Shape;1123;p15"/>
            <p:cNvCxnSpPr/>
            <p:nvPr/>
          </p:nvCxnSpPr>
          <p:spPr>
            <a:xfrm rot="10800000">
              <a:off x="4001343" y="1442212"/>
              <a:ext cx="5133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24" name="Google Shape;1124;p15"/>
            <p:cNvCxnSpPr/>
            <p:nvPr/>
          </p:nvCxnSpPr>
          <p:spPr>
            <a:xfrm rot="10800000">
              <a:off x="4001343" y="2356864"/>
              <a:ext cx="5133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25" name="Google Shape;1125;p15"/>
            <p:cNvCxnSpPr/>
            <p:nvPr/>
          </p:nvCxnSpPr>
          <p:spPr>
            <a:xfrm rot="10800000">
              <a:off x="4001343" y="3320327"/>
              <a:ext cx="5133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26" name="Google Shape;1126;p15"/>
            <p:cNvCxnSpPr/>
            <p:nvPr/>
          </p:nvCxnSpPr>
          <p:spPr>
            <a:xfrm rot="10800000">
              <a:off x="3957843" y="4254027"/>
              <a:ext cx="5568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127" name="Google Shape;1127;p15"/>
            <p:cNvSpPr/>
            <p:nvPr/>
          </p:nvSpPr>
          <p:spPr>
            <a:xfrm>
              <a:off x="2493112" y="1257953"/>
              <a:ext cx="1501875" cy="3005600"/>
            </a:xfrm>
            <a:custGeom>
              <a:avLst/>
              <a:gdLst/>
              <a:ahLst/>
              <a:cxnLst/>
              <a:rect l="l" t="t" r="r" b="b"/>
              <a:pathLst>
                <a:path w="60075" h="120224" extrusionOk="0">
                  <a:moveTo>
                    <a:pt x="0" y="20512"/>
                  </a:moveTo>
                  <a:lnTo>
                    <a:pt x="31461" y="0"/>
                  </a:lnTo>
                  <a:lnTo>
                    <a:pt x="60075" y="0"/>
                  </a:lnTo>
                  <a:lnTo>
                    <a:pt x="60075" y="120224"/>
                  </a:lnTo>
                </a:path>
              </a:pathLst>
            </a:custGeom>
            <a:noFill/>
            <a:ln w="2857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sp>
        <p:cxnSp>
          <p:nvCxnSpPr>
            <p:cNvPr id="1128" name="Google Shape;1128;p15"/>
            <p:cNvCxnSpPr/>
            <p:nvPr/>
          </p:nvCxnSpPr>
          <p:spPr>
            <a:xfrm rot="10800000">
              <a:off x="4001343" y="1442212"/>
              <a:ext cx="513300" cy="0"/>
            </a:xfrm>
            <a:prstGeom prst="straightConnector1">
              <a:avLst/>
            </a:prstGeom>
            <a:noFill/>
            <a:ln w="2857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29" name="Google Shape;1129;p15"/>
            <p:cNvCxnSpPr/>
            <p:nvPr/>
          </p:nvCxnSpPr>
          <p:spPr>
            <a:xfrm rot="10800000">
              <a:off x="4001343" y="2356864"/>
              <a:ext cx="513300" cy="0"/>
            </a:xfrm>
            <a:prstGeom prst="straightConnector1">
              <a:avLst/>
            </a:prstGeom>
            <a:noFill/>
            <a:ln w="2857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30" name="Google Shape;1130;p15"/>
            <p:cNvCxnSpPr/>
            <p:nvPr/>
          </p:nvCxnSpPr>
          <p:spPr>
            <a:xfrm rot="10800000">
              <a:off x="4001343" y="3320327"/>
              <a:ext cx="513300" cy="0"/>
            </a:xfrm>
            <a:prstGeom prst="straightConnector1">
              <a:avLst/>
            </a:prstGeom>
            <a:noFill/>
            <a:ln w="2857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31" name="Google Shape;1131;p15"/>
            <p:cNvCxnSpPr/>
            <p:nvPr/>
          </p:nvCxnSpPr>
          <p:spPr>
            <a:xfrm rot="10800000">
              <a:off x="3981843" y="4254027"/>
              <a:ext cx="532800" cy="0"/>
            </a:xfrm>
            <a:prstGeom prst="straightConnector1">
              <a:avLst/>
            </a:prstGeom>
            <a:noFill/>
            <a:ln w="2857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132" name="Google Shape;1132;p15"/>
          <p:cNvSpPr txBox="1">
            <a:spLocks noGrp="1"/>
          </p:cNvSpPr>
          <p:nvPr>
            <p:ph type="title"/>
          </p:nvPr>
        </p:nvSpPr>
        <p:spPr>
          <a:xfrm>
            <a:off x="514775" y="300700"/>
            <a:ext cx="8114400" cy="51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Project Objective</a:t>
            </a:r>
            <a:endParaRPr/>
          </a:p>
        </p:txBody>
      </p:sp>
      <p:grpSp>
        <p:nvGrpSpPr>
          <p:cNvPr id="1133" name="Google Shape;1133;p15"/>
          <p:cNvGrpSpPr/>
          <p:nvPr/>
        </p:nvGrpSpPr>
        <p:grpSpPr>
          <a:xfrm>
            <a:off x="872982" y="1250203"/>
            <a:ext cx="2430606" cy="3122348"/>
            <a:chOff x="2616388" y="1504175"/>
            <a:chExt cx="2082425" cy="2675075"/>
          </a:xfrm>
        </p:grpSpPr>
        <p:sp>
          <p:nvSpPr>
            <p:cNvPr id="1134" name="Google Shape;1134;p15"/>
            <p:cNvSpPr/>
            <p:nvPr/>
          </p:nvSpPr>
          <p:spPr>
            <a:xfrm>
              <a:off x="2616688" y="3345475"/>
              <a:ext cx="1897575" cy="833775"/>
            </a:xfrm>
            <a:custGeom>
              <a:avLst/>
              <a:gdLst/>
              <a:ahLst/>
              <a:cxnLst/>
              <a:rect l="l" t="t" r="r" b="b"/>
              <a:pathLst>
                <a:path w="75903" h="33351" extrusionOk="0">
                  <a:moveTo>
                    <a:pt x="0" y="1"/>
                  </a:moveTo>
                  <a:lnTo>
                    <a:pt x="0" y="989"/>
                  </a:lnTo>
                  <a:cubicBezTo>
                    <a:pt x="0" y="1108"/>
                    <a:pt x="72" y="1215"/>
                    <a:pt x="191" y="1275"/>
                  </a:cubicBezTo>
                  <a:lnTo>
                    <a:pt x="55472" y="33195"/>
                  </a:lnTo>
                  <a:cubicBezTo>
                    <a:pt x="55829" y="33350"/>
                    <a:pt x="56246" y="33338"/>
                    <a:pt x="56591" y="33148"/>
                  </a:cubicBezTo>
                  <a:lnTo>
                    <a:pt x="75629" y="22158"/>
                  </a:lnTo>
                  <a:cubicBezTo>
                    <a:pt x="75784" y="22087"/>
                    <a:pt x="75879" y="21944"/>
                    <a:pt x="75903" y="21789"/>
                  </a:cubicBezTo>
                  <a:lnTo>
                    <a:pt x="75903" y="2080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135;p15"/>
            <p:cNvSpPr/>
            <p:nvPr/>
          </p:nvSpPr>
          <p:spPr>
            <a:xfrm>
              <a:off x="2616388" y="3057550"/>
              <a:ext cx="1897875" cy="1095775"/>
            </a:xfrm>
            <a:custGeom>
              <a:avLst/>
              <a:gdLst/>
              <a:ahLst/>
              <a:cxnLst/>
              <a:rect l="l" t="t" r="r" b="b"/>
              <a:pathLst>
                <a:path w="75915" h="43831" extrusionOk="0">
                  <a:moveTo>
                    <a:pt x="19950" y="0"/>
                  </a:moveTo>
                  <a:cubicBezTo>
                    <a:pt x="19729" y="0"/>
                    <a:pt x="19496" y="55"/>
                    <a:pt x="19312" y="159"/>
                  </a:cubicBezTo>
                  <a:lnTo>
                    <a:pt x="274" y="11149"/>
                  </a:lnTo>
                  <a:cubicBezTo>
                    <a:pt x="120" y="11220"/>
                    <a:pt x="24" y="11351"/>
                    <a:pt x="0" y="11518"/>
                  </a:cubicBezTo>
                  <a:cubicBezTo>
                    <a:pt x="12" y="11637"/>
                    <a:pt x="84" y="11744"/>
                    <a:pt x="191" y="11804"/>
                  </a:cubicBezTo>
                  <a:lnTo>
                    <a:pt x="55484" y="43724"/>
                  </a:lnTo>
                  <a:cubicBezTo>
                    <a:pt x="55647" y="43795"/>
                    <a:pt x="55822" y="43831"/>
                    <a:pt x="55998" y="43831"/>
                  </a:cubicBezTo>
                  <a:cubicBezTo>
                    <a:pt x="56207" y="43831"/>
                    <a:pt x="56415" y="43780"/>
                    <a:pt x="56603" y="43677"/>
                  </a:cubicBezTo>
                  <a:lnTo>
                    <a:pt x="75641" y="32687"/>
                  </a:lnTo>
                  <a:cubicBezTo>
                    <a:pt x="75796" y="32616"/>
                    <a:pt x="75891" y="32485"/>
                    <a:pt x="75915" y="32318"/>
                  </a:cubicBezTo>
                  <a:cubicBezTo>
                    <a:pt x="75903" y="32199"/>
                    <a:pt x="75831" y="32080"/>
                    <a:pt x="75724" y="32032"/>
                  </a:cubicBezTo>
                  <a:lnTo>
                    <a:pt x="20432" y="112"/>
                  </a:lnTo>
                  <a:cubicBezTo>
                    <a:pt x="20303" y="37"/>
                    <a:pt x="20131" y="0"/>
                    <a:pt x="19950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15"/>
            <p:cNvSpPr/>
            <p:nvPr/>
          </p:nvSpPr>
          <p:spPr>
            <a:xfrm>
              <a:off x="2643763" y="3070150"/>
              <a:ext cx="1853825" cy="1070400"/>
            </a:xfrm>
            <a:custGeom>
              <a:avLst/>
              <a:gdLst/>
              <a:ahLst/>
              <a:cxnLst/>
              <a:rect l="l" t="t" r="r" b="b"/>
              <a:pathLst>
                <a:path w="74153" h="42816" extrusionOk="0">
                  <a:moveTo>
                    <a:pt x="54841" y="42732"/>
                  </a:moveTo>
                  <a:lnTo>
                    <a:pt x="156" y="11157"/>
                  </a:lnTo>
                  <a:cubicBezTo>
                    <a:pt x="1" y="11073"/>
                    <a:pt x="25" y="10931"/>
                    <a:pt x="191" y="10823"/>
                  </a:cubicBezTo>
                  <a:lnTo>
                    <a:pt x="18741" y="108"/>
                  </a:lnTo>
                  <a:cubicBezTo>
                    <a:pt x="18920" y="13"/>
                    <a:pt x="19134" y="1"/>
                    <a:pt x="19313" y="84"/>
                  </a:cubicBezTo>
                  <a:lnTo>
                    <a:pt x="74010" y="31671"/>
                  </a:lnTo>
                  <a:cubicBezTo>
                    <a:pt x="74153" y="31755"/>
                    <a:pt x="74129" y="31897"/>
                    <a:pt x="73962" y="31993"/>
                  </a:cubicBezTo>
                  <a:lnTo>
                    <a:pt x="55413" y="42708"/>
                  </a:lnTo>
                  <a:cubicBezTo>
                    <a:pt x="55234" y="42815"/>
                    <a:pt x="55020" y="42815"/>
                    <a:pt x="54841" y="42732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37" name="Google Shape;1137;p15"/>
            <p:cNvGrpSpPr/>
            <p:nvPr/>
          </p:nvGrpSpPr>
          <p:grpSpPr>
            <a:xfrm>
              <a:off x="2723238" y="3123575"/>
              <a:ext cx="1675550" cy="965475"/>
              <a:chOff x="2723238" y="3123575"/>
              <a:chExt cx="1675550" cy="965475"/>
            </a:xfrm>
          </p:grpSpPr>
          <p:sp>
            <p:nvSpPr>
              <p:cNvPr id="1138" name="Google Shape;1138;p15"/>
              <p:cNvSpPr/>
              <p:nvPr/>
            </p:nvSpPr>
            <p:spPr>
              <a:xfrm>
                <a:off x="3065263" y="3123575"/>
                <a:ext cx="141100" cy="79225"/>
              </a:xfrm>
              <a:custGeom>
                <a:avLst/>
                <a:gdLst/>
                <a:ahLst/>
                <a:cxnLst/>
                <a:rect l="l" t="t" r="r" b="b"/>
                <a:pathLst>
                  <a:path w="5644" h="3169" extrusionOk="0">
                    <a:moveTo>
                      <a:pt x="2190" y="0"/>
                    </a:moveTo>
                    <a:cubicBezTo>
                      <a:pt x="2018" y="0"/>
                      <a:pt x="1846" y="42"/>
                      <a:pt x="1691" y="126"/>
                    </a:cubicBezTo>
                    <a:lnTo>
                      <a:pt x="310" y="924"/>
                    </a:lnTo>
                    <a:cubicBezTo>
                      <a:pt x="36" y="1090"/>
                      <a:pt x="0" y="1328"/>
                      <a:pt x="238" y="1459"/>
                    </a:cubicBezTo>
                    <a:lnTo>
                      <a:pt x="3036" y="3079"/>
                    </a:lnTo>
                    <a:cubicBezTo>
                      <a:pt x="3173" y="3139"/>
                      <a:pt x="3317" y="3169"/>
                      <a:pt x="3460" y="3169"/>
                    </a:cubicBezTo>
                    <a:cubicBezTo>
                      <a:pt x="3629" y="3169"/>
                      <a:pt x="3798" y="3127"/>
                      <a:pt x="3953" y="3043"/>
                    </a:cubicBezTo>
                    <a:lnTo>
                      <a:pt x="5346" y="2233"/>
                    </a:lnTo>
                    <a:cubicBezTo>
                      <a:pt x="5620" y="2067"/>
                      <a:pt x="5644" y="1828"/>
                      <a:pt x="5406" y="1697"/>
                    </a:cubicBezTo>
                    <a:lnTo>
                      <a:pt x="2619" y="90"/>
                    </a:lnTo>
                    <a:cubicBezTo>
                      <a:pt x="2483" y="30"/>
                      <a:pt x="2337" y="0"/>
                      <a:pt x="219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15"/>
              <p:cNvSpPr/>
              <p:nvPr/>
            </p:nvSpPr>
            <p:spPr>
              <a:xfrm>
                <a:off x="3197713" y="3200100"/>
                <a:ext cx="141100" cy="79200"/>
              </a:xfrm>
              <a:custGeom>
                <a:avLst/>
                <a:gdLst/>
                <a:ahLst/>
                <a:cxnLst/>
                <a:rect l="l" t="t" r="r" b="b"/>
                <a:pathLst>
                  <a:path w="5644" h="3168" extrusionOk="0">
                    <a:moveTo>
                      <a:pt x="2199" y="0"/>
                    </a:moveTo>
                    <a:cubicBezTo>
                      <a:pt x="2023" y="0"/>
                      <a:pt x="1848" y="45"/>
                      <a:pt x="1691" y="137"/>
                    </a:cubicBezTo>
                    <a:lnTo>
                      <a:pt x="310" y="934"/>
                    </a:lnTo>
                    <a:cubicBezTo>
                      <a:pt x="36" y="1089"/>
                      <a:pt x="0" y="1327"/>
                      <a:pt x="239" y="1470"/>
                    </a:cubicBezTo>
                    <a:lnTo>
                      <a:pt x="3036" y="3077"/>
                    </a:lnTo>
                    <a:cubicBezTo>
                      <a:pt x="3173" y="3137"/>
                      <a:pt x="3317" y="3167"/>
                      <a:pt x="3460" y="3167"/>
                    </a:cubicBezTo>
                    <a:cubicBezTo>
                      <a:pt x="3630" y="3167"/>
                      <a:pt x="3798" y="3126"/>
                      <a:pt x="3953" y="3042"/>
                    </a:cubicBezTo>
                    <a:lnTo>
                      <a:pt x="5346" y="2244"/>
                    </a:lnTo>
                    <a:cubicBezTo>
                      <a:pt x="5620" y="2077"/>
                      <a:pt x="5644" y="1839"/>
                      <a:pt x="5406" y="1708"/>
                    </a:cubicBezTo>
                    <a:lnTo>
                      <a:pt x="2620" y="89"/>
                    </a:lnTo>
                    <a:cubicBezTo>
                      <a:pt x="2486" y="30"/>
                      <a:pt x="2342" y="0"/>
                      <a:pt x="219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15"/>
              <p:cNvSpPr/>
              <p:nvPr/>
            </p:nvSpPr>
            <p:spPr>
              <a:xfrm>
                <a:off x="3330463" y="3276550"/>
                <a:ext cx="140825" cy="79075"/>
              </a:xfrm>
              <a:custGeom>
                <a:avLst/>
                <a:gdLst/>
                <a:ahLst/>
                <a:cxnLst/>
                <a:rect l="l" t="t" r="r" b="b"/>
                <a:pathLst>
                  <a:path w="5633" h="3163" extrusionOk="0">
                    <a:moveTo>
                      <a:pt x="2179" y="1"/>
                    </a:moveTo>
                    <a:cubicBezTo>
                      <a:pt x="2006" y="1"/>
                      <a:pt x="1834" y="43"/>
                      <a:pt x="1679" y="127"/>
                    </a:cubicBezTo>
                    <a:lnTo>
                      <a:pt x="298" y="924"/>
                    </a:lnTo>
                    <a:cubicBezTo>
                      <a:pt x="24" y="1091"/>
                      <a:pt x="1" y="1329"/>
                      <a:pt x="227" y="1460"/>
                    </a:cubicBezTo>
                    <a:lnTo>
                      <a:pt x="3025" y="3067"/>
                    </a:lnTo>
                    <a:cubicBezTo>
                      <a:pt x="3159" y="3132"/>
                      <a:pt x="3300" y="3162"/>
                      <a:pt x="3441" y="3162"/>
                    </a:cubicBezTo>
                    <a:cubicBezTo>
                      <a:pt x="3613" y="3162"/>
                      <a:pt x="3784" y="3117"/>
                      <a:pt x="3942" y="3032"/>
                    </a:cubicBezTo>
                    <a:lnTo>
                      <a:pt x="5335" y="2234"/>
                    </a:lnTo>
                    <a:cubicBezTo>
                      <a:pt x="5608" y="2079"/>
                      <a:pt x="5632" y="1841"/>
                      <a:pt x="5394" y="1698"/>
                    </a:cubicBezTo>
                    <a:lnTo>
                      <a:pt x="2608" y="91"/>
                    </a:lnTo>
                    <a:cubicBezTo>
                      <a:pt x="2472" y="31"/>
                      <a:pt x="2325" y="1"/>
                      <a:pt x="217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15"/>
              <p:cNvSpPr/>
              <p:nvPr/>
            </p:nvSpPr>
            <p:spPr>
              <a:xfrm>
                <a:off x="3462613" y="3353050"/>
                <a:ext cx="141125" cy="79075"/>
              </a:xfrm>
              <a:custGeom>
                <a:avLst/>
                <a:gdLst/>
                <a:ahLst/>
                <a:cxnLst/>
                <a:rect l="l" t="t" r="r" b="b"/>
                <a:pathLst>
                  <a:path w="5645" h="3163" extrusionOk="0">
                    <a:moveTo>
                      <a:pt x="2191" y="1"/>
                    </a:moveTo>
                    <a:cubicBezTo>
                      <a:pt x="2019" y="1"/>
                      <a:pt x="1846" y="43"/>
                      <a:pt x="1692" y="127"/>
                    </a:cubicBezTo>
                    <a:lnTo>
                      <a:pt x="311" y="924"/>
                    </a:lnTo>
                    <a:cubicBezTo>
                      <a:pt x="37" y="1091"/>
                      <a:pt x="1" y="1329"/>
                      <a:pt x="239" y="1460"/>
                    </a:cubicBezTo>
                    <a:lnTo>
                      <a:pt x="3037" y="3067"/>
                    </a:lnTo>
                    <a:cubicBezTo>
                      <a:pt x="3171" y="3132"/>
                      <a:pt x="3315" y="3162"/>
                      <a:pt x="3458" y="3162"/>
                    </a:cubicBezTo>
                    <a:cubicBezTo>
                      <a:pt x="3634" y="3162"/>
                      <a:pt x="3809" y="3117"/>
                      <a:pt x="3966" y="3032"/>
                    </a:cubicBezTo>
                    <a:lnTo>
                      <a:pt x="5347" y="2234"/>
                    </a:lnTo>
                    <a:cubicBezTo>
                      <a:pt x="5609" y="2079"/>
                      <a:pt x="5645" y="1841"/>
                      <a:pt x="5406" y="1698"/>
                    </a:cubicBezTo>
                    <a:lnTo>
                      <a:pt x="2620" y="91"/>
                    </a:lnTo>
                    <a:cubicBezTo>
                      <a:pt x="2484" y="31"/>
                      <a:pt x="2337" y="1"/>
                      <a:pt x="219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15"/>
              <p:cNvSpPr/>
              <p:nvPr/>
            </p:nvSpPr>
            <p:spPr>
              <a:xfrm>
                <a:off x="3595388" y="3429425"/>
                <a:ext cx="140800" cy="79200"/>
              </a:xfrm>
              <a:custGeom>
                <a:avLst/>
                <a:gdLst/>
                <a:ahLst/>
                <a:cxnLst/>
                <a:rect l="l" t="t" r="r" b="b"/>
                <a:pathLst>
                  <a:path w="5632" h="3168" extrusionOk="0">
                    <a:moveTo>
                      <a:pt x="2187" y="1"/>
                    </a:moveTo>
                    <a:cubicBezTo>
                      <a:pt x="2013" y="1"/>
                      <a:pt x="1841" y="46"/>
                      <a:pt x="1691" y="131"/>
                    </a:cubicBezTo>
                    <a:lnTo>
                      <a:pt x="298" y="929"/>
                    </a:lnTo>
                    <a:cubicBezTo>
                      <a:pt x="24" y="1096"/>
                      <a:pt x="0" y="1334"/>
                      <a:pt x="238" y="1465"/>
                    </a:cubicBezTo>
                    <a:lnTo>
                      <a:pt x="3024" y="3072"/>
                    </a:lnTo>
                    <a:cubicBezTo>
                      <a:pt x="3158" y="3137"/>
                      <a:pt x="3302" y="3167"/>
                      <a:pt x="3446" y="3167"/>
                    </a:cubicBezTo>
                    <a:cubicBezTo>
                      <a:pt x="3621" y="3167"/>
                      <a:pt x="3796" y="3122"/>
                      <a:pt x="3953" y="3037"/>
                    </a:cubicBezTo>
                    <a:lnTo>
                      <a:pt x="5334" y="2239"/>
                    </a:lnTo>
                    <a:cubicBezTo>
                      <a:pt x="5608" y="2084"/>
                      <a:pt x="5632" y="1846"/>
                      <a:pt x="5406" y="1703"/>
                    </a:cubicBezTo>
                    <a:lnTo>
                      <a:pt x="2608" y="96"/>
                    </a:lnTo>
                    <a:cubicBezTo>
                      <a:pt x="2474" y="31"/>
                      <a:pt x="2330" y="1"/>
                      <a:pt x="218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15"/>
              <p:cNvSpPr/>
              <p:nvPr/>
            </p:nvSpPr>
            <p:spPr>
              <a:xfrm>
                <a:off x="3727838" y="3505775"/>
                <a:ext cx="141100" cy="79325"/>
              </a:xfrm>
              <a:custGeom>
                <a:avLst/>
                <a:gdLst/>
                <a:ahLst/>
                <a:cxnLst/>
                <a:rect l="l" t="t" r="r" b="b"/>
                <a:pathLst>
                  <a:path w="5644" h="3173" extrusionOk="0">
                    <a:moveTo>
                      <a:pt x="2188" y="1"/>
                    </a:moveTo>
                    <a:cubicBezTo>
                      <a:pt x="2014" y="1"/>
                      <a:pt x="1842" y="46"/>
                      <a:pt x="1691" y="137"/>
                    </a:cubicBezTo>
                    <a:lnTo>
                      <a:pt x="298" y="935"/>
                    </a:lnTo>
                    <a:cubicBezTo>
                      <a:pt x="24" y="1090"/>
                      <a:pt x="0" y="1328"/>
                      <a:pt x="239" y="1471"/>
                    </a:cubicBezTo>
                    <a:lnTo>
                      <a:pt x="3025" y="3078"/>
                    </a:lnTo>
                    <a:cubicBezTo>
                      <a:pt x="3159" y="3142"/>
                      <a:pt x="3302" y="3173"/>
                      <a:pt x="3446" y="3173"/>
                    </a:cubicBezTo>
                    <a:cubicBezTo>
                      <a:pt x="3621" y="3173"/>
                      <a:pt x="3796" y="3128"/>
                      <a:pt x="3953" y="3042"/>
                    </a:cubicBezTo>
                    <a:lnTo>
                      <a:pt x="5334" y="2245"/>
                    </a:lnTo>
                    <a:cubicBezTo>
                      <a:pt x="5608" y="2090"/>
                      <a:pt x="5644" y="1852"/>
                      <a:pt x="5406" y="1709"/>
                    </a:cubicBezTo>
                    <a:lnTo>
                      <a:pt x="2608" y="90"/>
                    </a:lnTo>
                    <a:cubicBezTo>
                      <a:pt x="2474" y="31"/>
                      <a:pt x="2330" y="1"/>
                      <a:pt x="218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15"/>
              <p:cNvSpPr/>
              <p:nvPr/>
            </p:nvSpPr>
            <p:spPr>
              <a:xfrm>
                <a:off x="3860288" y="3582425"/>
                <a:ext cx="141125" cy="79175"/>
              </a:xfrm>
              <a:custGeom>
                <a:avLst/>
                <a:gdLst/>
                <a:ahLst/>
                <a:cxnLst/>
                <a:rect l="l" t="t" r="r" b="b"/>
                <a:pathLst>
                  <a:path w="5645" h="3167" extrusionOk="0">
                    <a:moveTo>
                      <a:pt x="2188" y="1"/>
                    </a:moveTo>
                    <a:cubicBezTo>
                      <a:pt x="2014" y="1"/>
                      <a:pt x="1842" y="46"/>
                      <a:pt x="1691" y="131"/>
                    </a:cubicBezTo>
                    <a:lnTo>
                      <a:pt x="298" y="929"/>
                    </a:lnTo>
                    <a:cubicBezTo>
                      <a:pt x="25" y="1084"/>
                      <a:pt x="1" y="1322"/>
                      <a:pt x="239" y="1465"/>
                    </a:cubicBezTo>
                    <a:lnTo>
                      <a:pt x="3025" y="3072"/>
                    </a:lnTo>
                    <a:cubicBezTo>
                      <a:pt x="3159" y="3136"/>
                      <a:pt x="3303" y="3167"/>
                      <a:pt x="3446" y="3167"/>
                    </a:cubicBezTo>
                    <a:cubicBezTo>
                      <a:pt x="3621" y="3167"/>
                      <a:pt x="3796" y="3121"/>
                      <a:pt x="3954" y="3036"/>
                    </a:cubicBezTo>
                    <a:lnTo>
                      <a:pt x="5335" y="2239"/>
                    </a:lnTo>
                    <a:cubicBezTo>
                      <a:pt x="5609" y="2084"/>
                      <a:pt x="5644" y="1846"/>
                      <a:pt x="5406" y="1703"/>
                    </a:cubicBezTo>
                    <a:lnTo>
                      <a:pt x="2608" y="95"/>
                    </a:lnTo>
                    <a:cubicBezTo>
                      <a:pt x="2474" y="31"/>
                      <a:pt x="2330" y="1"/>
                      <a:pt x="218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15"/>
              <p:cNvSpPr/>
              <p:nvPr/>
            </p:nvSpPr>
            <p:spPr>
              <a:xfrm>
                <a:off x="3992738" y="3658925"/>
                <a:ext cx="141125" cy="79175"/>
              </a:xfrm>
              <a:custGeom>
                <a:avLst/>
                <a:gdLst/>
                <a:ahLst/>
                <a:cxnLst/>
                <a:rect l="l" t="t" r="r" b="b"/>
                <a:pathLst>
                  <a:path w="5645" h="3167" extrusionOk="0">
                    <a:moveTo>
                      <a:pt x="2192" y="1"/>
                    </a:moveTo>
                    <a:cubicBezTo>
                      <a:pt x="2020" y="1"/>
                      <a:pt x="1849" y="46"/>
                      <a:pt x="1692" y="131"/>
                    </a:cubicBezTo>
                    <a:lnTo>
                      <a:pt x="299" y="929"/>
                    </a:lnTo>
                    <a:cubicBezTo>
                      <a:pt x="25" y="1084"/>
                      <a:pt x="1" y="1322"/>
                      <a:pt x="239" y="1465"/>
                    </a:cubicBezTo>
                    <a:lnTo>
                      <a:pt x="3025" y="3072"/>
                    </a:lnTo>
                    <a:cubicBezTo>
                      <a:pt x="3159" y="3136"/>
                      <a:pt x="3303" y="3167"/>
                      <a:pt x="3446" y="3167"/>
                    </a:cubicBezTo>
                    <a:cubicBezTo>
                      <a:pt x="3622" y="3167"/>
                      <a:pt x="3797" y="3121"/>
                      <a:pt x="3954" y="3036"/>
                    </a:cubicBezTo>
                    <a:lnTo>
                      <a:pt x="5335" y="2239"/>
                    </a:lnTo>
                    <a:cubicBezTo>
                      <a:pt x="5609" y="2084"/>
                      <a:pt x="5645" y="1834"/>
                      <a:pt x="5406" y="1703"/>
                    </a:cubicBezTo>
                    <a:lnTo>
                      <a:pt x="2608" y="95"/>
                    </a:lnTo>
                    <a:cubicBezTo>
                      <a:pt x="2474" y="31"/>
                      <a:pt x="2333" y="1"/>
                      <a:pt x="219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15"/>
              <p:cNvSpPr/>
              <p:nvPr/>
            </p:nvSpPr>
            <p:spPr>
              <a:xfrm>
                <a:off x="4125213" y="3735425"/>
                <a:ext cx="141100" cy="79050"/>
              </a:xfrm>
              <a:custGeom>
                <a:avLst/>
                <a:gdLst/>
                <a:ahLst/>
                <a:cxnLst/>
                <a:rect l="l" t="t" r="r" b="b"/>
                <a:pathLst>
                  <a:path w="5644" h="3162" extrusionOk="0">
                    <a:moveTo>
                      <a:pt x="2192" y="0"/>
                    </a:moveTo>
                    <a:cubicBezTo>
                      <a:pt x="2019" y="0"/>
                      <a:pt x="1848" y="46"/>
                      <a:pt x="1691" y="131"/>
                    </a:cubicBezTo>
                    <a:lnTo>
                      <a:pt x="298" y="929"/>
                    </a:lnTo>
                    <a:cubicBezTo>
                      <a:pt x="36" y="1084"/>
                      <a:pt x="0" y="1322"/>
                      <a:pt x="238" y="1464"/>
                    </a:cubicBezTo>
                    <a:lnTo>
                      <a:pt x="3024" y="3072"/>
                    </a:lnTo>
                    <a:cubicBezTo>
                      <a:pt x="3161" y="3132"/>
                      <a:pt x="3307" y="3162"/>
                      <a:pt x="3453" y="3162"/>
                    </a:cubicBezTo>
                    <a:cubicBezTo>
                      <a:pt x="3626" y="3162"/>
                      <a:pt x="3798" y="3120"/>
                      <a:pt x="3953" y="3036"/>
                    </a:cubicBezTo>
                    <a:lnTo>
                      <a:pt x="5334" y="2238"/>
                    </a:lnTo>
                    <a:cubicBezTo>
                      <a:pt x="5608" y="2084"/>
                      <a:pt x="5644" y="1845"/>
                      <a:pt x="5406" y="1703"/>
                    </a:cubicBezTo>
                    <a:lnTo>
                      <a:pt x="2608" y="95"/>
                    </a:lnTo>
                    <a:cubicBezTo>
                      <a:pt x="2474" y="31"/>
                      <a:pt x="2332" y="0"/>
                      <a:pt x="219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15"/>
              <p:cNvSpPr/>
              <p:nvPr/>
            </p:nvSpPr>
            <p:spPr>
              <a:xfrm>
                <a:off x="4257663" y="3811925"/>
                <a:ext cx="141125" cy="79050"/>
              </a:xfrm>
              <a:custGeom>
                <a:avLst/>
                <a:gdLst/>
                <a:ahLst/>
                <a:cxnLst/>
                <a:rect l="l" t="t" r="r" b="b"/>
                <a:pathLst>
                  <a:path w="5645" h="3162" extrusionOk="0">
                    <a:moveTo>
                      <a:pt x="2192" y="0"/>
                    </a:moveTo>
                    <a:cubicBezTo>
                      <a:pt x="2020" y="0"/>
                      <a:pt x="1848" y="46"/>
                      <a:pt x="1691" y="131"/>
                    </a:cubicBezTo>
                    <a:lnTo>
                      <a:pt x="310" y="929"/>
                    </a:lnTo>
                    <a:cubicBezTo>
                      <a:pt x="36" y="1083"/>
                      <a:pt x="1" y="1322"/>
                      <a:pt x="239" y="1464"/>
                    </a:cubicBezTo>
                    <a:lnTo>
                      <a:pt x="3037" y="3072"/>
                    </a:lnTo>
                    <a:cubicBezTo>
                      <a:pt x="3168" y="3132"/>
                      <a:pt x="3311" y="3162"/>
                      <a:pt x="3456" y="3162"/>
                    </a:cubicBezTo>
                    <a:cubicBezTo>
                      <a:pt x="3626" y="3162"/>
                      <a:pt x="3799" y="3120"/>
                      <a:pt x="3953" y="3036"/>
                    </a:cubicBezTo>
                    <a:lnTo>
                      <a:pt x="5335" y="2226"/>
                    </a:lnTo>
                    <a:cubicBezTo>
                      <a:pt x="5608" y="2072"/>
                      <a:pt x="5644" y="1833"/>
                      <a:pt x="5406" y="1703"/>
                    </a:cubicBezTo>
                    <a:lnTo>
                      <a:pt x="2608" y="95"/>
                    </a:lnTo>
                    <a:cubicBezTo>
                      <a:pt x="2474" y="31"/>
                      <a:pt x="2333" y="0"/>
                      <a:pt x="219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" name="Google Shape;1148;p15"/>
              <p:cNvSpPr/>
              <p:nvPr/>
            </p:nvSpPr>
            <p:spPr>
              <a:xfrm>
                <a:off x="2968213" y="3176425"/>
                <a:ext cx="145575" cy="82925"/>
              </a:xfrm>
              <a:custGeom>
                <a:avLst/>
                <a:gdLst/>
                <a:ahLst/>
                <a:cxnLst/>
                <a:rect l="l" t="t" r="r" b="b"/>
                <a:pathLst>
                  <a:path w="5823" h="3317" extrusionOk="0">
                    <a:moveTo>
                      <a:pt x="2286" y="1"/>
                    </a:moveTo>
                    <a:cubicBezTo>
                      <a:pt x="2193" y="1"/>
                      <a:pt x="2099" y="25"/>
                      <a:pt x="2013" y="72"/>
                    </a:cubicBezTo>
                    <a:lnTo>
                      <a:pt x="155" y="1143"/>
                    </a:lnTo>
                    <a:cubicBezTo>
                      <a:pt x="13" y="1226"/>
                      <a:pt x="1" y="1346"/>
                      <a:pt x="120" y="1417"/>
                    </a:cubicBezTo>
                    <a:lnTo>
                      <a:pt x="3323" y="3274"/>
                    </a:lnTo>
                    <a:cubicBezTo>
                      <a:pt x="3393" y="3302"/>
                      <a:pt x="3469" y="3316"/>
                      <a:pt x="3546" y="3316"/>
                    </a:cubicBezTo>
                    <a:cubicBezTo>
                      <a:pt x="3636" y="3316"/>
                      <a:pt x="3727" y="3296"/>
                      <a:pt x="3811" y="3251"/>
                    </a:cubicBezTo>
                    <a:lnTo>
                      <a:pt x="5668" y="2179"/>
                    </a:lnTo>
                    <a:cubicBezTo>
                      <a:pt x="5811" y="2096"/>
                      <a:pt x="5823" y="1965"/>
                      <a:pt x="5704" y="1893"/>
                    </a:cubicBezTo>
                    <a:lnTo>
                      <a:pt x="2501" y="48"/>
                    </a:lnTo>
                    <a:cubicBezTo>
                      <a:pt x="2432" y="16"/>
                      <a:pt x="2359" y="1"/>
                      <a:pt x="228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" name="Google Shape;1149;p15"/>
              <p:cNvSpPr/>
              <p:nvPr/>
            </p:nvSpPr>
            <p:spPr>
              <a:xfrm>
                <a:off x="2886963" y="3223950"/>
                <a:ext cx="201225" cy="114625"/>
              </a:xfrm>
              <a:custGeom>
                <a:avLst/>
                <a:gdLst/>
                <a:ahLst/>
                <a:cxnLst/>
                <a:rect l="l" t="t" r="r" b="b"/>
                <a:pathLst>
                  <a:path w="8049" h="4585" extrusionOk="0">
                    <a:moveTo>
                      <a:pt x="2260" y="1"/>
                    </a:moveTo>
                    <a:cubicBezTo>
                      <a:pt x="2155" y="1"/>
                      <a:pt x="2049" y="25"/>
                      <a:pt x="1953" y="76"/>
                    </a:cubicBezTo>
                    <a:lnTo>
                      <a:pt x="191" y="1100"/>
                    </a:lnTo>
                    <a:cubicBezTo>
                      <a:pt x="24" y="1195"/>
                      <a:pt x="0" y="1338"/>
                      <a:pt x="155" y="1433"/>
                    </a:cubicBezTo>
                    <a:lnTo>
                      <a:pt x="5525" y="4529"/>
                    </a:lnTo>
                    <a:cubicBezTo>
                      <a:pt x="5605" y="4566"/>
                      <a:pt x="5693" y="4584"/>
                      <a:pt x="5780" y="4584"/>
                    </a:cubicBezTo>
                    <a:cubicBezTo>
                      <a:pt x="5887" y="4584"/>
                      <a:pt x="5993" y="4557"/>
                      <a:pt x="6084" y="4505"/>
                    </a:cubicBezTo>
                    <a:lnTo>
                      <a:pt x="7858" y="3481"/>
                    </a:lnTo>
                    <a:cubicBezTo>
                      <a:pt x="8025" y="3386"/>
                      <a:pt x="8049" y="3243"/>
                      <a:pt x="7894" y="3159"/>
                    </a:cubicBezTo>
                    <a:lnTo>
                      <a:pt x="2524" y="52"/>
                    </a:lnTo>
                    <a:cubicBezTo>
                      <a:pt x="2441" y="19"/>
                      <a:pt x="2351" y="1"/>
                      <a:pt x="226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15"/>
              <p:cNvSpPr/>
              <p:nvPr/>
            </p:nvSpPr>
            <p:spPr>
              <a:xfrm>
                <a:off x="2805688" y="3271075"/>
                <a:ext cx="217325" cy="124050"/>
              </a:xfrm>
              <a:custGeom>
                <a:avLst/>
                <a:gdLst/>
                <a:ahLst/>
                <a:cxnLst/>
                <a:rect l="l" t="t" r="r" b="b"/>
                <a:pathLst>
                  <a:path w="8693" h="4962" extrusionOk="0">
                    <a:moveTo>
                      <a:pt x="2248" y="0"/>
                    </a:moveTo>
                    <a:cubicBezTo>
                      <a:pt x="2141" y="0"/>
                      <a:pt x="2036" y="27"/>
                      <a:pt x="1942" y="84"/>
                    </a:cubicBezTo>
                    <a:lnTo>
                      <a:pt x="191" y="1096"/>
                    </a:lnTo>
                    <a:cubicBezTo>
                      <a:pt x="13" y="1191"/>
                      <a:pt x="1" y="1346"/>
                      <a:pt x="144" y="1429"/>
                    </a:cubicBezTo>
                    <a:lnTo>
                      <a:pt x="6168" y="4906"/>
                    </a:lnTo>
                    <a:cubicBezTo>
                      <a:pt x="6254" y="4943"/>
                      <a:pt x="6345" y="4961"/>
                      <a:pt x="6435" y="4961"/>
                    </a:cubicBezTo>
                    <a:cubicBezTo>
                      <a:pt x="6544" y="4961"/>
                      <a:pt x="6653" y="4934"/>
                      <a:pt x="6752" y="4882"/>
                    </a:cubicBezTo>
                    <a:lnTo>
                      <a:pt x="8502" y="3882"/>
                    </a:lnTo>
                    <a:cubicBezTo>
                      <a:pt x="8669" y="3775"/>
                      <a:pt x="8692" y="3620"/>
                      <a:pt x="8538" y="3536"/>
                    </a:cubicBezTo>
                    <a:lnTo>
                      <a:pt x="2525" y="60"/>
                    </a:lnTo>
                    <a:cubicBezTo>
                      <a:pt x="2436" y="21"/>
                      <a:pt x="2341" y="0"/>
                      <a:pt x="224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15"/>
              <p:cNvSpPr/>
              <p:nvPr/>
            </p:nvSpPr>
            <p:spPr>
              <a:xfrm>
                <a:off x="4160638" y="3864775"/>
                <a:ext cx="145575" cy="82900"/>
              </a:xfrm>
              <a:custGeom>
                <a:avLst/>
                <a:gdLst/>
                <a:ahLst/>
                <a:cxnLst/>
                <a:rect l="l" t="t" r="r" b="b"/>
                <a:pathLst>
                  <a:path w="5823" h="3316" extrusionOk="0">
                    <a:moveTo>
                      <a:pt x="2255" y="1"/>
                    </a:moveTo>
                    <a:cubicBezTo>
                      <a:pt x="2170" y="1"/>
                      <a:pt x="2086" y="21"/>
                      <a:pt x="2012" y="65"/>
                    </a:cubicBezTo>
                    <a:lnTo>
                      <a:pt x="155" y="1148"/>
                    </a:lnTo>
                    <a:cubicBezTo>
                      <a:pt x="12" y="1220"/>
                      <a:pt x="0" y="1351"/>
                      <a:pt x="119" y="1422"/>
                    </a:cubicBezTo>
                    <a:lnTo>
                      <a:pt x="3322" y="3268"/>
                    </a:lnTo>
                    <a:cubicBezTo>
                      <a:pt x="3393" y="3300"/>
                      <a:pt x="3469" y="3316"/>
                      <a:pt x="3544" y="3316"/>
                    </a:cubicBezTo>
                    <a:cubicBezTo>
                      <a:pt x="3633" y="3316"/>
                      <a:pt x="3721" y="3294"/>
                      <a:pt x="3798" y="3256"/>
                    </a:cubicBezTo>
                    <a:lnTo>
                      <a:pt x="5667" y="2172"/>
                    </a:lnTo>
                    <a:cubicBezTo>
                      <a:pt x="5810" y="2089"/>
                      <a:pt x="5822" y="1970"/>
                      <a:pt x="5691" y="1898"/>
                    </a:cubicBezTo>
                    <a:lnTo>
                      <a:pt x="2489" y="53"/>
                    </a:lnTo>
                    <a:cubicBezTo>
                      <a:pt x="2414" y="19"/>
                      <a:pt x="2334" y="1"/>
                      <a:pt x="225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15"/>
              <p:cNvSpPr/>
              <p:nvPr/>
            </p:nvSpPr>
            <p:spPr>
              <a:xfrm>
                <a:off x="4023113" y="3879875"/>
                <a:ext cx="200950" cy="114525"/>
              </a:xfrm>
              <a:custGeom>
                <a:avLst/>
                <a:gdLst/>
                <a:ahLst/>
                <a:cxnLst/>
                <a:rect l="l" t="t" r="r" b="b"/>
                <a:pathLst>
                  <a:path w="8038" h="4581" extrusionOk="0">
                    <a:moveTo>
                      <a:pt x="2268" y="0"/>
                    </a:moveTo>
                    <a:cubicBezTo>
                      <a:pt x="2160" y="0"/>
                      <a:pt x="2051" y="28"/>
                      <a:pt x="1953" y="80"/>
                    </a:cubicBezTo>
                    <a:lnTo>
                      <a:pt x="191" y="1092"/>
                    </a:lnTo>
                    <a:cubicBezTo>
                      <a:pt x="24" y="1199"/>
                      <a:pt x="0" y="1342"/>
                      <a:pt x="143" y="1425"/>
                    </a:cubicBezTo>
                    <a:lnTo>
                      <a:pt x="5513" y="4521"/>
                    </a:lnTo>
                    <a:cubicBezTo>
                      <a:pt x="5597" y="4560"/>
                      <a:pt x="5688" y="4581"/>
                      <a:pt x="5780" y="4581"/>
                    </a:cubicBezTo>
                    <a:cubicBezTo>
                      <a:pt x="5885" y="4581"/>
                      <a:pt x="5990" y="4554"/>
                      <a:pt x="6085" y="4497"/>
                    </a:cubicBezTo>
                    <a:lnTo>
                      <a:pt x="7847" y="3485"/>
                    </a:lnTo>
                    <a:cubicBezTo>
                      <a:pt x="8013" y="3390"/>
                      <a:pt x="8037" y="3235"/>
                      <a:pt x="7882" y="3152"/>
                    </a:cubicBezTo>
                    <a:lnTo>
                      <a:pt x="2525" y="56"/>
                    </a:lnTo>
                    <a:cubicBezTo>
                      <a:pt x="2444" y="19"/>
                      <a:pt x="2357" y="0"/>
                      <a:pt x="22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15"/>
              <p:cNvSpPr/>
              <p:nvPr/>
            </p:nvSpPr>
            <p:spPr>
              <a:xfrm>
                <a:off x="3925188" y="3917450"/>
                <a:ext cx="217300" cy="123975"/>
              </a:xfrm>
              <a:custGeom>
                <a:avLst/>
                <a:gdLst/>
                <a:ahLst/>
                <a:cxnLst/>
                <a:rect l="l" t="t" r="r" b="b"/>
                <a:pathLst>
                  <a:path w="8692" h="4959" extrusionOk="0">
                    <a:moveTo>
                      <a:pt x="2253" y="1"/>
                    </a:moveTo>
                    <a:cubicBezTo>
                      <a:pt x="2143" y="1"/>
                      <a:pt x="2033" y="31"/>
                      <a:pt x="1929" y="89"/>
                    </a:cubicBezTo>
                    <a:lnTo>
                      <a:pt x="191" y="1089"/>
                    </a:lnTo>
                    <a:cubicBezTo>
                      <a:pt x="12" y="1184"/>
                      <a:pt x="0" y="1351"/>
                      <a:pt x="143" y="1422"/>
                    </a:cubicBezTo>
                    <a:lnTo>
                      <a:pt x="6168" y="4899"/>
                    </a:lnTo>
                    <a:cubicBezTo>
                      <a:pt x="6257" y="4938"/>
                      <a:pt x="6351" y="4959"/>
                      <a:pt x="6445" y="4959"/>
                    </a:cubicBezTo>
                    <a:cubicBezTo>
                      <a:pt x="6551" y="4959"/>
                      <a:pt x="6656" y="4932"/>
                      <a:pt x="6751" y="4875"/>
                    </a:cubicBezTo>
                    <a:lnTo>
                      <a:pt x="8501" y="3875"/>
                    </a:lnTo>
                    <a:cubicBezTo>
                      <a:pt x="8668" y="3780"/>
                      <a:pt x="8692" y="3625"/>
                      <a:pt x="8537" y="3542"/>
                    </a:cubicBezTo>
                    <a:lnTo>
                      <a:pt x="2524" y="65"/>
                    </a:lnTo>
                    <a:cubicBezTo>
                      <a:pt x="2438" y="22"/>
                      <a:pt x="2346" y="1"/>
                      <a:pt x="225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15"/>
              <p:cNvSpPr/>
              <p:nvPr/>
            </p:nvSpPr>
            <p:spPr>
              <a:xfrm>
                <a:off x="2723238" y="3317650"/>
                <a:ext cx="145875" cy="82975"/>
              </a:xfrm>
              <a:custGeom>
                <a:avLst/>
                <a:gdLst/>
                <a:ahLst/>
                <a:cxnLst/>
                <a:rect l="l" t="t" r="r" b="b"/>
                <a:pathLst>
                  <a:path w="5835" h="3319" extrusionOk="0">
                    <a:moveTo>
                      <a:pt x="2284" y="0"/>
                    </a:moveTo>
                    <a:cubicBezTo>
                      <a:pt x="2201" y="0"/>
                      <a:pt x="2120" y="21"/>
                      <a:pt x="2049" y="66"/>
                    </a:cubicBezTo>
                    <a:lnTo>
                      <a:pt x="156" y="1150"/>
                    </a:lnTo>
                    <a:cubicBezTo>
                      <a:pt x="25" y="1233"/>
                      <a:pt x="1" y="1352"/>
                      <a:pt x="120" y="1412"/>
                    </a:cubicBezTo>
                    <a:lnTo>
                      <a:pt x="3346" y="3281"/>
                    </a:lnTo>
                    <a:cubicBezTo>
                      <a:pt x="3408" y="3307"/>
                      <a:pt x="3474" y="3319"/>
                      <a:pt x="3541" y="3319"/>
                    </a:cubicBezTo>
                    <a:cubicBezTo>
                      <a:pt x="3629" y="3319"/>
                      <a:pt x="3718" y="3298"/>
                      <a:pt x="3799" y="3257"/>
                    </a:cubicBezTo>
                    <a:lnTo>
                      <a:pt x="5680" y="2174"/>
                    </a:lnTo>
                    <a:cubicBezTo>
                      <a:pt x="5823" y="2090"/>
                      <a:pt x="5835" y="1971"/>
                      <a:pt x="5716" y="1912"/>
                    </a:cubicBezTo>
                    <a:lnTo>
                      <a:pt x="2489" y="42"/>
                    </a:lnTo>
                    <a:cubicBezTo>
                      <a:pt x="2424" y="15"/>
                      <a:pt x="2353" y="0"/>
                      <a:pt x="228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15"/>
              <p:cNvSpPr/>
              <p:nvPr/>
            </p:nvSpPr>
            <p:spPr>
              <a:xfrm>
                <a:off x="2829513" y="3378950"/>
                <a:ext cx="145875" cy="83100"/>
              </a:xfrm>
              <a:custGeom>
                <a:avLst/>
                <a:gdLst/>
                <a:ahLst/>
                <a:cxnLst/>
                <a:rect l="l" t="t" r="r" b="b"/>
                <a:pathLst>
                  <a:path w="5835" h="3324" extrusionOk="0">
                    <a:moveTo>
                      <a:pt x="2289" y="1"/>
                    </a:moveTo>
                    <a:cubicBezTo>
                      <a:pt x="2207" y="1"/>
                      <a:pt x="2126" y="22"/>
                      <a:pt x="2048" y="67"/>
                    </a:cubicBezTo>
                    <a:lnTo>
                      <a:pt x="155" y="1150"/>
                    </a:lnTo>
                    <a:cubicBezTo>
                      <a:pt x="24" y="1234"/>
                      <a:pt x="0" y="1353"/>
                      <a:pt x="119" y="1412"/>
                    </a:cubicBezTo>
                    <a:lnTo>
                      <a:pt x="3346" y="3281"/>
                    </a:lnTo>
                    <a:cubicBezTo>
                      <a:pt x="3411" y="3309"/>
                      <a:pt x="3484" y="3324"/>
                      <a:pt x="3557" y="3324"/>
                    </a:cubicBezTo>
                    <a:cubicBezTo>
                      <a:pt x="3642" y="3324"/>
                      <a:pt x="3727" y="3303"/>
                      <a:pt x="3798" y="3258"/>
                    </a:cubicBezTo>
                    <a:lnTo>
                      <a:pt x="5692" y="2174"/>
                    </a:lnTo>
                    <a:cubicBezTo>
                      <a:pt x="5823" y="2091"/>
                      <a:pt x="5834" y="1972"/>
                      <a:pt x="5727" y="1912"/>
                    </a:cubicBezTo>
                    <a:lnTo>
                      <a:pt x="2501" y="43"/>
                    </a:lnTo>
                    <a:cubicBezTo>
                      <a:pt x="2430" y="16"/>
                      <a:pt x="2359" y="1"/>
                      <a:pt x="228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15"/>
              <p:cNvSpPr/>
              <p:nvPr/>
            </p:nvSpPr>
            <p:spPr>
              <a:xfrm>
                <a:off x="2935763" y="3440275"/>
                <a:ext cx="145875" cy="83100"/>
              </a:xfrm>
              <a:custGeom>
                <a:avLst/>
                <a:gdLst/>
                <a:ahLst/>
                <a:cxnLst/>
                <a:rect l="l" t="t" r="r" b="b"/>
                <a:pathLst>
                  <a:path w="5835" h="3324" extrusionOk="0">
                    <a:moveTo>
                      <a:pt x="2284" y="1"/>
                    </a:moveTo>
                    <a:cubicBezTo>
                      <a:pt x="2201" y="1"/>
                      <a:pt x="2120" y="21"/>
                      <a:pt x="2049" y="66"/>
                    </a:cubicBezTo>
                    <a:lnTo>
                      <a:pt x="156" y="1150"/>
                    </a:lnTo>
                    <a:cubicBezTo>
                      <a:pt x="25" y="1233"/>
                      <a:pt x="1" y="1352"/>
                      <a:pt x="120" y="1412"/>
                    </a:cubicBezTo>
                    <a:lnTo>
                      <a:pt x="3347" y="3281"/>
                    </a:lnTo>
                    <a:cubicBezTo>
                      <a:pt x="3412" y="3308"/>
                      <a:pt x="3482" y="3323"/>
                      <a:pt x="3553" y="3323"/>
                    </a:cubicBezTo>
                    <a:cubicBezTo>
                      <a:pt x="3637" y="3323"/>
                      <a:pt x="3722" y="3303"/>
                      <a:pt x="3799" y="3257"/>
                    </a:cubicBezTo>
                    <a:lnTo>
                      <a:pt x="5692" y="2174"/>
                    </a:lnTo>
                    <a:cubicBezTo>
                      <a:pt x="5823" y="2091"/>
                      <a:pt x="5835" y="1971"/>
                      <a:pt x="5716" y="1912"/>
                    </a:cubicBezTo>
                    <a:lnTo>
                      <a:pt x="2489" y="43"/>
                    </a:lnTo>
                    <a:cubicBezTo>
                      <a:pt x="2424" y="15"/>
                      <a:pt x="2353" y="1"/>
                      <a:pt x="228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15"/>
              <p:cNvSpPr/>
              <p:nvPr/>
            </p:nvSpPr>
            <p:spPr>
              <a:xfrm>
                <a:off x="2990838" y="3378025"/>
                <a:ext cx="121175" cy="68575"/>
              </a:xfrm>
              <a:custGeom>
                <a:avLst/>
                <a:gdLst/>
                <a:ahLst/>
                <a:cxnLst/>
                <a:rect l="l" t="t" r="r" b="b"/>
                <a:pathLst>
                  <a:path w="4847" h="2743" extrusionOk="0">
                    <a:moveTo>
                      <a:pt x="2257" y="0"/>
                    </a:moveTo>
                    <a:cubicBezTo>
                      <a:pt x="2146" y="0"/>
                      <a:pt x="2034" y="28"/>
                      <a:pt x="1929" y="80"/>
                    </a:cubicBezTo>
                    <a:lnTo>
                      <a:pt x="191" y="1092"/>
                    </a:lnTo>
                    <a:cubicBezTo>
                      <a:pt x="12" y="1199"/>
                      <a:pt x="1" y="1342"/>
                      <a:pt x="143" y="1437"/>
                    </a:cubicBezTo>
                    <a:lnTo>
                      <a:pt x="2310" y="2687"/>
                    </a:lnTo>
                    <a:cubicBezTo>
                      <a:pt x="2394" y="2724"/>
                      <a:pt x="2484" y="2742"/>
                      <a:pt x="2574" y="2742"/>
                    </a:cubicBezTo>
                    <a:cubicBezTo>
                      <a:pt x="2690" y="2742"/>
                      <a:pt x="2805" y="2712"/>
                      <a:pt x="2906" y="2652"/>
                    </a:cubicBezTo>
                    <a:lnTo>
                      <a:pt x="4656" y="1652"/>
                    </a:lnTo>
                    <a:cubicBezTo>
                      <a:pt x="4823" y="1544"/>
                      <a:pt x="4846" y="1402"/>
                      <a:pt x="4692" y="1306"/>
                    </a:cubicBezTo>
                    <a:lnTo>
                      <a:pt x="2525" y="56"/>
                    </a:lnTo>
                    <a:cubicBezTo>
                      <a:pt x="2439" y="19"/>
                      <a:pt x="2348" y="0"/>
                      <a:pt x="22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15"/>
              <p:cNvSpPr/>
              <p:nvPr/>
            </p:nvSpPr>
            <p:spPr>
              <a:xfrm>
                <a:off x="3075663" y="3426925"/>
                <a:ext cx="120875" cy="68500"/>
              </a:xfrm>
              <a:custGeom>
                <a:avLst/>
                <a:gdLst/>
                <a:ahLst/>
                <a:cxnLst/>
                <a:rect l="l" t="t" r="r" b="b"/>
                <a:pathLst>
                  <a:path w="4835" h="2740" extrusionOk="0">
                    <a:moveTo>
                      <a:pt x="2255" y="0"/>
                    </a:moveTo>
                    <a:cubicBezTo>
                      <a:pt x="2146" y="0"/>
                      <a:pt x="2039" y="30"/>
                      <a:pt x="1942" y="89"/>
                    </a:cubicBezTo>
                    <a:lnTo>
                      <a:pt x="191" y="1089"/>
                    </a:lnTo>
                    <a:cubicBezTo>
                      <a:pt x="13" y="1196"/>
                      <a:pt x="1" y="1339"/>
                      <a:pt x="156" y="1434"/>
                    </a:cubicBezTo>
                    <a:lnTo>
                      <a:pt x="2311" y="2684"/>
                    </a:lnTo>
                    <a:cubicBezTo>
                      <a:pt x="2396" y="2722"/>
                      <a:pt x="2487" y="2740"/>
                      <a:pt x="2578" y="2740"/>
                    </a:cubicBezTo>
                    <a:cubicBezTo>
                      <a:pt x="2689" y="2740"/>
                      <a:pt x="2801" y="2713"/>
                      <a:pt x="2906" y="2660"/>
                    </a:cubicBezTo>
                    <a:lnTo>
                      <a:pt x="4644" y="1648"/>
                    </a:lnTo>
                    <a:cubicBezTo>
                      <a:pt x="4823" y="1553"/>
                      <a:pt x="4835" y="1398"/>
                      <a:pt x="4692" y="1315"/>
                    </a:cubicBezTo>
                    <a:lnTo>
                      <a:pt x="2525" y="65"/>
                    </a:lnTo>
                    <a:cubicBezTo>
                      <a:pt x="2438" y="21"/>
                      <a:pt x="2346" y="0"/>
                      <a:pt x="225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15"/>
              <p:cNvSpPr/>
              <p:nvPr/>
            </p:nvSpPr>
            <p:spPr>
              <a:xfrm>
                <a:off x="3160513" y="3475950"/>
                <a:ext cx="120875" cy="68525"/>
              </a:xfrm>
              <a:custGeom>
                <a:avLst/>
                <a:gdLst/>
                <a:ahLst/>
                <a:cxnLst/>
                <a:rect l="l" t="t" r="r" b="b"/>
                <a:pathLst>
                  <a:path w="4835" h="2741" extrusionOk="0">
                    <a:moveTo>
                      <a:pt x="2258" y="1"/>
                    </a:moveTo>
                    <a:cubicBezTo>
                      <a:pt x="2148" y="1"/>
                      <a:pt x="2039" y="28"/>
                      <a:pt x="1941" y="80"/>
                    </a:cubicBezTo>
                    <a:lnTo>
                      <a:pt x="191" y="1092"/>
                    </a:lnTo>
                    <a:cubicBezTo>
                      <a:pt x="24" y="1187"/>
                      <a:pt x="0" y="1342"/>
                      <a:pt x="155" y="1426"/>
                    </a:cubicBezTo>
                    <a:lnTo>
                      <a:pt x="2322" y="2676"/>
                    </a:lnTo>
                    <a:cubicBezTo>
                      <a:pt x="2403" y="2719"/>
                      <a:pt x="2495" y="2740"/>
                      <a:pt x="2587" y="2740"/>
                    </a:cubicBezTo>
                    <a:cubicBezTo>
                      <a:pt x="2697" y="2740"/>
                      <a:pt x="2808" y="2710"/>
                      <a:pt x="2905" y="2652"/>
                    </a:cubicBezTo>
                    <a:lnTo>
                      <a:pt x="4644" y="1652"/>
                    </a:lnTo>
                    <a:cubicBezTo>
                      <a:pt x="4822" y="1545"/>
                      <a:pt x="4834" y="1402"/>
                      <a:pt x="4691" y="1306"/>
                    </a:cubicBezTo>
                    <a:lnTo>
                      <a:pt x="2524" y="56"/>
                    </a:lnTo>
                    <a:cubicBezTo>
                      <a:pt x="2438" y="19"/>
                      <a:pt x="2348" y="1"/>
                      <a:pt x="225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15"/>
              <p:cNvSpPr/>
              <p:nvPr/>
            </p:nvSpPr>
            <p:spPr>
              <a:xfrm>
                <a:off x="3245338" y="3524850"/>
                <a:ext cx="121175" cy="68500"/>
              </a:xfrm>
              <a:custGeom>
                <a:avLst/>
                <a:gdLst/>
                <a:ahLst/>
                <a:cxnLst/>
                <a:rect l="l" t="t" r="r" b="b"/>
                <a:pathLst>
                  <a:path w="4847" h="2740" extrusionOk="0">
                    <a:moveTo>
                      <a:pt x="2257" y="0"/>
                    </a:moveTo>
                    <a:cubicBezTo>
                      <a:pt x="2146" y="0"/>
                      <a:pt x="2038" y="30"/>
                      <a:pt x="1941" y="89"/>
                    </a:cubicBezTo>
                    <a:lnTo>
                      <a:pt x="191" y="1101"/>
                    </a:lnTo>
                    <a:cubicBezTo>
                      <a:pt x="24" y="1196"/>
                      <a:pt x="0" y="1351"/>
                      <a:pt x="155" y="1434"/>
                    </a:cubicBezTo>
                    <a:lnTo>
                      <a:pt x="2322" y="2684"/>
                    </a:lnTo>
                    <a:cubicBezTo>
                      <a:pt x="2408" y="2722"/>
                      <a:pt x="2498" y="2740"/>
                      <a:pt x="2588" y="2740"/>
                    </a:cubicBezTo>
                    <a:cubicBezTo>
                      <a:pt x="2698" y="2740"/>
                      <a:pt x="2807" y="2713"/>
                      <a:pt x="2906" y="2660"/>
                    </a:cubicBezTo>
                    <a:lnTo>
                      <a:pt x="4656" y="1648"/>
                    </a:lnTo>
                    <a:cubicBezTo>
                      <a:pt x="4822" y="1553"/>
                      <a:pt x="4846" y="1398"/>
                      <a:pt x="4691" y="1315"/>
                    </a:cubicBezTo>
                    <a:lnTo>
                      <a:pt x="2536" y="65"/>
                    </a:lnTo>
                    <a:cubicBezTo>
                      <a:pt x="2444" y="21"/>
                      <a:pt x="2349" y="0"/>
                      <a:pt x="22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15"/>
              <p:cNvSpPr/>
              <p:nvPr/>
            </p:nvSpPr>
            <p:spPr>
              <a:xfrm>
                <a:off x="3330463" y="3573950"/>
                <a:ext cx="120875" cy="68525"/>
              </a:xfrm>
              <a:custGeom>
                <a:avLst/>
                <a:gdLst/>
                <a:ahLst/>
                <a:cxnLst/>
                <a:rect l="l" t="t" r="r" b="b"/>
                <a:pathLst>
                  <a:path w="4835" h="2741" extrusionOk="0">
                    <a:moveTo>
                      <a:pt x="2250" y="1"/>
                    </a:moveTo>
                    <a:cubicBezTo>
                      <a:pt x="2138" y="1"/>
                      <a:pt x="2027" y="31"/>
                      <a:pt x="1929" y="89"/>
                    </a:cubicBezTo>
                    <a:lnTo>
                      <a:pt x="191" y="1089"/>
                    </a:lnTo>
                    <a:cubicBezTo>
                      <a:pt x="12" y="1196"/>
                      <a:pt x="1" y="1339"/>
                      <a:pt x="143" y="1435"/>
                    </a:cubicBezTo>
                    <a:lnTo>
                      <a:pt x="2310" y="2685"/>
                    </a:lnTo>
                    <a:cubicBezTo>
                      <a:pt x="2396" y="2722"/>
                      <a:pt x="2487" y="2740"/>
                      <a:pt x="2577" y="2740"/>
                    </a:cubicBezTo>
                    <a:cubicBezTo>
                      <a:pt x="2687" y="2740"/>
                      <a:pt x="2796" y="2713"/>
                      <a:pt x="2894" y="2661"/>
                    </a:cubicBezTo>
                    <a:lnTo>
                      <a:pt x="4644" y="1649"/>
                    </a:lnTo>
                    <a:cubicBezTo>
                      <a:pt x="4811" y="1554"/>
                      <a:pt x="4835" y="1399"/>
                      <a:pt x="4680" y="1316"/>
                    </a:cubicBezTo>
                    <a:lnTo>
                      <a:pt x="2525" y="65"/>
                    </a:lnTo>
                    <a:cubicBezTo>
                      <a:pt x="2438" y="22"/>
                      <a:pt x="2344" y="1"/>
                      <a:pt x="225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2" name="Google Shape;1162;p15"/>
              <p:cNvSpPr/>
              <p:nvPr/>
            </p:nvSpPr>
            <p:spPr>
              <a:xfrm>
                <a:off x="3415288" y="3623000"/>
                <a:ext cx="120875" cy="68500"/>
              </a:xfrm>
              <a:custGeom>
                <a:avLst/>
                <a:gdLst/>
                <a:ahLst/>
                <a:cxnLst/>
                <a:rect l="l" t="t" r="r" b="b"/>
                <a:pathLst>
                  <a:path w="4835" h="2740" extrusionOk="0">
                    <a:moveTo>
                      <a:pt x="2259" y="0"/>
                    </a:moveTo>
                    <a:cubicBezTo>
                      <a:pt x="2149" y="0"/>
                      <a:pt x="2040" y="27"/>
                      <a:pt x="1942" y="80"/>
                    </a:cubicBezTo>
                    <a:lnTo>
                      <a:pt x="191" y="1092"/>
                    </a:lnTo>
                    <a:cubicBezTo>
                      <a:pt x="13" y="1187"/>
                      <a:pt x="1" y="1342"/>
                      <a:pt x="144" y="1425"/>
                    </a:cubicBezTo>
                    <a:lnTo>
                      <a:pt x="2311" y="2675"/>
                    </a:lnTo>
                    <a:cubicBezTo>
                      <a:pt x="2398" y="2719"/>
                      <a:pt x="2489" y="2740"/>
                      <a:pt x="2582" y="2740"/>
                    </a:cubicBezTo>
                    <a:cubicBezTo>
                      <a:pt x="2692" y="2740"/>
                      <a:pt x="2802" y="2710"/>
                      <a:pt x="2906" y="2652"/>
                    </a:cubicBezTo>
                    <a:lnTo>
                      <a:pt x="4644" y="1651"/>
                    </a:lnTo>
                    <a:cubicBezTo>
                      <a:pt x="4823" y="1544"/>
                      <a:pt x="4835" y="1401"/>
                      <a:pt x="4692" y="1306"/>
                    </a:cubicBezTo>
                    <a:lnTo>
                      <a:pt x="2525" y="56"/>
                    </a:lnTo>
                    <a:cubicBezTo>
                      <a:pt x="2439" y="18"/>
                      <a:pt x="2349" y="0"/>
                      <a:pt x="225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3" name="Google Shape;1163;p15"/>
              <p:cNvSpPr/>
              <p:nvPr/>
            </p:nvSpPr>
            <p:spPr>
              <a:xfrm>
                <a:off x="3500138" y="3672100"/>
                <a:ext cx="120875" cy="68400"/>
              </a:xfrm>
              <a:custGeom>
                <a:avLst/>
                <a:gdLst/>
                <a:ahLst/>
                <a:cxnLst/>
                <a:rect l="l" t="t" r="r" b="b"/>
                <a:pathLst>
                  <a:path w="4835" h="2736" extrusionOk="0">
                    <a:moveTo>
                      <a:pt x="2257" y="1"/>
                    </a:moveTo>
                    <a:cubicBezTo>
                      <a:pt x="2146" y="1"/>
                      <a:pt x="2034" y="28"/>
                      <a:pt x="1929" y="80"/>
                    </a:cubicBezTo>
                    <a:lnTo>
                      <a:pt x="191" y="1092"/>
                    </a:lnTo>
                    <a:cubicBezTo>
                      <a:pt x="12" y="1188"/>
                      <a:pt x="0" y="1342"/>
                      <a:pt x="143" y="1426"/>
                    </a:cubicBezTo>
                    <a:lnTo>
                      <a:pt x="2310" y="2676"/>
                    </a:lnTo>
                    <a:cubicBezTo>
                      <a:pt x="2399" y="2715"/>
                      <a:pt x="2496" y="2736"/>
                      <a:pt x="2593" y="2736"/>
                    </a:cubicBezTo>
                    <a:cubicBezTo>
                      <a:pt x="2702" y="2736"/>
                      <a:pt x="2810" y="2709"/>
                      <a:pt x="2905" y="2652"/>
                    </a:cubicBezTo>
                    <a:lnTo>
                      <a:pt x="4644" y="1640"/>
                    </a:lnTo>
                    <a:cubicBezTo>
                      <a:pt x="4822" y="1545"/>
                      <a:pt x="4834" y="1390"/>
                      <a:pt x="4691" y="1307"/>
                    </a:cubicBezTo>
                    <a:lnTo>
                      <a:pt x="2524" y="57"/>
                    </a:lnTo>
                    <a:cubicBezTo>
                      <a:pt x="2438" y="19"/>
                      <a:pt x="2348" y="1"/>
                      <a:pt x="225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4" name="Google Shape;1164;p15"/>
              <p:cNvSpPr/>
              <p:nvPr/>
            </p:nvSpPr>
            <p:spPr>
              <a:xfrm>
                <a:off x="3584963" y="3721000"/>
                <a:ext cx="120875" cy="68525"/>
              </a:xfrm>
              <a:custGeom>
                <a:avLst/>
                <a:gdLst/>
                <a:ahLst/>
                <a:cxnLst/>
                <a:rect l="l" t="t" r="r" b="b"/>
                <a:pathLst>
                  <a:path w="4835" h="2741" extrusionOk="0">
                    <a:moveTo>
                      <a:pt x="2255" y="0"/>
                    </a:moveTo>
                    <a:cubicBezTo>
                      <a:pt x="2146" y="0"/>
                      <a:pt x="2038" y="31"/>
                      <a:pt x="1941" y="89"/>
                    </a:cubicBezTo>
                    <a:lnTo>
                      <a:pt x="191" y="1089"/>
                    </a:lnTo>
                    <a:cubicBezTo>
                      <a:pt x="24" y="1196"/>
                      <a:pt x="0" y="1351"/>
                      <a:pt x="155" y="1434"/>
                    </a:cubicBezTo>
                    <a:lnTo>
                      <a:pt x="2322" y="2684"/>
                    </a:lnTo>
                    <a:cubicBezTo>
                      <a:pt x="2403" y="2722"/>
                      <a:pt x="2493" y="2740"/>
                      <a:pt x="2584" y="2740"/>
                    </a:cubicBezTo>
                    <a:cubicBezTo>
                      <a:pt x="2695" y="2740"/>
                      <a:pt x="2807" y="2713"/>
                      <a:pt x="2906" y="2661"/>
                    </a:cubicBezTo>
                    <a:lnTo>
                      <a:pt x="4656" y="1661"/>
                    </a:lnTo>
                    <a:cubicBezTo>
                      <a:pt x="4822" y="1553"/>
                      <a:pt x="4834" y="1399"/>
                      <a:pt x="4691" y="1315"/>
                    </a:cubicBezTo>
                    <a:lnTo>
                      <a:pt x="2525" y="65"/>
                    </a:lnTo>
                    <a:cubicBezTo>
                      <a:pt x="2438" y="22"/>
                      <a:pt x="2346" y="0"/>
                      <a:pt x="225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15"/>
              <p:cNvSpPr/>
              <p:nvPr/>
            </p:nvSpPr>
            <p:spPr>
              <a:xfrm>
                <a:off x="3670088" y="3770225"/>
                <a:ext cx="120875" cy="68350"/>
              </a:xfrm>
              <a:custGeom>
                <a:avLst/>
                <a:gdLst/>
                <a:ahLst/>
                <a:cxnLst/>
                <a:rect l="l" t="t" r="r" b="b"/>
                <a:pathLst>
                  <a:path w="4835" h="2734" extrusionOk="0">
                    <a:moveTo>
                      <a:pt x="2246" y="1"/>
                    </a:moveTo>
                    <a:cubicBezTo>
                      <a:pt x="2139" y="1"/>
                      <a:pt x="2031" y="27"/>
                      <a:pt x="1929" y="84"/>
                    </a:cubicBezTo>
                    <a:lnTo>
                      <a:pt x="191" y="1096"/>
                    </a:lnTo>
                    <a:cubicBezTo>
                      <a:pt x="13" y="1192"/>
                      <a:pt x="1" y="1346"/>
                      <a:pt x="143" y="1430"/>
                    </a:cubicBezTo>
                    <a:lnTo>
                      <a:pt x="2310" y="2668"/>
                    </a:lnTo>
                    <a:cubicBezTo>
                      <a:pt x="2400" y="2713"/>
                      <a:pt x="2494" y="2734"/>
                      <a:pt x="2589" y="2734"/>
                    </a:cubicBezTo>
                    <a:cubicBezTo>
                      <a:pt x="2697" y="2734"/>
                      <a:pt x="2805" y="2707"/>
                      <a:pt x="2906" y="2656"/>
                    </a:cubicBezTo>
                    <a:lnTo>
                      <a:pt x="4644" y="1644"/>
                    </a:lnTo>
                    <a:cubicBezTo>
                      <a:pt x="4823" y="1549"/>
                      <a:pt x="4835" y="1394"/>
                      <a:pt x="4692" y="1311"/>
                    </a:cubicBezTo>
                    <a:lnTo>
                      <a:pt x="2525" y="61"/>
                    </a:lnTo>
                    <a:cubicBezTo>
                      <a:pt x="2435" y="22"/>
                      <a:pt x="2341" y="1"/>
                      <a:pt x="224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15"/>
              <p:cNvSpPr/>
              <p:nvPr/>
            </p:nvSpPr>
            <p:spPr>
              <a:xfrm>
                <a:off x="3754913" y="3819150"/>
                <a:ext cx="121175" cy="68400"/>
              </a:xfrm>
              <a:custGeom>
                <a:avLst/>
                <a:gdLst/>
                <a:ahLst/>
                <a:cxnLst/>
                <a:rect l="l" t="t" r="r" b="b"/>
                <a:pathLst>
                  <a:path w="4847" h="2736" extrusionOk="0">
                    <a:moveTo>
                      <a:pt x="2264" y="0"/>
                    </a:moveTo>
                    <a:cubicBezTo>
                      <a:pt x="2152" y="0"/>
                      <a:pt x="2040" y="28"/>
                      <a:pt x="1942" y="80"/>
                    </a:cubicBezTo>
                    <a:lnTo>
                      <a:pt x="191" y="1092"/>
                    </a:lnTo>
                    <a:cubicBezTo>
                      <a:pt x="13" y="1187"/>
                      <a:pt x="1" y="1342"/>
                      <a:pt x="144" y="1425"/>
                    </a:cubicBezTo>
                    <a:lnTo>
                      <a:pt x="2311" y="2676"/>
                    </a:lnTo>
                    <a:cubicBezTo>
                      <a:pt x="2400" y="2715"/>
                      <a:pt x="2497" y="2735"/>
                      <a:pt x="2593" y="2735"/>
                    </a:cubicBezTo>
                    <a:cubicBezTo>
                      <a:pt x="2703" y="2735"/>
                      <a:pt x="2811" y="2709"/>
                      <a:pt x="2906" y="2652"/>
                    </a:cubicBezTo>
                    <a:lnTo>
                      <a:pt x="4656" y="1640"/>
                    </a:lnTo>
                    <a:cubicBezTo>
                      <a:pt x="4823" y="1544"/>
                      <a:pt x="4847" y="1390"/>
                      <a:pt x="4692" y="1306"/>
                    </a:cubicBezTo>
                    <a:lnTo>
                      <a:pt x="2525" y="56"/>
                    </a:lnTo>
                    <a:cubicBezTo>
                      <a:pt x="2445" y="19"/>
                      <a:pt x="2355" y="0"/>
                      <a:pt x="226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15"/>
              <p:cNvSpPr/>
              <p:nvPr/>
            </p:nvSpPr>
            <p:spPr>
              <a:xfrm>
                <a:off x="3839763" y="3868050"/>
                <a:ext cx="120875" cy="68500"/>
              </a:xfrm>
              <a:custGeom>
                <a:avLst/>
                <a:gdLst/>
                <a:ahLst/>
                <a:cxnLst/>
                <a:rect l="l" t="t" r="r" b="b"/>
                <a:pathLst>
                  <a:path w="4835" h="2740" extrusionOk="0">
                    <a:moveTo>
                      <a:pt x="2254" y="0"/>
                    </a:moveTo>
                    <a:cubicBezTo>
                      <a:pt x="2146" y="0"/>
                      <a:pt x="2038" y="30"/>
                      <a:pt x="1941" y="89"/>
                    </a:cubicBezTo>
                    <a:lnTo>
                      <a:pt x="191" y="1089"/>
                    </a:lnTo>
                    <a:cubicBezTo>
                      <a:pt x="12" y="1196"/>
                      <a:pt x="0" y="1351"/>
                      <a:pt x="155" y="1434"/>
                    </a:cubicBezTo>
                    <a:lnTo>
                      <a:pt x="2310" y="2684"/>
                    </a:lnTo>
                    <a:cubicBezTo>
                      <a:pt x="2396" y="2722"/>
                      <a:pt x="2486" y="2740"/>
                      <a:pt x="2577" y="2740"/>
                    </a:cubicBezTo>
                    <a:cubicBezTo>
                      <a:pt x="2689" y="2740"/>
                      <a:pt x="2801" y="2713"/>
                      <a:pt x="2905" y="2660"/>
                    </a:cubicBezTo>
                    <a:lnTo>
                      <a:pt x="4644" y="1648"/>
                    </a:lnTo>
                    <a:cubicBezTo>
                      <a:pt x="4822" y="1553"/>
                      <a:pt x="4834" y="1398"/>
                      <a:pt x="4691" y="1315"/>
                    </a:cubicBezTo>
                    <a:lnTo>
                      <a:pt x="2524" y="65"/>
                    </a:lnTo>
                    <a:cubicBezTo>
                      <a:pt x="2437" y="21"/>
                      <a:pt x="2346" y="0"/>
                      <a:pt x="22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15"/>
              <p:cNvSpPr/>
              <p:nvPr/>
            </p:nvSpPr>
            <p:spPr>
              <a:xfrm>
                <a:off x="3057813" y="3322350"/>
                <a:ext cx="123550" cy="69900"/>
              </a:xfrm>
              <a:custGeom>
                <a:avLst/>
                <a:gdLst/>
                <a:ahLst/>
                <a:cxnLst/>
                <a:rect l="l" t="t" r="r" b="b"/>
                <a:pathLst>
                  <a:path w="4942" h="2796" extrusionOk="0">
                    <a:moveTo>
                      <a:pt x="2263" y="1"/>
                    </a:moveTo>
                    <a:cubicBezTo>
                      <a:pt x="2157" y="1"/>
                      <a:pt x="2051" y="28"/>
                      <a:pt x="1953" y="81"/>
                    </a:cubicBezTo>
                    <a:lnTo>
                      <a:pt x="191" y="1104"/>
                    </a:lnTo>
                    <a:cubicBezTo>
                      <a:pt x="24" y="1200"/>
                      <a:pt x="0" y="1355"/>
                      <a:pt x="143" y="1438"/>
                    </a:cubicBezTo>
                    <a:lnTo>
                      <a:pt x="2417" y="2736"/>
                    </a:lnTo>
                    <a:cubicBezTo>
                      <a:pt x="2501" y="2775"/>
                      <a:pt x="2593" y="2795"/>
                      <a:pt x="2683" y="2795"/>
                    </a:cubicBezTo>
                    <a:cubicBezTo>
                      <a:pt x="2786" y="2795"/>
                      <a:pt x="2888" y="2769"/>
                      <a:pt x="2977" y="2712"/>
                    </a:cubicBezTo>
                    <a:lnTo>
                      <a:pt x="4751" y="1700"/>
                    </a:lnTo>
                    <a:cubicBezTo>
                      <a:pt x="4918" y="1605"/>
                      <a:pt x="4942" y="1450"/>
                      <a:pt x="4787" y="1366"/>
                    </a:cubicBezTo>
                    <a:lnTo>
                      <a:pt x="2525" y="57"/>
                    </a:lnTo>
                    <a:cubicBezTo>
                      <a:pt x="2439" y="19"/>
                      <a:pt x="2351" y="1"/>
                      <a:pt x="226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9" name="Google Shape;1169;p15"/>
              <p:cNvSpPr/>
              <p:nvPr/>
            </p:nvSpPr>
            <p:spPr>
              <a:xfrm>
                <a:off x="3145313" y="3372975"/>
                <a:ext cx="123550" cy="69775"/>
              </a:xfrm>
              <a:custGeom>
                <a:avLst/>
                <a:gdLst/>
                <a:ahLst/>
                <a:cxnLst/>
                <a:rect l="l" t="t" r="r" b="b"/>
                <a:pathLst>
                  <a:path w="4942" h="2791" extrusionOk="0">
                    <a:moveTo>
                      <a:pt x="2269" y="0"/>
                    </a:moveTo>
                    <a:cubicBezTo>
                      <a:pt x="2161" y="0"/>
                      <a:pt x="2052" y="27"/>
                      <a:pt x="1954" y="80"/>
                    </a:cubicBezTo>
                    <a:lnTo>
                      <a:pt x="191" y="1104"/>
                    </a:lnTo>
                    <a:cubicBezTo>
                      <a:pt x="25" y="1199"/>
                      <a:pt x="1" y="1342"/>
                      <a:pt x="144" y="1425"/>
                    </a:cubicBezTo>
                    <a:lnTo>
                      <a:pt x="2418" y="2735"/>
                    </a:lnTo>
                    <a:cubicBezTo>
                      <a:pt x="2498" y="2772"/>
                      <a:pt x="2586" y="2790"/>
                      <a:pt x="2674" y="2790"/>
                    </a:cubicBezTo>
                    <a:cubicBezTo>
                      <a:pt x="2782" y="2790"/>
                      <a:pt x="2891" y="2763"/>
                      <a:pt x="2989" y="2711"/>
                    </a:cubicBezTo>
                    <a:lnTo>
                      <a:pt x="4751" y="1699"/>
                    </a:lnTo>
                    <a:cubicBezTo>
                      <a:pt x="4918" y="1592"/>
                      <a:pt x="4942" y="1449"/>
                      <a:pt x="4787" y="1365"/>
                    </a:cubicBezTo>
                    <a:lnTo>
                      <a:pt x="2525" y="56"/>
                    </a:lnTo>
                    <a:cubicBezTo>
                      <a:pt x="2445" y="18"/>
                      <a:pt x="2357" y="0"/>
                      <a:pt x="226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0" name="Google Shape;1170;p15"/>
              <p:cNvSpPr/>
              <p:nvPr/>
            </p:nvSpPr>
            <p:spPr>
              <a:xfrm>
                <a:off x="3232838" y="3423575"/>
                <a:ext cx="123550" cy="69775"/>
              </a:xfrm>
              <a:custGeom>
                <a:avLst/>
                <a:gdLst/>
                <a:ahLst/>
                <a:cxnLst/>
                <a:rect l="l" t="t" r="r" b="b"/>
                <a:pathLst>
                  <a:path w="4942" h="2791" extrusionOk="0">
                    <a:moveTo>
                      <a:pt x="2268" y="0"/>
                    </a:moveTo>
                    <a:cubicBezTo>
                      <a:pt x="2160" y="0"/>
                      <a:pt x="2051" y="27"/>
                      <a:pt x="1953" y="80"/>
                    </a:cubicBezTo>
                    <a:lnTo>
                      <a:pt x="191" y="1104"/>
                    </a:lnTo>
                    <a:cubicBezTo>
                      <a:pt x="24" y="1199"/>
                      <a:pt x="0" y="1342"/>
                      <a:pt x="155" y="1425"/>
                    </a:cubicBezTo>
                    <a:lnTo>
                      <a:pt x="2417" y="2735"/>
                    </a:lnTo>
                    <a:cubicBezTo>
                      <a:pt x="2498" y="2772"/>
                      <a:pt x="2585" y="2790"/>
                      <a:pt x="2674" y="2790"/>
                    </a:cubicBezTo>
                    <a:cubicBezTo>
                      <a:pt x="2782" y="2790"/>
                      <a:pt x="2891" y="2763"/>
                      <a:pt x="2989" y="2711"/>
                    </a:cubicBezTo>
                    <a:lnTo>
                      <a:pt x="4751" y="1699"/>
                    </a:lnTo>
                    <a:cubicBezTo>
                      <a:pt x="4918" y="1592"/>
                      <a:pt x="4941" y="1449"/>
                      <a:pt x="4787" y="1366"/>
                    </a:cubicBezTo>
                    <a:lnTo>
                      <a:pt x="2524" y="56"/>
                    </a:lnTo>
                    <a:cubicBezTo>
                      <a:pt x="2444" y="18"/>
                      <a:pt x="2356" y="0"/>
                      <a:pt x="22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15"/>
              <p:cNvSpPr/>
              <p:nvPr/>
            </p:nvSpPr>
            <p:spPr>
              <a:xfrm>
                <a:off x="3320338" y="3474175"/>
                <a:ext cx="123550" cy="69775"/>
              </a:xfrm>
              <a:custGeom>
                <a:avLst/>
                <a:gdLst/>
                <a:ahLst/>
                <a:cxnLst/>
                <a:rect l="l" t="t" r="r" b="b"/>
                <a:pathLst>
                  <a:path w="4942" h="2791" extrusionOk="0">
                    <a:moveTo>
                      <a:pt x="2268" y="0"/>
                    </a:moveTo>
                    <a:cubicBezTo>
                      <a:pt x="2161" y="0"/>
                      <a:pt x="2052" y="27"/>
                      <a:pt x="1953" y="80"/>
                    </a:cubicBezTo>
                    <a:lnTo>
                      <a:pt x="191" y="1104"/>
                    </a:lnTo>
                    <a:cubicBezTo>
                      <a:pt x="25" y="1199"/>
                      <a:pt x="1" y="1342"/>
                      <a:pt x="156" y="1425"/>
                    </a:cubicBezTo>
                    <a:lnTo>
                      <a:pt x="2418" y="2735"/>
                    </a:lnTo>
                    <a:cubicBezTo>
                      <a:pt x="2503" y="2772"/>
                      <a:pt x="2592" y="2791"/>
                      <a:pt x="2679" y="2791"/>
                    </a:cubicBezTo>
                    <a:cubicBezTo>
                      <a:pt x="2786" y="2791"/>
                      <a:pt x="2891" y="2763"/>
                      <a:pt x="2989" y="2711"/>
                    </a:cubicBezTo>
                    <a:lnTo>
                      <a:pt x="4751" y="1699"/>
                    </a:lnTo>
                    <a:cubicBezTo>
                      <a:pt x="4918" y="1604"/>
                      <a:pt x="4942" y="1449"/>
                      <a:pt x="4799" y="1366"/>
                    </a:cubicBezTo>
                    <a:lnTo>
                      <a:pt x="2525" y="56"/>
                    </a:lnTo>
                    <a:cubicBezTo>
                      <a:pt x="2444" y="18"/>
                      <a:pt x="2357" y="0"/>
                      <a:pt x="22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15"/>
              <p:cNvSpPr/>
              <p:nvPr/>
            </p:nvSpPr>
            <p:spPr>
              <a:xfrm>
                <a:off x="3407863" y="3524775"/>
                <a:ext cx="123550" cy="69775"/>
              </a:xfrm>
              <a:custGeom>
                <a:avLst/>
                <a:gdLst/>
                <a:ahLst/>
                <a:cxnLst/>
                <a:rect l="l" t="t" r="r" b="b"/>
                <a:pathLst>
                  <a:path w="4942" h="2791" extrusionOk="0">
                    <a:moveTo>
                      <a:pt x="2269" y="0"/>
                    </a:moveTo>
                    <a:cubicBezTo>
                      <a:pt x="2162" y="0"/>
                      <a:pt x="2056" y="27"/>
                      <a:pt x="1965" y="80"/>
                    </a:cubicBezTo>
                    <a:lnTo>
                      <a:pt x="191" y="1092"/>
                    </a:lnTo>
                    <a:cubicBezTo>
                      <a:pt x="24" y="1199"/>
                      <a:pt x="0" y="1342"/>
                      <a:pt x="155" y="1425"/>
                    </a:cubicBezTo>
                    <a:lnTo>
                      <a:pt x="2417" y="2735"/>
                    </a:lnTo>
                    <a:cubicBezTo>
                      <a:pt x="2503" y="2772"/>
                      <a:pt x="2591" y="2791"/>
                      <a:pt x="2678" y="2791"/>
                    </a:cubicBezTo>
                    <a:cubicBezTo>
                      <a:pt x="2785" y="2791"/>
                      <a:pt x="2890" y="2763"/>
                      <a:pt x="2989" y="2711"/>
                    </a:cubicBezTo>
                    <a:lnTo>
                      <a:pt x="4751" y="1687"/>
                    </a:lnTo>
                    <a:cubicBezTo>
                      <a:pt x="4929" y="1592"/>
                      <a:pt x="4941" y="1449"/>
                      <a:pt x="4798" y="1366"/>
                    </a:cubicBezTo>
                    <a:lnTo>
                      <a:pt x="2524" y="56"/>
                    </a:lnTo>
                    <a:cubicBezTo>
                      <a:pt x="2444" y="18"/>
                      <a:pt x="2356" y="0"/>
                      <a:pt x="226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15"/>
              <p:cNvSpPr/>
              <p:nvPr/>
            </p:nvSpPr>
            <p:spPr>
              <a:xfrm>
                <a:off x="3495663" y="3575275"/>
                <a:ext cx="123250" cy="69875"/>
              </a:xfrm>
              <a:custGeom>
                <a:avLst/>
                <a:gdLst/>
                <a:ahLst/>
                <a:cxnLst/>
                <a:rect l="l" t="t" r="r" b="b"/>
                <a:pathLst>
                  <a:path w="4930" h="2795" extrusionOk="0">
                    <a:moveTo>
                      <a:pt x="2253" y="0"/>
                    </a:moveTo>
                    <a:cubicBezTo>
                      <a:pt x="2150" y="0"/>
                      <a:pt x="2048" y="27"/>
                      <a:pt x="1953" y="84"/>
                    </a:cubicBezTo>
                    <a:lnTo>
                      <a:pt x="191" y="1096"/>
                    </a:lnTo>
                    <a:cubicBezTo>
                      <a:pt x="12" y="1191"/>
                      <a:pt x="1" y="1346"/>
                      <a:pt x="143" y="1429"/>
                    </a:cubicBezTo>
                    <a:lnTo>
                      <a:pt x="2406" y="2739"/>
                    </a:lnTo>
                    <a:cubicBezTo>
                      <a:pt x="2491" y="2776"/>
                      <a:pt x="2582" y="2795"/>
                      <a:pt x="2671" y="2795"/>
                    </a:cubicBezTo>
                    <a:cubicBezTo>
                      <a:pt x="2779" y="2795"/>
                      <a:pt x="2885" y="2767"/>
                      <a:pt x="2977" y="2715"/>
                    </a:cubicBezTo>
                    <a:lnTo>
                      <a:pt x="4751" y="1691"/>
                    </a:lnTo>
                    <a:cubicBezTo>
                      <a:pt x="4918" y="1596"/>
                      <a:pt x="4930" y="1441"/>
                      <a:pt x="4787" y="1370"/>
                    </a:cubicBezTo>
                    <a:lnTo>
                      <a:pt x="2525" y="60"/>
                    </a:lnTo>
                    <a:cubicBezTo>
                      <a:pt x="2435" y="21"/>
                      <a:pt x="2343" y="0"/>
                      <a:pt x="225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15"/>
              <p:cNvSpPr/>
              <p:nvPr/>
            </p:nvSpPr>
            <p:spPr>
              <a:xfrm>
                <a:off x="3583163" y="3625975"/>
                <a:ext cx="123575" cy="69775"/>
              </a:xfrm>
              <a:custGeom>
                <a:avLst/>
                <a:gdLst/>
                <a:ahLst/>
                <a:cxnLst/>
                <a:rect l="l" t="t" r="r" b="b"/>
                <a:pathLst>
                  <a:path w="4943" h="2791" extrusionOk="0">
                    <a:moveTo>
                      <a:pt x="2264" y="0"/>
                    </a:moveTo>
                    <a:cubicBezTo>
                      <a:pt x="2157" y="0"/>
                      <a:pt x="2052" y="28"/>
                      <a:pt x="1954" y="80"/>
                    </a:cubicBezTo>
                    <a:lnTo>
                      <a:pt x="191" y="1104"/>
                    </a:lnTo>
                    <a:cubicBezTo>
                      <a:pt x="13" y="1199"/>
                      <a:pt x="1" y="1342"/>
                      <a:pt x="144" y="1425"/>
                    </a:cubicBezTo>
                    <a:lnTo>
                      <a:pt x="2418" y="2735"/>
                    </a:lnTo>
                    <a:cubicBezTo>
                      <a:pt x="2498" y="2772"/>
                      <a:pt x="2586" y="2791"/>
                      <a:pt x="2674" y="2791"/>
                    </a:cubicBezTo>
                    <a:cubicBezTo>
                      <a:pt x="2782" y="2791"/>
                      <a:pt x="2891" y="2764"/>
                      <a:pt x="2989" y="2711"/>
                    </a:cubicBezTo>
                    <a:lnTo>
                      <a:pt x="4752" y="1687"/>
                    </a:lnTo>
                    <a:cubicBezTo>
                      <a:pt x="4918" y="1592"/>
                      <a:pt x="4942" y="1437"/>
                      <a:pt x="4799" y="1354"/>
                    </a:cubicBezTo>
                    <a:lnTo>
                      <a:pt x="2525" y="56"/>
                    </a:lnTo>
                    <a:cubicBezTo>
                      <a:pt x="2439" y="19"/>
                      <a:pt x="2351" y="0"/>
                      <a:pt x="226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5" name="Google Shape;1175;p15"/>
              <p:cNvSpPr/>
              <p:nvPr/>
            </p:nvSpPr>
            <p:spPr>
              <a:xfrm>
                <a:off x="3670688" y="3676275"/>
                <a:ext cx="123550" cy="69875"/>
              </a:xfrm>
              <a:custGeom>
                <a:avLst/>
                <a:gdLst/>
                <a:ahLst/>
                <a:cxnLst/>
                <a:rect l="l" t="t" r="r" b="b"/>
                <a:pathLst>
                  <a:path w="4942" h="2795" extrusionOk="0">
                    <a:moveTo>
                      <a:pt x="2268" y="0"/>
                    </a:moveTo>
                    <a:cubicBezTo>
                      <a:pt x="2160" y="0"/>
                      <a:pt x="2051" y="28"/>
                      <a:pt x="1953" y="80"/>
                    </a:cubicBezTo>
                    <a:lnTo>
                      <a:pt x="191" y="1104"/>
                    </a:lnTo>
                    <a:cubicBezTo>
                      <a:pt x="24" y="1199"/>
                      <a:pt x="0" y="1342"/>
                      <a:pt x="143" y="1425"/>
                    </a:cubicBezTo>
                    <a:lnTo>
                      <a:pt x="2417" y="2735"/>
                    </a:lnTo>
                    <a:cubicBezTo>
                      <a:pt x="2501" y="2774"/>
                      <a:pt x="2593" y="2795"/>
                      <a:pt x="2685" y="2795"/>
                    </a:cubicBezTo>
                    <a:cubicBezTo>
                      <a:pt x="2789" y="2795"/>
                      <a:pt x="2894" y="2768"/>
                      <a:pt x="2989" y="2711"/>
                    </a:cubicBezTo>
                    <a:lnTo>
                      <a:pt x="4751" y="1699"/>
                    </a:lnTo>
                    <a:cubicBezTo>
                      <a:pt x="4918" y="1604"/>
                      <a:pt x="4942" y="1449"/>
                      <a:pt x="4787" y="1366"/>
                    </a:cubicBezTo>
                    <a:lnTo>
                      <a:pt x="2525" y="56"/>
                    </a:lnTo>
                    <a:cubicBezTo>
                      <a:pt x="2444" y="19"/>
                      <a:pt x="2357" y="0"/>
                      <a:pt x="22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6" name="Google Shape;1176;p15"/>
              <p:cNvSpPr/>
              <p:nvPr/>
            </p:nvSpPr>
            <p:spPr>
              <a:xfrm>
                <a:off x="3758188" y="3726875"/>
                <a:ext cx="123550" cy="69925"/>
              </a:xfrm>
              <a:custGeom>
                <a:avLst/>
                <a:gdLst/>
                <a:ahLst/>
                <a:cxnLst/>
                <a:rect l="l" t="t" r="r" b="b"/>
                <a:pathLst>
                  <a:path w="4942" h="2797" extrusionOk="0">
                    <a:moveTo>
                      <a:pt x="2270" y="1"/>
                    </a:moveTo>
                    <a:cubicBezTo>
                      <a:pt x="2163" y="1"/>
                      <a:pt x="2057" y="28"/>
                      <a:pt x="1965" y="80"/>
                    </a:cubicBezTo>
                    <a:lnTo>
                      <a:pt x="191" y="1104"/>
                    </a:lnTo>
                    <a:cubicBezTo>
                      <a:pt x="25" y="1199"/>
                      <a:pt x="1" y="1342"/>
                      <a:pt x="156" y="1426"/>
                    </a:cubicBezTo>
                    <a:lnTo>
                      <a:pt x="2418" y="2735"/>
                    </a:lnTo>
                    <a:cubicBezTo>
                      <a:pt x="2504" y="2775"/>
                      <a:pt x="2599" y="2796"/>
                      <a:pt x="2694" y="2796"/>
                    </a:cubicBezTo>
                    <a:cubicBezTo>
                      <a:pt x="2795" y="2796"/>
                      <a:pt x="2897" y="2772"/>
                      <a:pt x="2989" y="2723"/>
                    </a:cubicBezTo>
                    <a:lnTo>
                      <a:pt x="4751" y="1699"/>
                    </a:lnTo>
                    <a:cubicBezTo>
                      <a:pt x="4918" y="1592"/>
                      <a:pt x="4942" y="1449"/>
                      <a:pt x="4787" y="1366"/>
                    </a:cubicBezTo>
                    <a:lnTo>
                      <a:pt x="2525" y="56"/>
                    </a:lnTo>
                    <a:cubicBezTo>
                      <a:pt x="2445" y="19"/>
                      <a:pt x="2357" y="1"/>
                      <a:pt x="227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7" name="Google Shape;1177;p15"/>
              <p:cNvSpPr/>
              <p:nvPr/>
            </p:nvSpPr>
            <p:spPr>
              <a:xfrm>
                <a:off x="3845713" y="3777475"/>
                <a:ext cx="123550" cy="69775"/>
              </a:xfrm>
              <a:custGeom>
                <a:avLst/>
                <a:gdLst/>
                <a:ahLst/>
                <a:cxnLst/>
                <a:rect l="l" t="t" r="r" b="b"/>
                <a:pathLst>
                  <a:path w="4942" h="2791" extrusionOk="0">
                    <a:moveTo>
                      <a:pt x="2268" y="1"/>
                    </a:moveTo>
                    <a:cubicBezTo>
                      <a:pt x="2160" y="1"/>
                      <a:pt x="2051" y="28"/>
                      <a:pt x="1953" y="80"/>
                    </a:cubicBezTo>
                    <a:lnTo>
                      <a:pt x="191" y="1104"/>
                    </a:lnTo>
                    <a:cubicBezTo>
                      <a:pt x="24" y="1199"/>
                      <a:pt x="0" y="1342"/>
                      <a:pt x="155" y="1426"/>
                    </a:cubicBezTo>
                    <a:lnTo>
                      <a:pt x="2417" y="2735"/>
                    </a:lnTo>
                    <a:cubicBezTo>
                      <a:pt x="2498" y="2773"/>
                      <a:pt x="2585" y="2791"/>
                      <a:pt x="2674" y="2791"/>
                    </a:cubicBezTo>
                    <a:cubicBezTo>
                      <a:pt x="2782" y="2791"/>
                      <a:pt x="2891" y="2764"/>
                      <a:pt x="2989" y="2711"/>
                    </a:cubicBezTo>
                    <a:lnTo>
                      <a:pt x="4751" y="1687"/>
                    </a:lnTo>
                    <a:cubicBezTo>
                      <a:pt x="4918" y="1592"/>
                      <a:pt x="4941" y="1449"/>
                      <a:pt x="4799" y="1366"/>
                    </a:cubicBezTo>
                    <a:lnTo>
                      <a:pt x="2524" y="56"/>
                    </a:lnTo>
                    <a:cubicBezTo>
                      <a:pt x="2444" y="19"/>
                      <a:pt x="2356" y="1"/>
                      <a:pt x="226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8" name="Google Shape;1178;p15"/>
              <p:cNvSpPr/>
              <p:nvPr/>
            </p:nvSpPr>
            <p:spPr>
              <a:xfrm>
                <a:off x="3933513" y="3828075"/>
                <a:ext cx="123250" cy="69800"/>
              </a:xfrm>
              <a:custGeom>
                <a:avLst/>
                <a:gdLst/>
                <a:ahLst/>
                <a:cxnLst/>
                <a:rect l="l" t="t" r="r" b="b"/>
                <a:pathLst>
                  <a:path w="4930" h="2792" extrusionOk="0">
                    <a:moveTo>
                      <a:pt x="2258" y="1"/>
                    </a:moveTo>
                    <a:cubicBezTo>
                      <a:pt x="2151" y="1"/>
                      <a:pt x="2045" y="28"/>
                      <a:pt x="1953" y="80"/>
                    </a:cubicBezTo>
                    <a:lnTo>
                      <a:pt x="179" y="1092"/>
                    </a:lnTo>
                    <a:cubicBezTo>
                      <a:pt x="13" y="1199"/>
                      <a:pt x="1" y="1342"/>
                      <a:pt x="144" y="1426"/>
                    </a:cubicBezTo>
                    <a:lnTo>
                      <a:pt x="2406" y="2735"/>
                    </a:lnTo>
                    <a:cubicBezTo>
                      <a:pt x="2491" y="2773"/>
                      <a:pt x="2582" y="2791"/>
                      <a:pt x="2672" y="2791"/>
                    </a:cubicBezTo>
                    <a:cubicBezTo>
                      <a:pt x="2782" y="2791"/>
                      <a:pt x="2891" y="2764"/>
                      <a:pt x="2989" y="2711"/>
                    </a:cubicBezTo>
                    <a:lnTo>
                      <a:pt x="4739" y="1688"/>
                    </a:lnTo>
                    <a:cubicBezTo>
                      <a:pt x="4918" y="1592"/>
                      <a:pt x="4930" y="1449"/>
                      <a:pt x="4787" y="1366"/>
                    </a:cubicBezTo>
                    <a:lnTo>
                      <a:pt x="2513" y="56"/>
                    </a:lnTo>
                    <a:cubicBezTo>
                      <a:pt x="2432" y="19"/>
                      <a:pt x="2345" y="1"/>
                      <a:pt x="225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9" name="Google Shape;1179;p15"/>
              <p:cNvSpPr/>
              <p:nvPr/>
            </p:nvSpPr>
            <p:spPr>
              <a:xfrm>
                <a:off x="3080738" y="3241325"/>
                <a:ext cx="132775" cy="75600"/>
              </a:xfrm>
              <a:custGeom>
                <a:avLst/>
                <a:gdLst/>
                <a:ahLst/>
                <a:cxnLst/>
                <a:rect l="l" t="t" r="r" b="b"/>
                <a:pathLst>
                  <a:path w="5311" h="3024" extrusionOk="0">
                    <a:moveTo>
                      <a:pt x="2285" y="0"/>
                    </a:moveTo>
                    <a:cubicBezTo>
                      <a:pt x="2192" y="0"/>
                      <a:pt x="2099" y="25"/>
                      <a:pt x="2012" y="71"/>
                    </a:cubicBezTo>
                    <a:lnTo>
                      <a:pt x="155" y="1143"/>
                    </a:lnTo>
                    <a:cubicBezTo>
                      <a:pt x="12" y="1226"/>
                      <a:pt x="0" y="1345"/>
                      <a:pt x="119" y="1417"/>
                    </a:cubicBezTo>
                    <a:lnTo>
                      <a:pt x="2810" y="2976"/>
                    </a:lnTo>
                    <a:cubicBezTo>
                      <a:pt x="2879" y="3008"/>
                      <a:pt x="2952" y="3023"/>
                      <a:pt x="3025" y="3023"/>
                    </a:cubicBezTo>
                    <a:cubicBezTo>
                      <a:pt x="3118" y="3023"/>
                      <a:pt x="3212" y="2999"/>
                      <a:pt x="3298" y="2952"/>
                    </a:cubicBezTo>
                    <a:lnTo>
                      <a:pt x="5156" y="1881"/>
                    </a:lnTo>
                    <a:cubicBezTo>
                      <a:pt x="5299" y="1798"/>
                      <a:pt x="5310" y="1678"/>
                      <a:pt x="5191" y="1607"/>
                    </a:cubicBezTo>
                    <a:lnTo>
                      <a:pt x="2501" y="47"/>
                    </a:lnTo>
                    <a:cubicBezTo>
                      <a:pt x="2432" y="16"/>
                      <a:pt x="2359" y="0"/>
                      <a:pt x="22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0" name="Google Shape;1180;p15"/>
              <p:cNvSpPr/>
              <p:nvPr/>
            </p:nvSpPr>
            <p:spPr>
              <a:xfrm>
                <a:off x="3178963" y="3298175"/>
                <a:ext cx="133075" cy="75600"/>
              </a:xfrm>
              <a:custGeom>
                <a:avLst/>
                <a:gdLst/>
                <a:ahLst/>
                <a:cxnLst/>
                <a:rect l="l" t="t" r="r" b="b"/>
                <a:pathLst>
                  <a:path w="5323" h="3024" extrusionOk="0">
                    <a:moveTo>
                      <a:pt x="2286" y="1"/>
                    </a:moveTo>
                    <a:cubicBezTo>
                      <a:pt x="2195" y="1"/>
                      <a:pt x="2104" y="25"/>
                      <a:pt x="2024" y="71"/>
                    </a:cubicBezTo>
                    <a:lnTo>
                      <a:pt x="155" y="1143"/>
                    </a:lnTo>
                    <a:cubicBezTo>
                      <a:pt x="12" y="1226"/>
                      <a:pt x="0" y="1345"/>
                      <a:pt x="131" y="1417"/>
                    </a:cubicBezTo>
                    <a:lnTo>
                      <a:pt x="2822" y="2976"/>
                    </a:lnTo>
                    <a:cubicBezTo>
                      <a:pt x="2891" y="3008"/>
                      <a:pt x="2964" y="3023"/>
                      <a:pt x="3036" y="3023"/>
                    </a:cubicBezTo>
                    <a:cubicBezTo>
                      <a:pt x="3128" y="3023"/>
                      <a:pt x="3219" y="2999"/>
                      <a:pt x="3298" y="2953"/>
                    </a:cubicBezTo>
                    <a:lnTo>
                      <a:pt x="5156" y="1881"/>
                    </a:lnTo>
                    <a:cubicBezTo>
                      <a:pt x="5299" y="1798"/>
                      <a:pt x="5322" y="1679"/>
                      <a:pt x="5191" y="1607"/>
                    </a:cubicBezTo>
                    <a:lnTo>
                      <a:pt x="2501" y="47"/>
                    </a:lnTo>
                    <a:cubicBezTo>
                      <a:pt x="2432" y="16"/>
                      <a:pt x="2359" y="1"/>
                      <a:pt x="228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1" name="Google Shape;1181;p15"/>
              <p:cNvSpPr/>
              <p:nvPr/>
            </p:nvSpPr>
            <p:spPr>
              <a:xfrm>
                <a:off x="3277488" y="3354900"/>
                <a:ext cx="132775" cy="75600"/>
              </a:xfrm>
              <a:custGeom>
                <a:avLst/>
                <a:gdLst/>
                <a:ahLst/>
                <a:cxnLst/>
                <a:rect l="l" t="t" r="r" b="b"/>
                <a:pathLst>
                  <a:path w="5311" h="3024" extrusionOk="0">
                    <a:moveTo>
                      <a:pt x="2256" y="0"/>
                    </a:moveTo>
                    <a:cubicBezTo>
                      <a:pt x="2170" y="0"/>
                      <a:pt x="2087" y="21"/>
                      <a:pt x="2012" y="64"/>
                    </a:cubicBezTo>
                    <a:lnTo>
                      <a:pt x="155" y="1148"/>
                    </a:lnTo>
                    <a:cubicBezTo>
                      <a:pt x="12" y="1231"/>
                      <a:pt x="0" y="1350"/>
                      <a:pt x="119" y="1422"/>
                    </a:cubicBezTo>
                    <a:lnTo>
                      <a:pt x="2810" y="2981"/>
                    </a:lnTo>
                    <a:cubicBezTo>
                      <a:pt x="2881" y="3009"/>
                      <a:pt x="2957" y="3023"/>
                      <a:pt x="3032" y="3023"/>
                    </a:cubicBezTo>
                    <a:cubicBezTo>
                      <a:pt x="3121" y="3023"/>
                      <a:pt x="3209" y="3003"/>
                      <a:pt x="3286" y="2958"/>
                    </a:cubicBezTo>
                    <a:lnTo>
                      <a:pt x="5156" y="1886"/>
                    </a:lnTo>
                    <a:cubicBezTo>
                      <a:pt x="5299" y="1803"/>
                      <a:pt x="5310" y="1672"/>
                      <a:pt x="5191" y="1600"/>
                    </a:cubicBezTo>
                    <a:lnTo>
                      <a:pt x="2489" y="53"/>
                    </a:lnTo>
                    <a:cubicBezTo>
                      <a:pt x="2414" y="18"/>
                      <a:pt x="2334" y="0"/>
                      <a:pt x="225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2" name="Google Shape;1182;p15"/>
              <p:cNvSpPr/>
              <p:nvPr/>
            </p:nvSpPr>
            <p:spPr>
              <a:xfrm>
                <a:off x="3375713" y="3411575"/>
                <a:ext cx="133075" cy="75600"/>
              </a:xfrm>
              <a:custGeom>
                <a:avLst/>
                <a:gdLst/>
                <a:ahLst/>
                <a:cxnLst/>
                <a:rect l="l" t="t" r="r" b="b"/>
                <a:pathLst>
                  <a:path w="5323" h="3024" extrusionOk="0">
                    <a:moveTo>
                      <a:pt x="2286" y="1"/>
                    </a:moveTo>
                    <a:cubicBezTo>
                      <a:pt x="2195" y="1"/>
                      <a:pt x="2104" y="25"/>
                      <a:pt x="2024" y="71"/>
                    </a:cubicBezTo>
                    <a:lnTo>
                      <a:pt x="167" y="1143"/>
                    </a:lnTo>
                    <a:cubicBezTo>
                      <a:pt x="24" y="1226"/>
                      <a:pt x="0" y="1345"/>
                      <a:pt x="131" y="1417"/>
                    </a:cubicBezTo>
                    <a:lnTo>
                      <a:pt x="2822" y="2977"/>
                    </a:lnTo>
                    <a:cubicBezTo>
                      <a:pt x="2891" y="3008"/>
                      <a:pt x="2964" y="3024"/>
                      <a:pt x="3036" y="3024"/>
                    </a:cubicBezTo>
                    <a:cubicBezTo>
                      <a:pt x="3128" y="3024"/>
                      <a:pt x="3219" y="2999"/>
                      <a:pt x="3298" y="2953"/>
                    </a:cubicBezTo>
                    <a:lnTo>
                      <a:pt x="5168" y="1881"/>
                    </a:lnTo>
                    <a:cubicBezTo>
                      <a:pt x="5311" y="1798"/>
                      <a:pt x="5322" y="1679"/>
                      <a:pt x="5203" y="1607"/>
                    </a:cubicBezTo>
                    <a:lnTo>
                      <a:pt x="2501" y="48"/>
                    </a:lnTo>
                    <a:cubicBezTo>
                      <a:pt x="2432" y="16"/>
                      <a:pt x="2359" y="1"/>
                      <a:pt x="228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3" name="Google Shape;1183;p15"/>
              <p:cNvSpPr/>
              <p:nvPr/>
            </p:nvSpPr>
            <p:spPr>
              <a:xfrm>
                <a:off x="3473938" y="3468425"/>
                <a:ext cx="133075" cy="75600"/>
              </a:xfrm>
              <a:custGeom>
                <a:avLst/>
                <a:gdLst/>
                <a:ahLst/>
                <a:cxnLst/>
                <a:rect l="l" t="t" r="r" b="b"/>
                <a:pathLst>
                  <a:path w="5323" h="3024" extrusionOk="0">
                    <a:moveTo>
                      <a:pt x="2286" y="1"/>
                    </a:moveTo>
                    <a:cubicBezTo>
                      <a:pt x="2195" y="1"/>
                      <a:pt x="2104" y="25"/>
                      <a:pt x="2024" y="72"/>
                    </a:cubicBezTo>
                    <a:lnTo>
                      <a:pt x="167" y="1143"/>
                    </a:lnTo>
                    <a:cubicBezTo>
                      <a:pt x="24" y="1226"/>
                      <a:pt x="0" y="1346"/>
                      <a:pt x="131" y="1417"/>
                    </a:cubicBezTo>
                    <a:lnTo>
                      <a:pt x="2822" y="2977"/>
                    </a:lnTo>
                    <a:cubicBezTo>
                      <a:pt x="2891" y="3008"/>
                      <a:pt x="2964" y="3024"/>
                      <a:pt x="3036" y="3024"/>
                    </a:cubicBezTo>
                    <a:cubicBezTo>
                      <a:pt x="3128" y="3024"/>
                      <a:pt x="3219" y="2999"/>
                      <a:pt x="3298" y="2953"/>
                    </a:cubicBezTo>
                    <a:lnTo>
                      <a:pt x="5168" y="1881"/>
                    </a:lnTo>
                    <a:cubicBezTo>
                      <a:pt x="5311" y="1798"/>
                      <a:pt x="5322" y="1679"/>
                      <a:pt x="5203" y="1607"/>
                    </a:cubicBezTo>
                    <a:lnTo>
                      <a:pt x="2501" y="48"/>
                    </a:lnTo>
                    <a:cubicBezTo>
                      <a:pt x="2432" y="16"/>
                      <a:pt x="2359" y="1"/>
                      <a:pt x="228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4" name="Google Shape;1184;p15"/>
              <p:cNvSpPr/>
              <p:nvPr/>
            </p:nvSpPr>
            <p:spPr>
              <a:xfrm>
                <a:off x="3572463" y="3525275"/>
                <a:ext cx="132775" cy="75600"/>
              </a:xfrm>
              <a:custGeom>
                <a:avLst/>
                <a:gdLst/>
                <a:ahLst/>
                <a:cxnLst/>
                <a:rect l="l" t="t" r="r" b="b"/>
                <a:pathLst>
                  <a:path w="5311" h="3024" extrusionOk="0">
                    <a:moveTo>
                      <a:pt x="2285" y="1"/>
                    </a:moveTo>
                    <a:cubicBezTo>
                      <a:pt x="2192" y="1"/>
                      <a:pt x="2099" y="25"/>
                      <a:pt x="2013" y="72"/>
                    </a:cubicBezTo>
                    <a:lnTo>
                      <a:pt x="155" y="1143"/>
                    </a:lnTo>
                    <a:cubicBezTo>
                      <a:pt x="12" y="1227"/>
                      <a:pt x="0" y="1346"/>
                      <a:pt x="119" y="1417"/>
                    </a:cubicBezTo>
                    <a:lnTo>
                      <a:pt x="2810" y="2977"/>
                    </a:lnTo>
                    <a:cubicBezTo>
                      <a:pt x="2879" y="3008"/>
                      <a:pt x="2952" y="3024"/>
                      <a:pt x="3026" y="3024"/>
                    </a:cubicBezTo>
                    <a:cubicBezTo>
                      <a:pt x="3118" y="3024"/>
                      <a:pt x="3212" y="2999"/>
                      <a:pt x="3298" y="2953"/>
                    </a:cubicBezTo>
                    <a:lnTo>
                      <a:pt x="5156" y="1881"/>
                    </a:lnTo>
                    <a:cubicBezTo>
                      <a:pt x="5299" y="1798"/>
                      <a:pt x="5311" y="1679"/>
                      <a:pt x="5191" y="1608"/>
                    </a:cubicBezTo>
                    <a:lnTo>
                      <a:pt x="2501" y="48"/>
                    </a:lnTo>
                    <a:cubicBezTo>
                      <a:pt x="2432" y="16"/>
                      <a:pt x="2359" y="1"/>
                      <a:pt x="228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5" name="Google Shape;1185;p15"/>
              <p:cNvSpPr/>
              <p:nvPr/>
            </p:nvSpPr>
            <p:spPr>
              <a:xfrm>
                <a:off x="3670688" y="3582000"/>
                <a:ext cx="133075" cy="75600"/>
              </a:xfrm>
              <a:custGeom>
                <a:avLst/>
                <a:gdLst/>
                <a:ahLst/>
                <a:cxnLst/>
                <a:rect l="l" t="t" r="r" b="b"/>
                <a:pathLst>
                  <a:path w="5323" h="3024" extrusionOk="0">
                    <a:moveTo>
                      <a:pt x="2268" y="1"/>
                    </a:moveTo>
                    <a:cubicBezTo>
                      <a:pt x="2182" y="1"/>
                      <a:pt x="2099" y="22"/>
                      <a:pt x="2024" y="65"/>
                    </a:cubicBezTo>
                    <a:lnTo>
                      <a:pt x="167" y="1148"/>
                    </a:lnTo>
                    <a:cubicBezTo>
                      <a:pt x="12" y="1232"/>
                      <a:pt x="0" y="1351"/>
                      <a:pt x="131" y="1422"/>
                    </a:cubicBezTo>
                    <a:lnTo>
                      <a:pt x="2822" y="2982"/>
                    </a:lnTo>
                    <a:cubicBezTo>
                      <a:pt x="2893" y="3009"/>
                      <a:pt x="2969" y="3024"/>
                      <a:pt x="3044" y="3024"/>
                    </a:cubicBezTo>
                    <a:cubicBezTo>
                      <a:pt x="3133" y="3024"/>
                      <a:pt x="3221" y="3003"/>
                      <a:pt x="3298" y="2958"/>
                    </a:cubicBezTo>
                    <a:lnTo>
                      <a:pt x="5156" y="1887"/>
                    </a:lnTo>
                    <a:cubicBezTo>
                      <a:pt x="5299" y="1803"/>
                      <a:pt x="5323" y="1672"/>
                      <a:pt x="5192" y="1601"/>
                    </a:cubicBezTo>
                    <a:lnTo>
                      <a:pt x="2501" y="53"/>
                    </a:lnTo>
                    <a:cubicBezTo>
                      <a:pt x="2426" y="19"/>
                      <a:pt x="2346" y="1"/>
                      <a:pt x="226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6" name="Google Shape;1186;p15"/>
              <p:cNvSpPr/>
              <p:nvPr/>
            </p:nvSpPr>
            <p:spPr>
              <a:xfrm>
                <a:off x="3769213" y="3638850"/>
                <a:ext cx="132775" cy="75575"/>
              </a:xfrm>
              <a:custGeom>
                <a:avLst/>
                <a:gdLst/>
                <a:ahLst/>
                <a:cxnLst/>
                <a:rect l="l" t="t" r="r" b="b"/>
                <a:pathLst>
                  <a:path w="5311" h="3023" extrusionOk="0">
                    <a:moveTo>
                      <a:pt x="2266" y="1"/>
                    </a:moveTo>
                    <a:cubicBezTo>
                      <a:pt x="2180" y="1"/>
                      <a:pt x="2093" y="22"/>
                      <a:pt x="2013" y="65"/>
                    </a:cubicBezTo>
                    <a:lnTo>
                      <a:pt x="155" y="1137"/>
                    </a:lnTo>
                    <a:cubicBezTo>
                      <a:pt x="12" y="1220"/>
                      <a:pt x="0" y="1351"/>
                      <a:pt x="119" y="1422"/>
                    </a:cubicBezTo>
                    <a:lnTo>
                      <a:pt x="2810" y="2970"/>
                    </a:lnTo>
                    <a:cubicBezTo>
                      <a:pt x="2885" y="3004"/>
                      <a:pt x="2965" y="3022"/>
                      <a:pt x="3045" y="3022"/>
                    </a:cubicBezTo>
                    <a:cubicBezTo>
                      <a:pt x="3131" y="3022"/>
                      <a:pt x="3218" y="3001"/>
                      <a:pt x="3298" y="2958"/>
                    </a:cubicBezTo>
                    <a:lnTo>
                      <a:pt x="5156" y="1875"/>
                    </a:lnTo>
                    <a:cubicBezTo>
                      <a:pt x="5299" y="1803"/>
                      <a:pt x="5311" y="1672"/>
                      <a:pt x="5192" y="1601"/>
                    </a:cubicBezTo>
                    <a:lnTo>
                      <a:pt x="2501" y="53"/>
                    </a:lnTo>
                    <a:cubicBezTo>
                      <a:pt x="2426" y="19"/>
                      <a:pt x="2346" y="1"/>
                      <a:pt x="22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7" name="Google Shape;1187;p15"/>
              <p:cNvSpPr/>
              <p:nvPr/>
            </p:nvSpPr>
            <p:spPr>
              <a:xfrm>
                <a:off x="3867438" y="3695550"/>
                <a:ext cx="132775" cy="75600"/>
              </a:xfrm>
              <a:custGeom>
                <a:avLst/>
                <a:gdLst/>
                <a:ahLst/>
                <a:cxnLst/>
                <a:rect l="l" t="t" r="r" b="b"/>
                <a:pathLst>
                  <a:path w="5311" h="3024" extrusionOk="0">
                    <a:moveTo>
                      <a:pt x="2285" y="0"/>
                    </a:moveTo>
                    <a:cubicBezTo>
                      <a:pt x="2193" y="0"/>
                      <a:pt x="2099" y="25"/>
                      <a:pt x="2013" y="71"/>
                    </a:cubicBezTo>
                    <a:lnTo>
                      <a:pt x="155" y="1143"/>
                    </a:lnTo>
                    <a:cubicBezTo>
                      <a:pt x="12" y="1226"/>
                      <a:pt x="0" y="1357"/>
                      <a:pt x="120" y="1428"/>
                    </a:cubicBezTo>
                    <a:lnTo>
                      <a:pt x="2822" y="2976"/>
                    </a:lnTo>
                    <a:cubicBezTo>
                      <a:pt x="2891" y="3008"/>
                      <a:pt x="2962" y="3023"/>
                      <a:pt x="3033" y="3023"/>
                    </a:cubicBezTo>
                    <a:cubicBezTo>
                      <a:pt x="3122" y="3023"/>
                      <a:pt x="3212" y="2999"/>
                      <a:pt x="3298" y="2952"/>
                    </a:cubicBezTo>
                    <a:lnTo>
                      <a:pt x="5156" y="1881"/>
                    </a:lnTo>
                    <a:cubicBezTo>
                      <a:pt x="5299" y="1797"/>
                      <a:pt x="5311" y="1678"/>
                      <a:pt x="5192" y="1607"/>
                    </a:cubicBezTo>
                    <a:lnTo>
                      <a:pt x="2501" y="47"/>
                    </a:lnTo>
                    <a:cubicBezTo>
                      <a:pt x="2432" y="16"/>
                      <a:pt x="2359" y="0"/>
                      <a:pt x="22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8" name="Google Shape;1188;p15"/>
              <p:cNvSpPr/>
              <p:nvPr/>
            </p:nvSpPr>
            <p:spPr>
              <a:xfrm>
                <a:off x="3965963" y="3752400"/>
                <a:ext cx="132775" cy="75600"/>
              </a:xfrm>
              <a:custGeom>
                <a:avLst/>
                <a:gdLst/>
                <a:ahLst/>
                <a:cxnLst/>
                <a:rect l="l" t="t" r="r" b="b"/>
                <a:pathLst>
                  <a:path w="5311" h="3024" extrusionOk="0">
                    <a:moveTo>
                      <a:pt x="2274" y="0"/>
                    </a:moveTo>
                    <a:cubicBezTo>
                      <a:pt x="2183" y="0"/>
                      <a:pt x="2092" y="25"/>
                      <a:pt x="2013" y="71"/>
                    </a:cubicBezTo>
                    <a:lnTo>
                      <a:pt x="155" y="1143"/>
                    </a:lnTo>
                    <a:cubicBezTo>
                      <a:pt x="12" y="1226"/>
                      <a:pt x="0" y="1345"/>
                      <a:pt x="119" y="1417"/>
                    </a:cubicBezTo>
                    <a:lnTo>
                      <a:pt x="2810" y="2976"/>
                    </a:lnTo>
                    <a:cubicBezTo>
                      <a:pt x="2879" y="3008"/>
                      <a:pt x="2952" y="3023"/>
                      <a:pt x="3025" y="3023"/>
                    </a:cubicBezTo>
                    <a:cubicBezTo>
                      <a:pt x="3116" y="3023"/>
                      <a:pt x="3207" y="2999"/>
                      <a:pt x="3287" y="2952"/>
                    </a:cubicBezTo>
                    <a:lnTo>
                      <a:pt x="5156" y="1881"/>
                    </a:lnTo>
                    <a:cubicBezTo>
                      <a:pt x="5299" y="1798"/>
                      <a:pt x="5311" y="1678"/>
                      <a:pt x="5192" y="1607"/>
                    </a:cubicBezTo>
                    <a:lnTo>
                      <a:pt x="2489" y="47"/>
                    </a:lnTo>
                    <a:cubicBezTo>
                      <a:pt x="2420" y="16"/>
                      <a:pt x="2347" y="0"/>
                      <a:pt x="227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9" name="Google Shape;1189;p15"/>
              <p:cNvSpPr/>
              <p:nvPr/>
            </p:nvSpPr>
            <p:spPr>
              <a:xfrm>
                <a:off x="4064188" y="3809250"/>
                <a:ext cx="133075" cy="75600"/>
              </a:xfrm>
              <a:custGeom>
                <a:avLst/>
                <a:gdLst/>
                <a:ahLst/>
                <a:cxnLst/>
                <a:rect l="l" t="t" r="r" b="b"/>
                <a:pathLst>
                  <a:path w="5323" h="3024" extrusionOk="0">
                    <a:moveTo>
                      <a:pt x="2286" y="0"/>
                    </a:moveTo>
                    <a:cubicBezTo>
                      <a:pt x="2195" y="0"/>
                      <a:pt x="2104" y="25"/>
                      <a:pt x="2025" y="71"/>
                    </a:cubicBezTo>
                    <a:lnTo>
                      <a:pt x="155" y="1143"/>
                    </a:lnTo>
                    <a:cubicBezTo>
                      <a:pt x="12" y="1226"/>
                      <a:pt x="0" y="1345"/>
                      <a:pt x="120" y="1417"/>
                    </a:cubicBezTo>
                    <a:lnTo>
                      <a:pt x="2822" y="2976"/>
                    </a:lnTo>
                    <a:cubicBezTo>
                      <a:pt x="2891" y="3008"/>
                      <a:pt x="2964" y="3023"/>
                      <a:pt x="3037" y="3023"/>
                    </a:cubicBezTo>
                    <a:cubicBezTo>
                      <a:pt x="3128" y="3023"/>
                      <a:pt x="3219" y="2999"/>
                      <a:pt x="3299" y="2953"/>
                    </a:cubicBezTo>
                    <a:lnTo>
                      <a:pt x="5168" y="1881"/>
                    </a:lnTo>
                    <a:cubicBezTo>
                      <a:pt x="5311" y="1798"/>
                      <a:pt x="5323" y="1667"/>
                      <a:pt x="5204" y="1607"/>
                    </a:cubicBezTo>
                    <a:lnTo>
                      <a:pt x="2501" y="47"/>
                    </a:lnTo>
                    <a:cubicBezTo>
                      <a:pt x="2432" y="16"/>
                      <a:pt x="2359" y="0"/>
                      <a:pt x="228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0" name="Google Shape;1190;p15"/>
              <p:cNvSpPr/>
              <p:nvPr/>
            </p:nvSpPr>
            <p:spPr>
              <a:xfrm>
                <a:off x="3915663" y="4005975"/>
                <a:ext cx="145875" cy="83075"/>
              </a:xfrm>
              <a:custGeom>
                <a:avLst/>
                <a:gdLst/>
                <a:ahLst/>
                <a:cxnLst/>
                <a:rect l="l" t="t" r="r" b="b"/>
                <a:pathLst>
                  <a:path w="5835" h="3323" extrusionOk="0">
                    <a:moveTo>
                      <a:pt x="2283" y="0"/>
                    </a:moveTo>
                    <a:cubicBezTo>
                      <a:pt x="2200" y="0"/>
                      <a:pt x="2119" y="22"/>
                      <a:pt x="2048" y="60"/>
                    </a:cubicBezTo>
                    <a:lnTo>
                      <a:pt x="155" y="1156"/>
                    </a:lnTo>
                    <a:cubicBezTo>
                      <a:pt x="12" y="1227"/>
                      <a:pt x="0" y="1346"/>
                      <a:pt x="119" y="1418"/>
                    </a:cubicBezTo>
                    <a:lnTo>
                      <a:pt x="3346" y="3275"/>
                    </a:lnTo>
                    <a:cubicBezTo>
                      <a:pt x="3411" y="3308"/>
                      <a:pt x="3482" y="3323"/>
                      <a:pt x="3553" y="3323"/>
                    </a:cubicBezTo>
                    <a:cubicBezTo>
                      <a:pt x="3637" y="3323"/>
                      <a:pt x="3721" y="3302"/>
                      <a:pt x="3798" y="3263"/>
                    </a:cubicBezTo>
                    <a:lnTo>
                      <a:pt x="5680" y="2168"/>
                    </a:lnTo>
                    <a:cubicBezTo>
                      <a:pt x="5811" y="2096"/>
                      <a:pt x="5834" y="1977"/>
                      <a:pt x="5715" y="1906"/>
                    </a:cubicBezTo>
                    <a:lnTo>
                      <a:pt x="2489" y="48"/>
                    </a:lnTo>
                    <a:cubicBezTo>
                      <a:pt x="2423" y="16"/>
                      <a:pt x="2353" y="0"/>
                      <a:pt x="228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1" name="Google Shape;1191;p15"/>
              <p:cNvSpPr/>
              <p:nvPr/>
            </p:nvSpPr>
            <p:spPr>
              <a:xfrm>
                <a:off x="3809388" y="3944650"/>
                <a:ext cx="145875" cy="83100"/>
              </a:xfrm>
              <a:custGeom>
                <a:avLst/>
                <a:gdLst/>
                <a:ahLst/>
                <a:cxnLst/>
                <a:rect l="l" t="t" r="r" b="b"/>
                <a:pathLst>
                  <a:path w="5835" h="3324" extrusionOk="0">
                    <a:moveTo>
                      <a:pt x="2282" y="1"/>
                    </a:moveTo>
                    <a:cubicBezTo>
                      <a:pt x="2198" y="1"/>
                      <a:pt x="2114" y="22"/>
                      <a:pt x="2037" y="61"/>
                    </a:cubicBezTo>
                    <a:lnTo>
                      <a:pt x="156" y="1156"/>
                    </a:lnTo>
                    <a:cubicBezTo>
                      <a:pt x="13" y="1227"/>
                      <a:pt x="1" y="1347"/>
                      <a:pt x="120" y="1418"/>
                    </a:cubicBezTo>
                    <a:lnTo>
                      <a:pt x="3346" y="3275"/>
                    </a:lnTo>
                    <a:cubicBezTo>
                      <a:pt x="3412" y="3308"/>
                      <a:pt x="3482" y="3323"/>
                      <a:pt x="3552" y="3323"/>
                    </a:cubicBezTo>
                    <a:cubicBezTo>
                      <a:pt x="3635" y="3323"/>
                      <a:pt x="3716" y="3302"/>
                      <a:pt x="3787" y="3263"/>
                    </a:cubicBezTo>
                    <a:lnTo>
                      <a:pt x="5680" y="2168"/>
                    </a:lnTo>
                    <a:cubicBezTo>
                      <a:pt x="5811" y="2097"/>
                      <a:pt x="5835" y="1978"/>
                      <a:pt x="5716" y="1906"/>
                    </a:cubicBezTo>
                    <a:lnTo>
                      <a:pt x="2489" y="49"/>
                    </a:lnTo>
                    <a:cubicBezTo>
                      <a:pt x="2424" y="16"/>
                      <a:pt x="2353" y="1"/>
                      <a:pt x="228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2" name="Google Shape;1192;p15"/>
              <p:cNvSpPr/>
              <p:nvPr/>
            </p:nvSpPr>
            <p:spPr>
              <a:xfrm>
                <a:off x="3703138" y="3883350"/>
                <a:ext cx="145875" cy="82950"/>
              </a:xfrm>
              <a:custGeom>
                <a:avLst/>
                <a:gdLst/>
                <a:ahLst/>
                <a:cxnLst/>
                <a:rect l="l" t="t" r="r" b="b"/>
                <a:pathLst>
                  <a:path w="5835" h="3318" extrusionOk="0">
                    <a:moveTo>
                      <a:pt x="2282" y="0"/>
                    </a:moveTo>
                    <a:cubicBezTo>
                      <a:pt x="2198" y="0"/>
                      <a:pt x="2114" y="21"/>
                      <a:pt x="2036" y="60"/>
                    </a:cubicBezTo>
                    <a:lnTo>
                      <a:pt x="143" y="1155"/>
                    </a:lnTo>
                    <a:cubicBezTo>
                      <a:pt x="12" y="1227"/>
                      <a:pt x="0" y="1346"/>
                      <a:pt x="119" y="1417"/>
                    </a:cubicBezTo>
                    <a:lnTo>
                      <a:pt x="3346" y="3275"/>
                    </a:lnTo>
                    <a:cubicBezTo>
                      <a:pt x="3414" y="3303"/>
                      <a:pt x="3488" y="3318"/>
                      <a:pt x="3560" y="3318"/>
                    </a:cubicBezTo>
                    <a:cubicBezTo>
                      <a:pt x="3640" y="3318"/>
                      <a:pt x="3718" y="3300"/>
                      <a:pt x="3786" y="3263"/>
                    </a:cubicBezTo>
                    <a:lnTo>
                      <a:pt x="5679" y="2167"/>
                    </a:lnTo>
                    <a:cubicBezTo>
                      <a:pt x="5810" y="2084"/>
                      <a:pt x="5834" y="1977"/>
                      <a:pt x="5715" y="1905"/>
                    </a:cubicBezTo>
                    <a:lnTo>
                      <a:pt x="2489" y="48"/>
                    </a:lnTo>
                    <a:cubicBezTo>
                      <a:pt x="2423" y="15"/>
                      <a:pt x="2353" y="0"/>
                      <a:pt x="228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3" name="Google Shape;1193;p15"/>
              <p:cNvSpPr/>
              <p:nvPr/>
            </p:nvSpPr>
            <p:spPr>
              <a:xfrm>
                <a:off x="3042338" y="3501700"/>
                <a:ext cx="700400" cy="403300"/>
              </a:xfrm>
              <a:custGeom>
                <a:avLst/>
                <a:gdLst/>
                <a:ahLst/>
                <a:cxnLst/>
                <a:rect l="l" t="t" r="r" b="b"/>
                <a:pathLst>
                  <a:path w="28016" h="16132" extrusionOk="0">
                    <a:moveTo>
                      <a:pt x="2294" y="0"/>
                    </a:moveTo>
                    <a:cubicBezTo>
                      <a:pt x="2206" y="0"/>
                      <a:pt x="2117" y="22"/>
                      <a:pt x="2036" y="62"/>
                    </a:cubicBezTo>
                    <a:lnTo>
                      <a:pt x="155" y="1158"/>
                    </a:lnTo>
                    <a:cubicBezTo>
                      <a:pt x="12" y="1229"/>
                      <a:pt x="0" y="1348"/>
                      <a:pt x="119" y="1419"/>
                    </a:cubicBezTo>
                    <a:lnTo>
                      <a:pt x="25539" y="16088"/>
                    </a:lnTo>
                    <a:cubicBezTo>
                      <a:pt x="25607" y="16116"/>
                      <a:pt x="25678" y="16131"/>
                      <a:pt x="25749" y="16131"/>
                    </a:cubicBezTo>
                    <a:cubicBezTo>
                      <a:pt x="25827" y="16131"/>
                      <a:pt x="25905" y="16113"/>
                      <a:pt x="25980" y="16076"/>
                    </a:cubicBezTo>
                    <a:lnTo>
                      <a:pt x="27873" y="14981"/>
                    </a:lnTo>
                    <a:cubicBezTo>
                      <a:pt x="28004" y="14897"/>
                      <a:pt x="28016" y="14790"/>
                      <a:pt x="27909" y="14719"/>
                    </a:cubicBezTo>
                    <a:lnTo>
                      <a:pt x="2489" y="38"/>
                    </a:lnTo>
                    <a:cubicBezTo>
                      <a:pt x="2427" y="13"/>
                      <a:pt x="2361" y="0"/>
                      <a:pt x="229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194" name="Google Shape;1194;p15"/>
            <p:cNvSpPr/>
            <p:nvPr/>
          </p:nvSpPr>
          <p:spPr>
            <a:xfrm>
              <a:off x="3548638" y="2988300"/>
              <a:ext cx="838525" cy="489075"/>
            </a:xfrm>
            <a:custGeom>
              <a:avLst/>
              <a:gdLst/>
              <a:ahLst/>
              <a:cxnLst/>
              <a:rect l="l" t="t" r="r" b="b"/>
              <a:pathLst>
                <a:path w="33541" h="19563" extrusionOk="0">
                  <a:moveTo>
                    <a:pt x="32481" y="13526"/>
                  </a:moveTo>
                  <a:lnTo>
                    <a:pt x="9585" y="298"/>
                  </a:lnTo>
                  <a:cubicBezTo>
                    <a:pt x="9073" y="0"/>
                    <a:pt x="8180" y="48"/>
                    <a:pt x="7585" y="381"/>
                  </a:cubicBezTo>
                  <a:lnTo>
                    <a:pt x="680" y="4370"/>
                  </a:lnTo>
                  <a:lnTo>
                    <a:pt x="1" y="4215"/>
                  </a:lnTo>
                  <a:lnTo>
                    <a:pt x="1" y="5132"/>
                  </a:lnTo>
                  <a:cubicBezTo>
                    <a:pt x="25" y="5346"/>
                    <a:pt x="156" y="5537"/>
                    <a:pt x="346" y="5632"/>
                  </a:cubicBezTo>
                  <a:lnTo>
                    <a:pt x="23968" y="19265"/>
                  </a:lnTo>
                  <a:cubicBezTo>
                    <a:pt x="24480" y="19562"/>
                    <a:pt x="25373" y="19527"/>
                    <a:pt x="25968" y="19181"/>
                  </a:cubicBezTo>
                  <a:lnTo>
                    <a:pt x="33053" y="15098"/>
                  </a:lnTo>
                  <a:cubicBezTo>
                    <a:pt x="33374" y="14907"/>
                    <a:pt x="33541" y="14669"/>
                    <a:pt x="33541" y="14443"/>
                  </a:cubicBezTo>
                  <a:lnTo>
                    <a:pt x="33541" y="13526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15"/>
            <p:cNvSpPr/>
            <p:nvPr/>
          </p:nvSpPr>
          <p:spPr>
            <a:xfrm>
              <a:off x="3548638" y="2968000"/>
              <a:ext cx="838525" cy="484075"/>
            </a:xfrm>
            <a:custGeom>
              <a:avLst/>
              <a:gdLst/>
              <a:ahLst/>
              <a:cxnLst/>
              <a:rect l="l" t="t" r="r" b="b"/>
              <a:pathLst>
                <a:path w="33541" h="19363" extrusionOk="0">
                  <a:moveTo>
                    <a:pt x="8720" y="1"/>
                  </a:moveTo>
                  <a:cubicBezTo>
                    <a:pt x="8327" y="1"/>
                    <a:pt x="7911" y="94"/>
                    <a:pt x="7585" y="277"/>
                  </a:cubicBezTo>
                  <a:lnTo>
                    <a:pt x="489" y="4372"/>
                  </a:lnTo>
                  <a:cubicBezTo>
                    <a:pt x="168" y="4563"/>
                    <a:pt x="1" y="4801"/>
                    <a:pt x="1" y="5027"/>
                  </a:cubicBezTo>
                  <a:cubicBezTo>
                    <a:pt x="25" y="5242"/>
                    <a:pt x="156" y="5432"/>
                    <a:pt x="346" y="5527"/>
                  </a:cubicBezTo>
                  <a:lnTo>
                    <a:pt x="23968" y="19160"/>
                  </a:lnTo>
                  <a:cubicBezTo>
                    <a:pt x="24202" y="19296"/>
                    <a:pt x="24517" y="19363"/>
                    <a:pt x="24845" y="19363"/>
                  </a:cubicBezTo>
                  <a:cubicBezTo>
                    <a:pt x="25235" y="19363"/>
                    <a:pt x="25646" y="19269"/>
                    <a:pt x="25968" y="19088"/>
                  </a:cubicBezTo>
                  <a:lnTo>
                    <a:pt x="33053" y="14993"/>
                  </a:lnTo>
                  <a:cubicBezTo>
                    <a:pt x="33374" y="14802"/>
                    <a:pt x="33541" y="14564"/>
                    <a:pt x="33541" y="14338"/>
                  </a:cubicBezTo>
                  <a:cubicBezTo>
                    <a:pt x="33529" y="14112"/>
                    <a:pt x="33398" y="13921"/>
                    <a:pt x="33195" y="13838"/>
                  </a:cubicBezTo>
                  <a:lnTo>
                    <a:pt x="9585" y="193"/>
                  </a:lnTo>
                  <a:cubicBezTo>
                    <a:pt x="9354" y="64"/>
                    <a:pt x="9045" y="1"/>
                    <a:pt x="8720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15"/>
            <p:cNvSpPr/>
            <p:nvPr/>
          </p:nvSpPr>
          <p:spPr>
            <a:xfrm>
              <a:off x="3760888" y="2885900"/>
              <a:ext cx="414350" cy="444425"/>
            </a:xfrm>
            <a:custGeom>
              <a:avLst/>
              <a:gdLst/>
              <a:ahLst/>
              <a:cxnLst/>
              <a:rect l="l" t="t" r="r" b="b"/>
              <a:pathLst>
                <a:path w="16574" h="17777" extrusionOk="0">
                  <a:moveTo>
                    <a:pt x="14323" y="8073"/>
                  </a:moveTo>
                  <a:lnTo>
                    <a:pt x="0" y="1"/>
                  </a:lnTo>
                  <a:lnTo>
                    <a:pt x="0" y="8680"/>
                  </a:lnTo>
                  <a:cubicBezTo>
                    <a:pt x="0" y="8728"/>
                    <a:pt x="24" y="8764"/>
                    <a:pt x="71" y="8787"/>
                  </a:cubicBezTo>
                  <a:lnTo>
                    <a:pt x="15526" y="17705"/>
                  </a:lnTo>
                  <a:cubicBezTo>
                    <a:pt x="15669" y="17777"/>
                    <a:pt x="15835" y="17765"/>
                    <a:pt x="15966" y="17693"/>
                  </a:cubicBezTo>
                  <a:lnTo>
                    <a:pt x="16466" y="17408"/>
                  </a:lnTo>
                  <a:cubicBezTo>
                    <a:pt x="16526" y="17372"/>
                    <a:pt x="16574" y="17324"/>
                    <a:pt x="16574" y="17253"/>
                  </a:cubicBezTo>
                  <a:lnTo>
                    <a:pt x="16574" y="8573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15"/>
            <p:cNvSpPr/>
            <p:nvPr/>
          </p:nvSpPr>
          <p:spPr>
            <a:xfrm>
              <a:off x="3759688" y="2873400"/>
              <a:ext cx="415550" cy="239350"/>
            </a:xfrm>
            <a:custGeom>
              <a:avLst/>
              <a:gdLst/>
              <a:ahLst/>
              <a:cxnLst/>
              <a:rect l="l" t="t" r="r" b="b"/>
              <a:pathLst>
                <a:path w="16622" h="9574" extrusionOk="0">
                  <a:moveTo>
                    <a:pt x="878" y="0"/>
                  </a:moveTo>
                  <a:cubicBezTo>
                    <a:pt x="796" y="0"/>
                    <a:pt x="714" y="21"/>
                    <a:pt x="643" y="60"/>
                  </a:cubicBezTo>
                  <a:lnTo>
                    <a:pt x="143" y="346"/>
                  </a:lnTo>
                  <a:cubicBezTo>
                    <a:pt x="12" y="429"/>
                    <a:pt x="0" y="536"/>
                    <a:pt x="119" y="608"/>
                  </a:cubicBezTo>
                  <a:lnTo>
                    <a:pt x="15574" y="9526"/>
                  </a:lnTo>
                  <a:cubicBezTo>
                    <a:pt x="15639" y="9558"/>
                    <a:pt x="15707" y="9574"/>
                    <a:pt x="15776" y="9574"/>
                  </a:cubicBezTo>
                  <a:cubicBezTo>
                    <a:pt x="15856" y="9574"/>
                    <a:pt x="15937" y="9552"/>
                    <a:pt x="16014" y="9514"/>
                  </a:cubicBezTo>
                  <a:lnTo>
                    <a:pt x="16502" y="9228"/>
                  </a:lnTo>
                  <a:cubicBezTo>
                    <a:pt x="16562" y="9204"/>
                    <a:pt x="16610" y="9145"/>
                    <a:pt x="16622" y="9073"/>
                  </a:cubicBezTo>
                  <a:cubicBezTo>
                    <a:pt x="16610" y="9026"/>
                    <a:pt x="16586" y="8990"/>
                    <a:pt x="16538" y="8966"/>
                  </a:cubicBezTo>
                  <a:lnTo>
                    <a:pt x="1084" y="48"/>
                  </a:lnTo>
                  <a:cubicBezTo>
                    <a:pt x="1018" y="15"/>
                    <a:pt x="948" y="0"/>
                    <a:pt x="878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15"/>
            <p:cNvSpPr/>
            <p:nvPr/>
          </p:nvSpPr>
          <p:spPr>
            <a:xfrm>
              <a:off x="3248613" y="1504175"/>
              <a:ext cx="1450200" cy="1892225"/>
            </a:xfrm>
            <a:custGeom>
              <a:avLst/>
              <a:gdLst/>
              <a:ahLst/>
              <a:cxnLst/>
              <a:rect l="l" t="t" r="r" b="b"/>
              <a:pathLst>
                <a:path w="58008" h="75689" extrusionOk="0">
                  <a:moveTo>
                    <a:pt x="56710" y="31219"/>
                  </a:moveTo>
                  <a:lnTo>
                    <a:pt x="2977" y="203"/>
                  </a:lnTo>
                  <a:cubicBezTo>
                    <a:pt x="2655" y="13"/>
                    <a:pt x="2358" y="1"/>
                    <a:pt x="2132" y="132"/>
                  </a:cubicBezTo>
                  <a:lnTo>
                    <a:pt x="0" y="1358"/>
                  </a:lnTo>
                  <a:lnTo>
                    <a:pt x="1679" y="2549"/>
                  </a:lnTo>
                  <a:lnTo>
                    <a:pt x="1679" y="40875"/>
                  </a:lnTo>
                  <a:cubicBezTo>
                    <a:pt x="1679" y="41828"/>
                    <a:pt x="2263" y="42947"/>
                    <a:pt x="2977" y="43363"/>
                  </a:cubicBezTo>
                  <a:lnTo>
                    <a:pt x="55353" y="73605"/>
                  </a:lnTo>
                  <a:lnTo>
                    <a:pt x="55424" y="75689"/>
                  </a:lnTo>
                  <a:lnTo>
                    <a:pt x="57555" y="74451"/>
                  </a:lnTo>
                  <a:cubicBezTo>
                    <a:pt x="57829" y="74296"/>
                    <a:pt x="58008" y="73927"/>
                    <a:pt x="58008" y="73403"/>
                  </a:cubicBezTo>
                  <a:lnTo>
                    <a:pt x="58008" y="33707"/>
                  </a:lnTo>
                  <a:cubicBezTo>
                    <a:pt x="58008" y="32743"/>
                    <a:pt x="57424" y="31636"/>
                    <a:pt x="56710" y="31219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15"/>
            <p:cNvSpPr/>
            <p:nvPr/>
          </p:nvSpPr>
          <p:spPr>
            <a:xfrm>
              <a:off x="3237288" y="1535150"/>
              <a:ext cx="1408250" cy="1864225"/>
            </a:xfrm>
            <a:custGeom>
              <a:avLst/>
              <a:gdLst/>
              <a:ahLst/>
              <a:cxnLst/>
              <a:rect l="l" t="t" r="r" b="b"/>
              <a:pathLst>
                <a:path w="56330" h="74569" extrusionOk="0">
                  <a:moveTo>
                    <a:pt x="55032" y="31206"/>
                  </a:moveTo>
                  <a:lnTo>
                    <a:pt x="1299" y="203"/>
                  </a:lnTo>
                  <a:cubicBezTo>
                    <a:pt x="977" y="12"/>
                    <a:pt x="680" y="0"/>
                    <a:pt x="453" y="131"/>
                  </a:cubicBezTo>
                  <a:cubicBezTo>
                    <a:pt x="180" y="286"/>
                    <a:pt x="1" y="655"/>
                    <a:pt x="1" y="1179"/>
                  </a:cubicBezTo>
                  <a:lnTo>
                    <a:pt x="1" y="40862"/>
                  </a:lnTo>
                  <a:cubicBezTo>
                    <a:pt x="1" y="41827"/>
                    <a:pt x="584" y="42934"/>
                    <a:pt x="1299" y="43351"/>
                  </a:cubicBezTo>
                  <a:lnTo>
                    <a:pt x="55032" y="74367"/>
                  </a:lnTo>
                  <a:cubicBezTo>
                    <a:pt x="55353" y="74557"/>
                    <a:pt x="55651" y="74569"/>
                    <a:pt x="55877" y="74438"/>
                  </a:cubicBezTo>
                  <a:cubicBezTo>
                    <a:pt x="56151" y="74283"/>
                    <a:pt x="56329" y="73914"/>
                    <a:pt x="56329" y="73390"/>
                  </a:cubicBezTo>
                  <a:lnTo>
                    <a:pt x="56329" y="33695"/>
                  </a:lnTo>
                  <a:cubicBezTo>
                    <a:pt x="56329" y="32742"/>
                    <a:pt x="55746" y="31623"/>
                    <a:pt x="55032" y="31206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15"/>
            <p:cNvSpPr/>
            <p:nvPr/>
          </p:nvSpPr>
          <p:spPr>
            <a:xfrm>
              <a:off x="3266763" y="1573550"/>
              <a:ext cx="1349000" cy="1787150"/>
            </a:xfrm>
            <a:custGeom>
              <a:avLst/>
              <a:gdLst/>
              <a:ahLst/>
              <a:cxnLst/>
              <a:rect l="l" t="t" r="r" b="b"/>
              <a:pathLst>
                <a:path w="53960" h="71486" extrusionOk="0">
                  <a:moveTo>
                    <a:pt x="53174" y="30492"/>
                  </a:moveTo>
                  <a:lnTo>
                    <a:pt x="798" y="250"/>
                  </a:lnTo>
                  <a:cubicBezTo>
                    <a:pt x="358" y="0"/>
                    <a:pt x="1" y="274"/>
                    <a:pt x="1" y="845"/>
                  </a:cubicBezTo>
                  <a:lnTo>
                    <a:pt x="1" y="39481"/>
                  </a:lnTo>
                  <a:cubicBezTo>
                    <a:pt x="1" y="40065"/>
                    <a:pt x="358" y="40743"/>
                    <a:pt x="798" y="40993"/>
                  </a:cubicBezTo>
                  <a:lnTo>
                    <a:pt x="53174" y="71235"/>
                  </a:lnTo>
                  <a:cubicBezTo>
                    <a:pt x="53603" y="71485"/>
                    <a:pt x="53960" y="71223"/>
                    <a:pt x="53960" y="70640"/>
                  </a:cubicBezTo>
                  <a:lnTo>
                    <a:pt x="53960" y="32004"/>
                  </a:lnTo>
                  <a:cubicBezTo>
                    <a:pt x="53960" y="31421"/>
                    <a:pt x="53614" y="30742"/>
                    <a:pt x="53174" y="30492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01" name="Google Shape;1201;p15"/>
          <p:cNvGrpSpPr/>
          <p:nvPr/>
        </p:nvGrpSpPr>
        <p:grpSpPr>
          <a:xfrm>
            <a:off x="4514643" y="2001759"/>
            <a:ext cx="3756117" cy="770424"/>
            <a:chOff x="4514643" y="2001759"/>
            <a:chExt cx="3756117" cy="770424"/>
          </a:xfrm>
        </p:grpSpPr>
        <p:sp>
          <p:nvSpPr>
            <p:cNvPr id="1202" name="Google Shape;1202;p15"/>
            <p:cNvSpPr/>
            <p:nvPr/>
          </p:nvSpPr>
          <p:spPr>
            <a:xfrm>
              <a:off x="4514643" y="2096271"/>
              <a:ext cx="581400" cy="58140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03" name="Google Shape;1203;p15"/>
            <p:cNvGrpSpPr/>
            <p:nvPr/>
          </p:nvGrpSpPr>
          <p:grpSpPr>
            <a:xfrm>
              <a:off x="5277960" y="2001759"/>
              <a:ext cx="2992800" cy="770424"/>
              <a:chOff x="5277960" y="2001759"/>
              <a:chExt cx="2992800" cy="770424"/>
            </a:xfrm>
          </p:grpSpPr>
          <p:sp>
            <p:nvSpPr>
              <p:cNvPr id="1204" name="Google Shape;1204;p15"/>
              <p:cNvSpPr txBox="1"/>
              <p:nvPr/>
            </p:nvSpPr>
            <p:spPr>
              <a:xfrm flipH="1">
                <a:off x="5277960" y="2001759"/>
                <a:ext cx="2992800" cy="25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chemeClr val="accent1"/>
                    </a:solidFill>
                    <a:latin typeface="Fira Sans Extra Condensed SemiBold"/>
                    <a:ea typeface="Fira Sans Extra Condensed SemiBold"/>
                    <a:cs typeface="Fira Sans Extra Condensed SemiBold"/>
                    <a:sym typeface="Fira Sans Extra Condensed SemiBold"/>
                  </a:rPr>
                  <a:t>Distributed Feature Engineering</a:t>
                </a:r>
                <a:endParaRPr sz="1800">
                  <a:solidFill>
                    <a:schemeClr val="accent1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endParaRPr>
              </a:p>
            </p:txBody>
          </p:sp>
          <p:sp>
            <p:nvSpPr>
              <p:cNvPr id="1205" name="Google Shape;1205;p15"/>
              <p:cNvSpPr txBox="1"/>
              <p:nvPr/>
            </p:nvSpPr>
            <p:spPr>
              <a:xfrm flipH="1">
                <a:off x="5277960" y="2245083"/>
                <a:ext cx="2992800" cy="52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latin typeface="Roboto"/>
                    <a:ea typeface="Roboto"/>
                    <a:cs typeface="Roboto"/>
                    <a:sym typeface="Roboto"/>
                  </a:rPr>
                  <a:t>Implement distributed architecture with containerized Feature Engineering</a:t>
                </a:r>
                <a:endParaRPr sz="12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grpSp>
        <p:nvGrpSpPr>
          <p:cNvPr id="1206" name="Google Shape;1206;p15"/>
          <p:cNvGrpSpPr/>
          <p:nvPr/>
        </p:nvGrpSpPr>
        <p:grpSpPr>
          <a:xfrm>
            <a:off x="4514643" y="2946517"/>
            <a:ext cx="3756117" cy="770408"/>
            <a:chOff x="4514643" y="2946517"/>
            <a:chExt cx="3756117" cy="770408"/>
          </a:xfrm>
        </p:grpSpPr>
        <p:sp>
          <p:nvSpPr>
            <p:cNvPr id="1207" name="Google Shape;1207;p15"/>
            <p:cNvSpPr/>
            <p:nvPr/>
          </p:nvSpPr>
          <p:spPr>
            <a:xfrm>
              <a:off x="4514643" y="3041029"/>
              <a:ext cx="581400" cy="58140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08" name="Google Shape;1208;p15"/>
            <p:cNvGrpSpPr/>
            <p:nvPr/>
          </p:nvGrpSpPr>
          <p:grpSpPr>
            <a:xfrm>
              <a:off x="5277950" y="2946517"/>
              <a:ext cx="2992810" cy="770408"/>
              <a:chOff x="5277950" y="2946517"/>
              <a:chExt cx="2992810" cy="770408"/>
            </a:xfrm>
          </p:grpSpPr>
          <p:sp>
            <p:nvSpPr>
              <p:cNvPr id="1209" name="Google Shape;1209;p15"/>
              <p:cNvSpPr txBox="1"/>
              <p:nvPr/>
            </p:nvSpPr>
            <p:spPr>
              <a:xfrm flipH="1">
                <a:off x="5277960" y="2946517"/>
                <a:ext cx="2992800" cy="25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chemeClr val="accent1"/>
                    </a:solidFill>
                    <a:latin typeface="Fira Sans Extra Condensed SemiBold"/>
                    <a:ea typeface="Fira Sans Extra Condensed SemiBold"/>
                    <a:cs typeface="Fira Sans Extra Condensed SemiBold"/>
                    <a:sym typeface="Fira Sans Extra Condensed SemiBold"/>
                  </a:rPr>
                  <a:t>Better Fraud Detection</a:t>
                </a:r>
                <a:endParaRPr sz="1800">
                  <a:solidFill>
                    <a:schemeClr val="accent1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endParaRPr>
              </a:p>
            </p:txBody>
          </p:sp>
          <p:sp>
            <p:nvSpPr>
              <p:cNvPr id="1210" name="Google Shape;1210;p15"/>
              <p:cNvSpPr txBox="1"/>
              <p:nvPr/>
            </p:nvSpPr>
            <p:spPr>
              <a:xfrm flipH="1">
                <a:off x="5277950" y="3135525"/>
                <a:ext cx="2992800" cy="58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latin typeface="Roboto"/>
                    <a:ea typeface="Roboto"/>
                    <a:cs typeface="Roboto"/>
                    <a:sym typeface="Roboto"/>
                  </a:rPr>
                  <a:t>Transform fraud detection from transaction-based to network-aware prevention</a:t>
                </a:r>
                <a:endParaRPr sz="12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grpSp>
        <p:nvGrpSpPr>
          <p:cNvPr id="1211" name="Google Shape;1211;p15"/>
          <p:cNvGrpSpPr/>
          <p:nvPr/>
        </p:nvGrpSpPr>
        <p:grpSpPr>
          <a:xfrm>
            <a:off x="4514643" y="3891276"/>
            <a:ext cx="3756375" cy="770424"/>
            <a:chOff x="4514643" y="3891276"/>
            <a:chExt cx="3756375" cy="770424"/>
          </a:xfrm>
        </p:grpSpPr>
        <p:sp>
          <p:nvSpPr>
            <p:cNvPr id="1212" name="Google Shape;1212;p15"/>
            <p:cNvSpPr/>
            <p:nvPr/>
          </p:nvSpPr>
          <p:spPr>
            <a:xfrm>
              <a:off x="4514643" y="3985788"/>
              <a:ext cx="581400" cy="58140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13" name="Google Shape;1213;p15"/>
            <p:cNvGrpSpPr/>
            <p:nvPr/>
          </p:nvGrpSpPr>
          <p:grpSpPr>
            <a:xfrm>
              <a:off x="5277918" y="3891276"/>
              <a:ext cx="2993100" cy="770424"/>
              <a:chOff x="5277918" y="3891276"/>
              <a:chExt cx="2993100" cy="770424"/>
            </a:xfrm>
          </p:grpSpPr>
          <p:sp>
            <p:nvSpPr>
              <p:cNvPr id="1214" name="Google Shape;1214;p15"/>
              <p:cNvSpPr txBox="1"/>
              <p:nvPr/>
            </p:nvSpPr>
            <p:spPr>
              <a:xfrm>
                <a:off x="5277918" y="3891276"/>
                <a:ext cx="2993100" cy="25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chemeClr val="accent1"/>
                    </a:solidFill>
                    <a:latin typeface="Fira Sans Extra Condensed SemiBold"/>
                    <a:ea typeface="Fira Sans Extra Condensed SemiBold"/>
                    <a:cs typeface="Fira Sans Extra Condensed SemiBold"/>
                    <a:sym typeface="Fira Sans Extra Condensed SemiBold"/>
                  </a:rPr>
                  <a:t>Efficient Parallel Processing</a:t>
                </a:r>
                <a:endParaRPr sz="1800">
                  <a:solidFill>
                    <a:schemeClr val="accent1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endParaRPr>
              </a:p>
            </p:txBody>
          </p:sp>
          <p:sp>
            <p:nvSpPr>
              <p:cNvPr id="1215" name="Google Shape;1215;p15"/>
              <p:cNvSpPr txBox="1"/>
              <p:nvPr/>
            </p:nvSpPr>
            <p:spPr>
              <a:xfrm>
                <a:off x="5277918" y="4134600"/>
                <a:ext cx="2993100" cy="52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  <a:t>Create scalable container orchestration for parallel graph processing</a:t>
                </a:r>
                <a:endParaRPr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grpSp>
        <p:nvGrpSpPr>
          <p:cNvPr id="1216" name="Google Shape;1216;p15"/>
          <p:cNvGrpSpPr/>
          <p:nvPr/>
        </p:nvGrpSpPr>
        <p:grpSpPr>
          <a:xfrm>
            <a:off x="4514643" y="1057000"/>
            <a:ext cx="3756117" cy="770424"/>
            <a:chOff x="4514643" y="1057000"/>
            <a:chExt cx="3756117" cy="770424"/>
          </a:xfrm>
        </p:grpSpPr>
        <p:sp>
          <p:nvSpPr>
            <p:cNvPr id="1217" name="Google Shape;1217;p15"/>
            <p:cNvSpPr/>
            <p:nvPr/>
          </p:nvSpPr>
          <p:spPr>
            <a:xfrm>
              <a:off x="4514643" y="1151512"/>
              <a:ext cx="581400" cy="58140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18" name="Google Shape;1218;p15"/>
            <p:cNvGrpSpPr/>
            <p:nvPr/>
          </p:nvGrpSpPr>
          <p:grpSpPr>
            <a:xfrm>
              <a:off x="5277960" y="1057000"/>
              <a:ext cx="2992800" cy="770424"/>
              <a:chOff x="5277960" y="1057000"/>
              <a:chExt cx="2992800" cy="770424"/>
            </a:xfrm>
          </p:grpSpPr>
          <p:sp>
            <p:nvSpPr>
              <p:cNvPr id="1219" name="Google Shape;1219;p15"/>
              <p:cNvSpPr txBox="1"/>
              <p:nvPr/>
            </p:nvSpPr>
            <p:spPr>
              <a:xfrm flipH="1">
                <a:off x="5277960" y="1057000"/>
                <a:ext cx="2992800" cy="25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chemeClr val="accent1"/>
                    </a:solidFill>
                    <a:latin typeface="Fira Sans Extra Condensed SemiBold"/>
                    <a:ea typeface="Fira Sans Extra Condensed SemiBold"/>
                    <a:cs typeface="Fira Sans Extra Condensed SemiBold"/>
                    <a:sym typeface="Fira Sans Extra Condensed SemiBold"/>
                  </a:rPr>
                  <a:t>Graph Based Analysis</a:t>
                </a:r>
                <a:endParaRPr sz="1800">
                  <a:solidFill>
                    <a:schemeClr val="accent1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endParaRPr>
              </a:p>
            </p:txBody>
          </p:sp>
          <p:sp>
            <p:nvSpPr>
              <p:cNvPr id="1220" name="Google Shape;1220;p15"/>
              <p:cNvSpPr txBox="1"/>
              <p:nvPr/>
            </p:nvSpPr>
            <p:spPr>
              <a:xfrm flipH="1">
                <a:off x="5277960" y="1300324"/>
                <a:ext cx="2992800" cy="52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  <a:t>Detect coordinated fraud networks through graph relationship analysis</a:t>
                </a:r>
                <a:endParaRPr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grpSp>
        <p:nvGrpSpPr>
          <p:cNvPr id="1221" name="Google Shape;1221;p15"/>
          <p:cNvGrpSpPr/>
          <p:nvPr/>
        </p:nvGrpSpPr>
        <p:grpSpPr>
          <a:xfrm>
            <a:off x="4652650" y="2217670"/>
            <a:ext cx="305386" cy="338602"/>
            <a:chOff x="5096732" y="2187564"/>
            <a:chExt cx="305386" cy="338602"/>
          </a:xfrm>
        </p:grpSpPr>
        <p:sp>
          <p:nvSpPr>
            <p:cNvPr id="1222" name="Google Shape;1222;p15"/>
            <p:cNvSpPr/>
            <p:nvPr/>
          </p:nvSpPr>
          <p:spPr>
            <a:xfrm>
              <a:off x="5315391" y="2247184"/>
              <a:ext cx="39764" cy="19891"/>
            </a:xfrm>
            <a:custGeom>
              <a:avLst/>
              <a:gdLst/>
              <a:ahLst/>
              <a:cxnLst/>
              <a:rect l="l" t="t" r="r" b="b"/>
              <a:pathLst>
                <a:path w="2259" h="1130" extrusionOk="0">
                  <a:moveTo>
                    <a:pt x="566" y="0"/>
                  </a:moveTo>
                  <a:cubicBezTo>
                    <a:pt x="253" y="0"/>
                    <a:pt x="0" y="253"/>
                    <a:pt x="0" y="567"/>
                  </a:cubicBezTo>
                  <a:cubicBezTo>
                    <a:pt x="0" y="877"/>
                    <a:pt x="253" y="1130"/>
                    <a:pt x="566" y="1130"/>
                  </a:cubicBezTo>
                  <a:lnTo>
                    <a:pt x="1696" y="1130"/>
                  </a:lnTo>
                  <a:cubicBezTo>
                    <a:pt x="2006" y="1130"/>
                    <a:pt x="2259" y="877"/>
                    <a:pt x="2259" y="567"/>
                  </a:cubicBezTo>
                  <a:cubicBezTo>
                    <a:pt x="2259" y="253"/>
                    <a:pt x="2006" y="0"/>
                    <a:pt x="16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223" name="Google Shape;1223;p15"/>
            <p:cNvSpPr/>
            <p:nvPr/>
          </p:nvSpPr>
          <p:spPr>
            <a:xfrm>
              <a:off x="5214564" y="2187564"/>
              <a:ext cx="32670" cy="39764"/>
            </a:xfrm>
            <a:custGeom>
              <a:avLst/>
              <a:gdLst/>
              <a:ahLst/>
              <a:cxnLst/>
              <a:rect l="l" t="t" r="r" b="b"/>
              <a:pathLst>
                <a:path w="1856" h="2259" extrusionOk="0">
                  <a:moveTo>
                    <a:pt x="647" y="1"/>
                  </a:moveTo>
                  <a:cubicBezTo>
                    <a:pt x="562" y="1"/>
                    <a:pt x="476" y="20"/>
                    <a:pt x="395" y="60"/>
                  </a:cubicBezTo>
                  <a:cubicBezTo>
                    <a:pt x="115" y="198"/>
                    <a:pt x="1" y="539"/>
                    <a:pt x="142" y="819"/>
                  </a:cubicBezTo>
                  <a:lnTo>
                    <a:pt x="705" y="1948"/>
                  </a:lnTo>
                  <a:cubicBezTo>
                    <a:pt x="806" y="2144"/>
                    <a:pt x="1004" y="2259"/>
                    <a:pt x="1211" y="2259"/>
                  </a:cubicBezTo>
                  <a:cubicBezTo>
                    <a:pt x="1296" y="2259"/>
                    <a:pt x="1383" y="2239"/>
                    <a:pt x="1464" y="2198"/>
                  </a:cubicBezTo>
                  <a:cubicBezTo>
                    <a:pt x="1744" y="2059"/>
                    <a:pt x="1856" y="1722"/>
                    <a:pt x="1717" y="1442"/>
                  </a:cubicBezTo>
                  <a:lnTo>
                    <a:pt x="1151" y="313"/>
                  </a:lnTo>
                  <a:cubicBezTo>
                    <a:pt x="1053" y="114"/>
                    <a:pt x="853" y="1"/>
                    <a:pt x="6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224" name="Google Shape;1224;p15"/>
            <p:cNvSpPr/>
            <p:nvPr/>
          </p:nvSpPr>
          <p:spPr>
            <a:xfrm>
              <a:off x="5284164" y="2187564"/>
              <a:ext cx="32670" cy="39764"/>
            </a:xfrm>
            <a:custGeom>
              <a:avLst/>
              <a:gdLst/>
              <a:ahLst/>
              <a:cxnLst/>
              <a:rect l="l" t="t" r="r" b="b"/>
              <a:pathLst>
                <a:path w="1856" h="2259" extrusionOk="0">
                  <a:moveTo>
                    <a:pt x="1210" y="1"/>
                  </a:moveTo>
                  <a:cubicBezTo>
                    <a:pt x="1003" y="1"/>
                    <a:pt x="803" y="114"/>
                    <a:pt x="705" y="313"/>
                  </a:cubicBezTo>
                  <a:lnTo>
                    <a:pt x="139" y="1442"/>
                  </a:lnTo>
                  <a:cubicBezTo>
                    <a:pt x="1" y="1719"/>
                    <a:pt x="115" y="2059"/>
                    <a:pt x="392" y="2198"/>
                  </a:cubicBezTo>
                  <a:cubicBezTo>
                    <a:pt x="474" y="2239"/>
                    <a:pt x="561" y="2259"/>
                    <a:pt x="646" y="2259"/>
                  </a:cubicBezTo>
                  <a:cubicBezTo>
                    <a:pt x="852" y="2259"/>
                    <a:pt x="1051" y="2144"/>
                    <a:pt x="1151" y="1948"/>
                  </a:cubicBezTo>
                  <a:lnTo>
                    <a:pt x="1714" y="819"/>
                  </a:lnTo>
                  <a:cubicBezTo>
                    <a:pt x="1856" y="539"/>
                    <a:pt x="1741" y="198"/>
                    <a:pt x="1461" y="60"/>
                  </a:cubicBezTo>
                  <a:cubicBezTo>
                    <a:pt x="1381" y="20"/>
                    <a:pt x="1295" y="1"/>
                    <a:pt x="121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225" name="Google Shape;1225;p15"/>
            <p:cNvSpPr/>
            <p:nvPr/>
          </p:nvSpPr>
          <p:spPr>
            <a:xfrm>
              <a:off x="5176243" y="2247184"/>
              <a:ext cx="39782" cy="19891"/>
            </a:xfrm>
            <a:custGeom>
              <a:avLst/>
              <a:gdLst/>
              <a:ahLst/>
              <a:cxnLst/>
              <a:rect l="l" t="t" r="r" b="b"/>
              <a:pathLst>
                <a:path w="2260" h="1130" extrusionOk="0">
                  <a:moveTo>
                    <a:pt x="567" y="0"/>
                  </a:moveTo>
                  <a:cubicBezTo>
                    <a:pt x="254" y="0"/>
                    <a:pt x="1" y="253"/>
                    <a:pt x="1" y="567"/>
                  </a:cubicBezTo>
                  <a:cubicBezTo>
                    <a:pt x="1" y="877"/>
                    <a:pt x="254" y="1130"/>
                    <a:pt x="567" y="1130"/>
                  </a:cubicBezTo>
                  <a:lnTo>
                    <a:pt x="1696" y="1130"/>
                  </a:lnTo>
                  <a:cubicBezTo>
                    <a:pt x="2006" y="1130"/>
                    <a:pt x="2259" y="877"/>
                    <a:pt x="2259" y="567"/>
                  </a:cubicBezTo>
                  <a:cubicBezTo>
                    <a:pt x="2259" y="253"/>
                    <a:pt x="2006" y="0"/>
                    <a:pt x="16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226" name="Google Shape;1226;p15"/>
            <p:cNvSpPr/>
            <p:nvPr/>
          </p:nvSpPr>
          <p:spPr>
            <a:xfrm>
              <a:off x="5096732" y="2347254"/>
              <a:ext cx="59655" cy="178912"/>
            </a:xfrm>
            <a:custGeom>
              <a:avLst/>
              <a:gdLst/>
              <a:ahLst/>
              <a:cxnLst/>
              <a:rect l="l" t="t" r="r" b="b"/>
              <a:pathLst>
                <a:path w="3389" h="10164" extrusionOk="0">
                  <a:moveTo>
                    <a:pt x="567" y="1"/>
                  </a:moveTo>
                  <a:cubicBezTo>
                    <a:pt x="254" y="1"/>
                    <a:pt x="1" y="251"/>
                    <a:pt x="1" y="564"/>
                  </a:cubicBezTo>
                  <a:lnTo>
                    <a:pt x="1" y="9598"/>
                  </a:lnTo>
                  <a:cubicBezTo>
                    <a:pt x="1" y="9911"/>
                    <a:pt x="254" y="10164"/>
                    <a:pt x="567" y="10164"/>
                  </a:cubicBezTo>
                  <a:lnTo>
                    <a:pt x="2825" y="10164"/>
                  </a:lnTo>
                  <a:cubicBezTo>
                    <a:pt x="3136" y="10164"/>
                    <a:pt x="3389" y="9911"/>
                    <a:pt x="3389" y="9598"/>
                  </a:cubicBezTo>
                  <a:lnTo>
                    <a:pt x="3389" y="564"/>
                  </a:lnTo>
                  <a:cubicBezTo>
                    <a:pt x="3389" y="251"/>
                    <a:pt x="3136" y="1"/>
                    <a:pt x="282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227" name="Google Shape;1227;p15"/>
            <p:cNvSpPr/>
            <p:nvPr/>
          </p:nvSpPr>
          <p:spPr>
            <a:xfrm>
              <a:off x="5176243" y="2247870"/>
              <a:ext cx="225875" cy="278296"/>
            </a:xfrm>
            <a:custGeom>
              <a:avLst/>
              <a:gdLst/>
              <a:ahLst/>
              <a:cxnLst/>
              <a:rect l="l" t="t" r="r" b="b"/>
              <a:pathLst>
                <a:path w="12832" h="15810" extrusionOk="0">
                  <a:moveTo>
                    <a:pt x="3954" y="1"/>
                  </a:moveTo>
                  <a:cubicBezTo>
                    <a:pt x="3641" y="1"/>
                    <a:pt x="3388" y="254"/>
                    <a:pt x="3388" y="564"/>
                  </a:cubicBezTo>
                  <a:cubicBezTo>
                    <a:pt x="3388" y="1871"/>
                    <a:pt x="2879" y="4225"/>
                    <a:pt x="1922" y="5186"/>
                  </a:cubicBezTo>
                  <a:cubicBezTo>
                    <a:pt x="1274" y="5830"/>
                    <a:pt x="723" y="6065"/>
                    <a:pt x="1" y="6427"/>
                  </a:cubicBezTo>
                  <a:lnTo>
                    <a:pt x="1" y="14897"/>
                  </a:lnTo>
                  <a:cubicBezTo>
                    <a:pt x="1109" y="15268"/>
                    <a:pt x="2515" y="15810"/>
                    <a:pt x="4659" y="15810"/>
                  </a:cubicBezTo>
                  <a:lnTo>
                    <a:pt x="8351" y="15810"/>
                  </a:lnTo>
                  <a:cubicBezTo>
                    <a:pt x="9567" y="15810"/>
                    <a:pt x="10516" y="14680"/>
                    <a:pt x="10046" y="13491"/>
                  </a:cubicBezTo>
                  <a:cubicBezTo>
                    <a:pt x="11019" y="13226"/>
                    <a:pt x="11546" y="12172"/>
                    <a:pt x="11175" y="11233"/>
                  </a:cubicBezTo>
                  <a:cubicBezTo>
                    <a:pt x="12386" y="10901"/>
                    <a:pt x="12832" y="9408"/>
                    <a:pt x="11992" y="8468"/>
                  </a:cubicBezTo>
                  <a:cubicBezTo>
                    <a:pt x="12314" y="8107"/>
                    <a:pt x="12467" y="7625"/>
                    <a:pt x="12410" y="7143"/>
                  </a:cubicBezTo>
                  <a:cubicBezTo>
                    <a:pt x="12311" y="6267"/>
                    <a:pt x="11495" y="5647"/>
                    <a:pt x="10612" y="5647"/>
                  </a:cubicBezTo>
                  <a:lnTo>
                    <a:pt x="6213" y="5647"/>
                  </a:lnTo>
                  <a:cubicBezTo>
                    <a:pt x="6586" y="4975"/>
                    <a:pt x="6785" y="3081"/>
                    <a:pt x="6776" y="2307"/>
                  </a:cubicBezTo>
                  <a:cubicBezTo>
                    <a:pt x="6761" y="1027"/>
                    <a:pt x="5701" y="1"/>
                    <a:pt x="441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228" name="Google Shape;1228;p15"/>
          <p:cNvGrpSpPr/>
          <p:nvPr/>
        </p:nvGrpSpPr>
        <p:grpSpPr>
          <a:xfrm>
            <a:off x="4635044" y="4107169"/>
            <a:ext cx="340573" cy="339271"/>
            <a:chOff x="5073109" y="3150705"/>
            <a:chExt cx="340573" cy="339271"/>
          </a:xfrm>
        </p:grpSpPr>
        <p:sp>
          <p:nvSpPr>
            <p:cNvPr id="1229" name="Google Shape;1229;p15"/>
            <p:cNvSpPr/>
            <p:nvPr/>
          </p:nvSpPr>
          <p:spPr>
            <a:xfrm>
              <a:off x="5073161" y="3210325"/>
              <a:ext cx="340520" cy="279651"/>
            </a:xfrm>
            <a:custGeom>
              <a:avLst/>
              <a:gdLst/>
              <a:ahLst/>
              <a:cxnLst/>
              <a:rect l="l" t="t" r="r" b="b"/>
              <a:pathLst>
                <a:path w="19345" h="15887" extrusionOk="0">
                  <a:moveTo>
                    <a:pt x="1693" y="1"/>
                  </a:moveTo>
                  <a:cubicBezTo>
                    <a:pt x="756" y="1"/>
                    <a:pt x="0" y="760"/>
                    <a:pt x="0" y="1696"/>
                  </a:cubicBezTo>
                  <a:cubicBezTo>
                    <a:pt x="0" y="2630"/>
                    <a:pt x="756" y="3389"/>
                    <a:pt x="1693" y="3389"/>
                  </a:cubicBezTo>
                  <a:lnTo>
                    <a:pt x="3990" y="3389"/>
                  </a:lnTo>
                  <a:cubicBezTo>
                    <a:pt x="4924" y="3389"/>
                    <a:pt x="5683" y="4147"/>
                    <a:pt x="5683" y="5084"/>
                  </a:cubicBezTo>
                  <a:lnTo>
                    <a:pt x="5683" y="8547"/>
                  </a:lnTo>
                  <a:cubicBezTo>
                    <a:pt x="5683" y="11347"/>
                    <a:pt x="7962" y="13627"/>
                    <a:pt x="10766" y="13627"/>
                  </a:cubicBezTo>
                  <a:lnTo>
                    <a:pt x="13626" y="13627"/>
                  </a:lnTo>
                  <a:lnTo>
                    <a:pt x="13626" y="15322"/>
                  </a:lnTo>
                  <a:cubicBezTo>
                    <a:pt x="13626" y="15656"/>
                    <a:pt x="13901" y="15887"/>
                    <a:pt x="14194" y="15887"/>
                  </a:cubicBezTo>
                  <a:cubicBezTo>
                    <a:pt x="14308" y="15887"/>
                    <a:pt x="14425" y="15852"/>
                    <a:pt x="14530" y="15774"/>
                  </a:cubicBezTo>
                  <a:lnTo>
                    <a:pt x="19046" y="12386"/>
                  </a:lnTo>
                  <a:cubicBezTo>
                    <a:pt x="19345" y="12160"/>
                    <a:pt x="19345" y="11706"/>
                    <a:pt x="19046" y="11483"/>
                  </a:cubicBezTo>
                  <a:lnTo>
                    <a:pt x="14530" y="8095"/>
                  </a:lnTo>
                  <a:cubicBezTo>
                    <a:pt x="14424" y="8016"/>
                    <a:pt x="14307" y="7981"/>
                    <a:pt x="14192" y="7981"/>
                  </a:cubicBezTo>
                  <a:cubicBezTo>
                    <a:pt x="13899" y="7981"/>
                    <a:pt x="13626" y="8212"/>
                    <a:pt x="13626" y="8547"/>
                  </a:cubicBezTo>
                  <a:lnTo>
                    <a:pt x="13626" y="10239"/>
                  </a:lnTo>
                  <a:lnTo>
                    <a:pt x="10766" y="10239"/>
                  </a:lnTo>
                  <a:cubicBezTo>
                    <a:pt x="9829" y="10239"/>
                    <a:pt x="9070" y="9480"/>
                    <a:pt x="9070" y="8547"/>
                  </a:cubicBezTo>
                  <a:lnTo>
                    <a:pt x="9070" y="5084"/>
                  </a:lnTo>
                  <a:cubicBezTo>
                    <a:pt x="9070" y="2280"/>
                    <a:pt x="6791" y="1"/>
                    <a:pt x="399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230" name="Google Shape;1230;p15"/>
            <p:cNvSpPr/>
            <p:nvPr/>
          </p:nvSpPr>
          <p:spPr>
            <a:xfrm>
              <a:off x="5073109" y="3368712"/>
              <a:ext cx="101144" cy="61662"/>
            </a:xfrm>
            <a:custGeom>
              <a:avLst/>
              <a:gdLst/>
              <a:ahLst/>
              <a:cxnLst/>
              <a:rect l="l" t="t" r="r" b="b"/>
              <a:pathLst>
                <a:path w="5746" h="3503" extrusionOk="0">
                  <a:moveTo>
                    <a:pt x="4577" y="1"/>
                  </a:moveTo>
                  <a:cubicBezTo>
                    <a:pt x="4391" y="73"/>
                    <a:pt x="4192" y="112"/>
                    <a:pt x="3990" y="115"/>
                  </a:cubicBezTo>
                  <a:lnTo>
                    <a:pt x="1693" y="115"/>
                  </a:lnTo>
                  <a:cubicBezTo>
                    <a:pt x="759" y="115"/>
                    <a:pt x="0" y="871"/>
                    <a:pt x="0" y="1807"/>
                  </a:cubicBezTo>
                  <a:cubicBezTo>
                    <a:pt x="0" y="2744"/>
                    <a:pt x="759" y="3503"/>
                    <a:pt x="1693" y="3503"/>
                  </a:cubicBezTo>
                  <a:lnTo>
                    <a:pt x="1696" y="3500"/>
                  </a:lnTo>
                  <a:lnTo>
                    <a:pt x="3993" y="3500"/>
                  </a:lnTo>
                  <a:cubicBezTo>
                    <a:pt x="4589" y="3500"/>
                    <a:pt x="5183" y="3391"/>
                    <a:pt x="5746" y="3186"/>
                  </a:cubicBezTo>
                  <a:cubicBezTo>
                    <a:pt x="5065" y="2253"/>
                    <a:pt x="4662" y="1151"/>
                    <a:pt x="457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231" name="Google Shape;1231;p15"/>
            <p:cNvSpPr/>
            <p:nvPr/>
          </p:nvSpPr>
          <p:spPr>
            <a:xfrm>
              <a:off x="5206412" y="3150705"/>
              <a:ext cx="207269" cy="139165"/>
            </a:xfrm>
            <a:custGeom>
              <a:avLst/>
              <a:gdLst/>
              <a:ahLst/>
              <a:cxnLst/>
              <a:rect l="l" t="t" r="r" b="b"/>
              <a:pathLst>
                <a:path w="11775" h="7906" extrusionOk="0">
                  <a:moveTo>
                    <a:pt x="6622" y="0"/>
                  </a:moveTo>
                  <a:cubicBezTo>
                    <a:pt x="6329" y="0"/>
                    <a:pt x="6056" y="231"/>
                    <a:pt x="6056" y="566"/>
                  </a:cubicBezTo>
                  <a:lnTo>
                    <a:pt x="6056" y="2259"/>
                  </a:lnTo>
                  <a:lnTo>
                    <a:pt x="3196" y="2259"/>
                  </a:lnTo>
                  <a:cubicBezTo>
                    <a:pt x="2030" y="2265"/>
                    <a:pt x="904" y="2668"/>
                    <a:pt x="1" y="3406"/>
                  </a:cubicBezTo>
                  <a:cubicBezTo>
                    <a:pt x="940" y="4068"/>
                    <a:pt x="1675" y="4978"/>
                    <a:pt x="2130" y="6032"/>
                  </a:cubicBezTo>
                  <a:cubicBezTo>
                    <a:pt x="2431" y="5785"/>
                    <a:pt x="2804" y="5649"/>
                    <a:pt x="3196" y="5646"/>
                  </a:cubicBezTo>
                  <a:lnTo>
                    <a:pt x="6056" y="5646"/>
                  </a:lnTo>
                  <a:lnTo>
                    <a:pt x="6056" y="7342"/>
                  </a:lnTo>
                  <a:cubicBezTo>
                    <a:pt x="6056" y="7679"/>
                    <a:pt x="6334" y="7906"/>
                    <a:pt x="6625" y="7906"/>
                  </a:cubicBezTo>
                  <a:cubicBezTo>
                    <a:pt x="6740" y="7906"/>
                    <a:pt x="6857" y="7871"/>
                    <a:pt x="6960" y="7793"/>
                  </a:cubicBezTo>
                  <a:lnTo>
                    <a:pt x="11476" y="4406"/>
                  </a:lnTo>
                  <a:cubicBezTo>
                    <a:pt x="11775" y="4180"/>
                    <a:pt x="11775" y="3725"/>
                    <a:pt x="11476" y="3502"/>
                  </a:cubicBezTo>
                  <a:lnTo>
                    <a:pt x="6960" y="115"/>
                  </a:lnTo>
                  <a:cubicBezTo>
                    <a:pt x="6854" y="36"/>
                    <a:pt x="6737" y="0"/>
                    <a:pt x="66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232" name="Google Shape;1232;p15"/>
          <p:cNvGrpSpPr/>
          <p:nvPr/>
        </p:nvGrpSpPr>
        <p:grpSpPr>
          <a:xfrm>
            <a:off x="4635716" y="3162099"/>
            <a:ext cx="339253" cy="339253"/>
            <a:chOff x="5061713" y="4084392"/>
            <a:chExt cx="339253" cy="339253"/>
          </a:xfrm>
        </p:grpSpPr>
        <p:sp>
          <p:nvSpPr>
            <p:cNvPr id="1233" name="Google Shape;1233;p15"/>
            <p:cNvSpPr/>
            <p:nvPr/>
          </p:nvSpPr>
          <p:spPr>
            <a:xfrm>
              <a:off x="5061713" y="4219175"/>
              <a:ext cx="339253" cy="204471"/>
            </a:xfrm>
            <a:custGeom>
              <a:avLst/>
              <a:gdLst/>
              <a:ahLst/>
              <a:cxnLst/>
              <a:rect l="l" t="t" r="r" b="b"/>
              <a:pathLst>
                <a:path w="19273" h="11616" extrusionOk="0">
                  <a:moveTo>
                    <a:pt x="0" y="1"/>
                  </a:moveTo>
                  <a:lnTo>
                    <a:pt x="0" y="9920"/>
                  </a:lnTo>
                  <a:cubicBezTo>
                    <a:pt x="0" y="10856"/>
                    <a:pt x="759" y="11612"/>
                    <a:pt x="1696" y="11615"/>
                  </a:cubicBezTo>
                  <a:lnTo>
                    <a:pt x="17580" y="11615"/>
                  </a:lnTo>
                  <a:cubicBezTo>
                    <a:pt x="18513" y="11612"/>
                    <a:pt x="19272" y="10856"/>
                    <a:pt x="19272" y="9920"/>
                  </a:cubicBezTo>
                  <a:lnTo>
                    <a:pt x="19272" y="1"/>
                  </a:lnTo>
                  <a:lnTo>
                    <a:pt x="9977" y="6948"/>
                  </a:lnTo>
                  <a:cubicBezTo>
                    <a:pt x="9877" y="7020"/>
                    <a:pt x="9760" y="7059"/>
                    <a:pt x="9636" y="7059"/>
                  </a:cubicBezTo>
                  <a:cubicBezTo>
                    <a:pt x="9513" y="7059"/>
                    <a:pt x="9395" y="7020"/>
                    <a:pt x="9299" y="6948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234" name="Google Shape;1234;p15"/>
            <p:cNvSpPr/>
            <p:nvPr/>
          </p:nvSpPr>
          <p:spPr>
            <a:xfrm>
              <a:off x="5340678" y="4164537"/>
              <a:ext cx="50378" cy="74529"/>
            </a:xfrm>
            <a:custGeom>
              <a:avLst/>
              <a:gdLst/>
              <a:ahLst/>
              <a:cxnLst/>
              <a:rect l="l" t="t" r="r" b="b"/>
              <a:pathLst>
                <a:path w="2862" h="4234" extrusionOk="0">
                  <a:moveTo>
                    <a:pt x="0" y="0"/>
                  </a:moveTo>
                  <a:lnTo>
                    <a:pt x="0" y="4234"/>
                  </a:lnTo>
                  <a:lnTo>
                    <a:pt x="2861" y="21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235" name="Google Shape;1235;p15"/>
            <p:cNvSpPr/>
            <p:nvPr/>
          </p:nvSpPr>
          <p:spPr>
            <a:xfrm>
              <a:off x="5071676" y="4164537"/>
              <a:ext cx="50378" cy="74529"/>
            </a:xfrm>
            <a:custGeom>
              <a:avLst/>
              <a:gdLst/>
              <a:ahLst/>
              <a:cxnLst/>
              <a:rect l="l" t="t" r="r" b="b"/>
              <a:pathLst>
                <a:path w="2862" h="4234" extrusionOk="0">
                  <a:moveTo>
                    <a:pt x="2861" y="0"/>
                  </a:moveTo>
                  <a:lnTo>
                    <a:pt x="0" y="2117"/>
                  </a:lnTo>
                  <a:lnTo>
                    <a:pt x="2861" y="4234"/>
                  </a:lnTo>
                  <a:lnTo>
                    <a:pt x="286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236" name="Google Shape;1236;p15"/>
            <p:cNvSpPr/>
            <p:nvPr/>
          </p:nvSpPr>
          <p:spPr>
            <a:xfrm>
              <a:off x="5141910" y="4084392"/>
              <a:ext cx="178912" cy="236683"/>
            </a:xfrm>
            <a:custGeom>
              <a:avLst/>
              <a:gdLst/>
              <a:ahLst/>
              <a:cxnLst/>
              <a:rect l="l" t="t" r="r" b="b"/>
              <a:pathLst>
                <a:path w="10164" h="13446" extrusionOk="0">
                  <a:moveTo>
                    <a:pt x="8468" y="3424"/>
                  </a:moveTo>
                  <a:cubicBezTo>
                    <a:pt x="8781" y="3424"/>
                    <a:pt x="9031" y="3677"/>
                    <a:pt x="9031" y="3990"/>
                  </a:cubicBezTo>
                  <a:cubicBezTo>
                    <a:pt x="9031" y="4300"/>
                    <a:pt x="8781" y="4553"/>
                    <a:pt x="8468" y="4553"/>
                  </a:cubicBezTo>
                  <a:lnTo>
                    <a:pt x="1693" y="4553"/>
                  </a:lnTo>
                  <a:cubicBezTo>
                    <a:pt x="1379" y="4553"/>
                    <a:pt x="1130" y="4300"/>
                    <a:pt x="1130" y="3990"/>
                  </a:cubicBezTo>
                  <a:cubicBezTo>
                    <a:pt x="1130" y="3677"/>
                    <a:pt x="1379" y="3424"/>
                    <a:pt x="1693" y="3424"/>
                  </a:cubicBezTo>
                  <a:close/>
                  <a:moveTo>
                    <a:pt x="8468" y="5682"/>
                  </a:moveTo>
                  <a:cubicBezTo>
                    <a:pt x="8781" y="5682"/>
                    <a:pt x="9031" y="5935"/>
                    <a:pt x="9031" y="6248"/>
                  </a:cubicBezTo>
                  <a:cubicBezTo>
                    <a:pt x="9031" y="6559"/>
                    <a:pt x="8781" y="6812"/>
                    <a:pt x="8468" y="6812"/>
                  </a:cubicBezTo>
                  <a:lnTo>
                    <a:pt x="1693" y="6812"/>
                  </a:lnTo>
                  <a:cubicBezTo>
                    <a:pt x="1379" y="6812"/>
                    <a:pt x="1130" y="6559"/>
                    <a:pt x="1130" y="6248"/>
                  </a:cubicBezTo>
                  <a:cubicBezTo>
                    <a:pt x="1130" y="5935"/>
                    <a:pt x="1379" y="5682"/>
                    <a:pt x="1693" y="5682"/>
                  </a:cubicBezTo>
                  <a:close/>
                  <a:moveTo>
                    <a:pt x="5080" y="7941"/>
                  </a:moveTo>
                  <a:cubicBezTo>
                    <a:pt x="5393" y="7941"/>
                    <a:pt x="5643" y="8194"/>
                    <a:pt x="5643" y="8507"/>
                  </a:cubicBezTo>
                  <a:cubicBezTo>
                    <a:pt x="5643" y="8817"/>
                    <a:pt x="5393" y="9070"/>
                    <a:pt x="5080" y="9070"/>
                  </a:cubicBezTo>
                  <a:lnTo>
                    <a:pt x="1693" y="9070"/>
                  </a:lnTo>
                  <a:cubicBezTo>
                    <a:pt x="1379" y="9070"/>
                    <a:pt x="1130" y="8817"/>
                    <a:pt x="1130" y="8507"/>
                  </a:cubicBezTo>
                  <a:cubicBezTo>
                    <a:pt x="1130" y="8194"/>
                    <a:pt x="1379" y="7941"/>
                    <a:pt x="1693" y="7941"/>
                  </a:cubicBezTo>
                  <a:close/>
                  <a:moveTo>
                    <a:pt x="563" y="0"/>
                  </a:moveTo>
                  <a:cubicBezTo>
                    <a:pt x="250" y="0"/>
                    <a:pt x="0" y="250"/>
                    <a:pt x="0" y="563"/>
                  </a:cubicBezTo>
                  <a:lnTo>
                    <a:pt x="0" y="9636"/>
                  </a:lnTo>
                  <a:lnTo>
                    <a:pt x="5080" y="13445"/>
                  </a:lnTo>
                  <a:lnTo>
                    <a:pt x="10163" y="9636"/>
                  </a:lnTo>
                  <a:lnTo>
                    <a:pt x="10163" y="563"/>
                  </a:lnTo>
                  <a:cubicBezTo>
                    <a:pt x="10163" y="250"/>
                    <a:pt x="9910" y="0"/>
                    <a:pt x="95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237" name="Google Shape;1237;p15"/>
          <p:cNvGrpSpPr/>
          <p:nvPr/>
        </p:nvGrpSpPr>
        <p:grpSpPr>
          <a:xfrm>
            <a:off x="4666195" y="1272586"/>
            <a:ext cx="278296" cy="339253"/>
            <a:chOff x="5110273" y="1253332"/>
            <a:chExt cx="278296" cy="339253"/>
          </a:xfrm>
        </p:grpSpPr>
        <p:sp>
          <p:nvSpPr>
            <p:cNvPr id="1238" name="Google Shape;1238;p15"/>
            <p:cNvSpPr/>
            <p:nvPr/>
          </p:nvSpPr>
          <p:spPr>
            <a:xfrm>
              <a:off x="5110273" y="1532297"/>
              <a:ext cx="52491" cy="39764"/>
            </a:xfrm>
            <a:custGeom>
              <a:avLst/>
              <a:gdLst/>
              <a:ahLst/>
              <a:cxnLst/>
              <a:rect l="l" t="t" r="r" b="b"/>
              <a:pathLst>
                <a:path w="2982" h="2259" extrusionOk="0">
                  <a:moveTo>
                    <a:pt x="1" y="0"/>
                  </a:moveTo>
                  <a:lnTo>
                    <a:pt x="1" y="563"/>
                  </a:lnTo>
                  <a:cubicBezTo>
                    <a:pt x="1" y="1500"/>
                    <a:pt x="756" y="2256"/>
                    <a:pt x="1693" y="2259"/>
                  </a:cubicBezTo>
                  <a:lnTo>
                    <a:pt x="2982" y="2259"/>
                  </a:lnTo>
                  <a:cubicBezTo>
                    <a:pt x="2711" y="1527"/>
                    <a:pt x="2515" y="768"/>
                    <a:pt x="24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239" name="Google Shape;1239;p15"/>
            <p:cNvSpPr/>
            <p:nvPr/>
          </p:nvSpPr>
          <p:spPr>
            <a:xfrm>
              <a:off x="5110273" y="1312952"/>
              <a:ext cx="198785" cy="199489"/>
            </a:xfrm>
            <a:custGeom>
              <a:avLst/>
              <a:gdLst/>
              <a:ahLst/>
              <a:cxnLst/>
              <a:rect l="l" t="t" r="r" b="b"/>
              <a:pathLst>
                <a:path w="11293" h="11333" extrusionOk="0">
                  <a:moveTo>
                    <a:pt x="1" y="1"/>
                  </a:moveTo>
                  <a:lnTo>
                    <a:pt x="1" y="11332"/>
                  </a:lnTo>
                  <a:lnTo>
                    <a:pt x="2283" y="11332"/>
                  </a:lnTo>
                  <a:cubicBezTo>
                    <a:pt x="2274" y="11142"/>
                    <a:pt x="2259" y="10956"/>
                    <a:pt x="2259" y="10766"/>
                  </a:cubicBezTo>
                  <a:lnTo>
                    <a:pt x="2259" y="9637"/>
                  </a:lnTo>
                  <a:cubicBezTo>
                    <a:pt x="2259" y="8396"/>
                    <a:pt x="2834" y="7249"/>
                    <a:pt x="3834" y="6490"/>
                  </a:cubicBezTo>
                  <a:lnTo>
                    <a:pt x="4517" y="5975"/>
                  </a:lnTo>
                  <a:lnTo>
                    <a:pt x="4517" y="3145"/>
                  </a:lnTo>
                  <a:cubicBezTo>
                    <a:pt x="4517" y="2051"/>
                    <a:pt x="5400" y="1169"/>
                    <a:pt x="6493" y="1169"/>
                  </a:cubicBezTo>
                  <a:cubicBezTo>
                    <a:pt x="7583" y="1169"/>
                    <a:pt x="8468" y="2051"/>
                    <a:pt x="8468" y="3145"/>
                  </a:cubicBezTo>
                  <a:lnTo>
                    <a:pt x="8468" y="3617"/>
                  </a:lnTo>
                  <a:cubicBezTo>
                    <a:pt x="8743" y="3487"/>
                    <a:pt x="9031" y="3426"/>
                    <a:pt x="9314" y="3426"/>
                  </a:cubicBezTo>
                  <a:cubicBezTo>
                    <a:pt x="10141" y="3426"/>
                    <a:pt x="10923" y="3949"/>
                    <a:pt x="11196" y="4795"/>
                  </a:cubicBezTo>
                  <a:cubicBezTo>
                    <a:pt x="11226" y="4780"/>
                    <a:pt x="11260" y="4771"/>
                    <a:pt x="11293" y="4759"/>
                  </a:cubicBezTo>
                  <a:lnTo>
                    <a:pt x="1129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240" name="Google Shape;1240;p15"/>
            <p:cNvSpPr/>
            <p:nvPr/>
          </p:nvSpPr>
          <p:spPr>
            <a:xfrm>
              <a:off x="5110273" y="1253332"/>
              <a:ext cx="198785" cy="39764"/>
            </a:xfrm>
            <a:custGeom>
              <a:avLst/>
              <a:gdLst/>
              <a:ahLst/>
              <a:cxnLst/>
              <a:rect l="l" t="t" r="r" b="b"/>
              <a:pathLst>
                <a:path w="11293" h="2259" extrusionOk="0">
                  <a:moveTo>
                    <a:pt x="1693" y="0"/>
                  </a:moveTo>
                  <a:cubicBezTo>
                    <a:pt x="756" y="0"/>
                    <a:pt x="1" y="759"/>
                    <a:pt x="1" y="1695"/>
                  </a:cubicBezTo>
                  <a:lnTo>
                    <a:pt x="1" y="2259"/>
                  </a:lnTo>
                  <a:lnTo>
                    <a:pt x="11293" y="2259"/>
                  </a:lnTo>
                  <a:lnTo>
                    <a:pt x="11293" y="1695"/>
                  </a:lnTo>
                  <a:cubicBezTo>
                    <a:pt x="11290" y="759"/>
                    <a:pt x="10534" y="0"/>
                    <a:pt x="95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241" name="Google Shape;1241;p15"/>
            <p:cNvSpPr/>
            <p:nvPr/>
          </p:nvSpPr>
          <p:spPr>
            <a:xfrm>
              <a:off x="5169910" y="1353402"/>
              <a:ext cx="218658" cy="239183"/>
            </a:xfrm>
            <a:custGeom>
              <a:avLst/>
              <a:gdLst/>
              <a:ahLst/>
              <a:cxnLst/>
              <a:rect l="l" t="t" r="r" b="b"/>
              <a:pathLst>
                <a:path w="12422" h="13588" extrusionOk="0">
                  <a:moveTo>
                    <a:pt x="3105" y="0"/>
                  </a:moveTo>
                  <a:cubicBezTo>
                    <a:pt x="2635" y="0"/>
                    <a:pt x="2259" y="377"/>
                    <a:pt x="2259" y="847"/>
                  </a:cubicBezTo>
                  <a:lnTo>
                    <a:pt x="2259" y="8468"/>
                  </a:lnTo>
                  <a:cubicBezTo>
                    <a:pt x="2259" y="8781"/>
                    <a:pt x="2006" y="9031"/>
                    <a:pt x="1693" y="9031"/>
                  </a:cubicBezTo>
                  <a:cubicBezTo>
                    <a:pt x="1379" y="9031"/>
                    <a:pt x="1129" y="8781"/>
                    <a:pt x="1129" y="8468"/>
                  </a:cubicBezTo>
                  <a:lnTo>
                    <a:pt x="1129" y="5095"/>
                  </a:lnTo>
                  <a:cubicBezTo>
                    <a:pt x="419" y="5622"/>
                    <a:pt x="0" y="6453"/>
                    <a:pt x="0" y="7339"/>
                  </a:cubicBezTo>
                  <a:lnTo>
                    <a:pt x="0" y="8468"/>
                  </a:lnTo>
                  <a:cubicBezTo>
                    <a:pt x="0" y="10052"/>
                    <a:pt x="368" y="11615"/>
                    <a:pt x="1069" y="13036"/>
                  </a:cubicBezTo>
                  <a:cubicBezTo>
                    <a:pt x="1223" y="13346"/>
                    <a:pt x="1322" y="13587"/>
                    <a:pt x="1693" y="13587"/>
                  </a:cubicBezTo>
                  <a:lnTo>
                    <a:pt x="10726" y="13587"/>
                  </a:lnTo>
                  <a:cubicBezTo>
                    <a:pt x="11097" y="13587"/>
                    <a:pt x="11196" y="13346"/>
                    <a:pt x="11350" y="13036"/>
                  </a:cubicBezTo>
                  <a:cubicBezTo>
                    <a:pt x="12051" y="11615"/>
                    <a:pt x="12419" y="10052"/>
                    <a:pt x="12422" y="8468"/>
                  </a:cubicBezTo>
                  <a:lnTo>
                    <a:pt x="12422" y="5363"/>
                  </a:lnTo>
                  <a:cubicBezTo>
                    <a:pt x="12422" y="4894"/>
                    <a:pt x="12042" y="4517"/>
                    <a:pt x="11572" y="4517"/>
                  </a:cubicBezTo>
                  <a:cubicBezTo>
                    <a:pt x="11106" y="4517"/>
                    <a:pt x="10726" y="4894"/>
                    <a:pt x="10726" y="5363"/>
                  </a:cubicBezTo>
                  <a:lnTo>
                    <a:pt x="10726" y="7339"/>
                  </a:lnTo>
                  <a:cubicBezTo>
                    <a:pt x="10726" y="7652"/>
                    <a:pt x="10473" y="7902"/>
                    <a:pt x="10163" y="7902"/>
                  </a:cubicBezTo>
                  <a:cubicBezTo>
                    <a:pt x="9850" y="7902"/>
                    <a:pt x="9597" y="7652"/>
                    <a:pt x="9597" y="7339"/>
                  </a:cubicBezTo>
                  <a:lnTo>
                    <a:pt x="9597" y="6297"/>
                  </a:lnTo>
                  <a:lnTo>
                    <a:pt x="9597" y="4234"/>
                  </a:lnTo>
                  <a:cubicBezTo>
                    <a:pt x="9597" y="3764"/>
                    <a:pt x="9218" y="3388"/>
                    <a:pt x="8751" y="3388"/>
                  </a:cubicBezTo>
                  <a:cubicBezTo>
                    <a:pt x="8281" y="3388"/>
                    <a:pt x="7905" y="3764"/>
                    <a:pt x="7905" y="4234"/>
                  </a:cubicBezTo>
                  <a:lnTo>
                    <a:pt x="7905" y="6210"/>
                  </a:lnTo>
                  <a:cubicBezTo>
                    <a:pt x="7905" y="6523"/>
                    <a:pt x="7652" y="6773"/>
                    <a:pt x="7339" y="6773"/>
                  </a:cubicBezTo>
                  <a:cubicBezTo>
                    <a:pt x="7025" y="6773"/>
                    <a:pt x="6776" y="6523"/>
                    <a:pt x="6776" y="6210"/>
                  </a:cubicBezTo>
                  <a:lnTo>
                    <a:pt x="6776" y="3105"/>
                  </a:lnTo>
                  <a:cubicBezTo>
                    <a:pt x="6776" y="2635"/>
                    <a:pt x="6396" y="2259"/>
                    <a:pt x="5926" y="2259"/>
                  </a:cubicBezTo>
                  <a:cubicBezTo>
                    <a:pt x="5460" y="2259"/>
                    <a:pt x="5080" y="2635"/>
                    <a:pt x="5080" y="3105"/>
                  </a:cubicBezTo>
                  <a:lnTo>
                    <a:pt x="5080" y="6210"/>
                  </a:lnTo>
                  <a:cubicBezTo>
                    <a:pt x="5080" y="6523"/>
                    <a:pt x="4827" y="6773"/>
                    <a:pt x="4517" y="6773"/>
                  </a:cubicBezTo>
                  <a:cubicBezTo>
                    <a:pt x="4204" y="6773"/>
                    <a:pt x="3951" y="6523"/>
                    <a:pt x="3951" y="6210"/>
                  </a:cubicBezTo>
                  <a:lnTo>
                    <a:pt x="3951" y="847"/>
                  </a:lnTo>
                  <a:cubicBezTo>
                    <a:pt x="3951" y="377"/>
                    <a:pt x="3572" y="0"/>
                    <a:pt x="310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6" name="Google Shape;1246;p16"/>
          <p:cNvSpPr/>
          <p:nvPr/>
        </p:nvSpPr>
        <p:spPr>
          <a:xfrm>
            <a:off x="2419074" y="1627851"/>
            <a:ext cx="1561250" cy="1362900"/>
          </a:xfrm>
          <a:custGeom>
            <a:avLst/>
            <a:gdLst/>
            <a:ahLst/>
            <a:cxnLst/>
            <a:rect l="l" t="t" r="r" b="b"/>
            <a:pathLst>
              <a:path w="62450" h="54516" extrusionOk="0">
                <a:moveTo>
                  <a:pt x="62450" y="54516"/>
                </a:moveTo>
                <a:lnTo>
                  <a:pt x="6906" y="16384"/>
                </a:lnTo>
                <a:lnTo>
                  <a:pt x="6906" y="0"/>
                </a:lnTo>
                <a:lnTo>
                  <a:pt x="0" y="0"/>
                </a:lnTo>
              </a:path>
            </a:pathLst>
          </a:custGeom>
          <a:noFill/>
          <a:ln w="7620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247" name="Google Shape;1247;p16"/>
          <p:cNvSpPr/>
          <p:nvPr/>
        </p:nvSpPr>
        <p:spPr>
          <a:xfrm flipH="1">
            <a:off x="5221411" y="1627851"/>
            <a:ext cx="1561250" cy="1362900"/>
          </a:xfrm>
          <a:custGeom>
            <a:avLst/>
            <a:gdLst/>
            <a:ahLst/>
            <a:cxnLst/>
            <a:rect l="l" t="t" r="r" b="b"/>
            <a:pathLst>
              <a:path w="62450" h="54516" extrusionOk="0">
                <a:moveTo>
                  <a:pt x="62450" y="54516"/>
                </a:moveTo>
                <a:lnTo>
                  <a:pt x="6906" y="16384"/>
                </a:lnTo>
                <a:lnTo>
                  <a:pt x="6906" y="0"/>
                </a:lnTo>
                <a:lnTo>
                  <a:pt x="0" y="0"/>
                </a:lnTo>
              </a:path>
            </a:pathLst>
          </a:custGeom>
          <a:noFill/>
          <a:ln w="7620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248" name="Google Shape;1248;p16"/>
          <p:cNvSpPr/>
          <p:nvPr/>
        </p:nvSpPr>
        <p:spPr>
          <a:xfrm>
            <a:off x="2418775" y="3231450"/>
            <a:ext cx="1631125" cy="839600"/>
          </a:xfrm>
          <a:custGeom>
            <a:avLst/>
            <a:gdLst/>
            <a:ahLst/>
            <a:cxnLst/>
            <a:rect l="l" t="t" r="r" b="b"/>
            <a:pathLst>
              <a:path w="65245" h="33584" extrusionOk="0">
                <a:moveTo>
                  <a:pt x="65245" y="13264"/>
                </a:moveTo>
                <a:lnTo>
                  <a:pt x="33918" y="33584"/>
                </a:lnTo>
                <a:lnTo>
                  <a:pt x="6260" y="33584"/>
                </a:lnTo>
                <a:lnTo>
                  <a:pt x="5978" y="0"/>
                </a:lnTo>
                <a:lnTo>
                  <a:pt x="0" y="51"/>
                </a:lnTo>
              </a:path>
            </a:pathLst>
          </a:custGeom>
          <a:noFill/>
          <a:ln w="7620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249" name="Google Shape;1249;p16"/>
          <p:cNvSpPr/>
          <p:nvPr/>
        </p:nvSpPr>
        <p:spPr>
          <a:xfrm>
            <a:off x="5150525" y="3231450"/>
            <a:ext cx="1619900" cy="839600"/>
          </a:xfrm>
          <a:custGeom>
            <a:avLst/>
            <a:gdLst/>
            <a:ahLst/>
            <a:cxnLst/>
            <a:rect l="l" t="t" r="r" b="b"/>
            <a:pathLst>
              <a:path w="64796" h="33584" extrusionOk="0">
                <a:moveTo>
                  <a:pt x="0" y="13635"/>
                </a:moveTo>
                <a:lnTo>
                  <a:pt x="30878" y="33584"/>
                </a:lnTo>
                <a:lnTo>
                  <a:pt x="58536" y="33584"/>
                </a:lnTo>
                <a:lnTo>
                  <a:pt x="58818" y="0"/>
                </a:lnTo>
                <a:lnTo>
                  <a:pt x="64796" y="51"/>
                </a:lnTo>
              </a:path>
            </a:pathLst>
          </a:custGeom>
          <a:noFill/>
          <a:ln w="7620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sp>
      <p:grpSp>
        <p:nvGrpSpPr>
          <p:cNvPr id="1250" name="Google Shape;1250;p16"/>
          <p:cNvGrpSpPr/>
          <p:nvPr/>
        </p:nvGrpSpPr>
        <p:grpSpPr>
          <a:xfrm>
            <a:off x="3189100" y="2403814"/>
            <a:ext cx="2827819" cy="1666506"/>
            <a:chOff x="3189100" y="2403814"/>
            <a:chExt cx="2827819" cy="1666506"/>
          </a:xfrm>
        </p:grpSpPr>
        <p:cxnSp>
          <p:nvCxnSpPr>
            <p:cNvPr id="1251" name="Google Shape;1251;p16"/>
            <p:cNvCxnSpPr/>
            <p:nvPr/>
          </p:nvCxnSpPr>
          <p:spPr>
            <a:xfrm rot="10800000" flipH="1">
              <a:off x="4380086" y="3097333"/>
              <a:ext cx="1594500" cy="945600"/>
            </a:xfrm>
            <a:prstGeom prst="straightConnector1">
              <a:avLst/>
            </a:prstGeom>
            <a:noFill/>
            <a:ln w="762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52" name="Google Shape;1252;p16"/>
            <p:cNvCxnSpPr/>
            <p:nvPr/>
          </p:nvCxnSpPr>
          <p:spPr>
            <a:xfrm>
              <a:off x="3189100" y="3055719"/>
              <a:ext cx="1735800" cy="1014600"/>
            </a:xfrm>
            <a:prstGeom prst="straightConnector1">
              <a:avLst/>
            </a:prstGeom>
            <a:noFill/>
            <a:ln w="762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53" name="Google Shape;1253;p16"/>
            <p:cNvCxnSpPr/>
            <p:nvPr/>
          </p:nvCxnSpPr>
          <p:spPr>
            <a:xfrm>
              <a:off x="4169825" y="2404544"/>
              <a:ext cx="1735800" cy="1014600"/>
            </a:xfrm>
            <a:prstGeom prst="straightConnector1">
              <a:avLst/>
            </a:prstGeom>
            <a:noFill/>
            <a:ln w="762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54" name="Google Shape;1254;p16"/>
            <p:cNvCxnSpPr/>
            <p:nvPr/>
          </p:nvCxnSpPr>
          <p:spPr>
            <a:xfrm rot="10800000" flipH="1">
              <a:off x="3301997" y="2439067"/>
              <a:ext cx="1594500" cy="945600"/>
            </a:xfrm>
            <a:prstGeom prst="straightConnector1">
              <a:avLst/>
            </a:prstGeom>
            <a:noFill/>
            <a:ln w="762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55" name="Google Shape;1255;p16"/>
            <p:cNvCxnSpPr/>
            <p:nvPr/>
          </p:nvCxnSpPr>
          <p:spPr>
            <a:xfrm>
              <a:off x="3189100" y="3054989"/>
              <a:ext cx="1735800" cy="1014600"/>
            </a:xfrm>
            <a:prstGeom prst="straightConnector1">
              <a:avLst/>
            </a:prstGeom>
            <a:noFill/>
            <a:ln w="2857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56" name="Google Shape;1256;p16"/>
            <p:cNvCxnSpPr/>
            <p:nvPr/>
          </p:nvCxnSpPr>
          <p:spPr>
            <a:xfrm>
              <a:off x="4169825" y="2403814"/>
              <a:ext cx="1735800" cy="1014600"/>
            </a:xfrm>
            <a:prstGeom prst="straightConnector1">
              <a:avLst/>
            </a:prstGeom>
            <a:noFill/>
            <a:ln w="2857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57" name="Google Shape;1257;p16"/>
            <p:cNvCxnSpPr/>
            <p:nvPr/>
          </p:nvCxnSpPr>
          <p:spPr>
            <a:xfrm rot="10800000" flipH="1">
              <a:off x="3301997" y="2438336"/>
              <a:ext cx="1594500" cy="945600"/>
            </a:xfrm>
            <a:prstGeom prst="straightConnector1">
              <a:avLst/>
            </a:prstGeom>
            <a:noFill/>
            <a:ln w="2857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58" name="Google Shape;1258;p16"/>
            <p:cNvCxnSpPr/>
            <p:nvPr/>
          </p:nvCxnSpPr>
          <p:spPr>
            <a:xfrm rot="10800000" flipH="1">
              <a:off x="4422419" y="3069111"/>
              <a:ext cx="1594500" cy="945600"/>
            </a:xfrm>
            <a:prstGeom prst="straightConnector1">
              <a:avLst/>
            </a:prstGeom>
            <a:noFill/>
            <a:ln w="2857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259" name="Google Shape;1259;p16"/>
          <p:cNvSpPr txBox="1">
            <a:spLocks noGrp="1"/>
          </p:cNvSpPr>
          <p:nvPr>
            <p:ph type="title"/>
          </p:nvPr>
        </p:nvSpPr>
        <p:spPr>
          <a:xfrm>
            <a:off x="514775" y="300700"/>
            <a:ext cx="8114400" cy="51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Technologies Required</a:t>
            </a:r>
            <a:endParaRPr/>
          </a:p>
        </p:txBody>
      </p:sp>
      <p:sp>
        <p:nvSpPr>
          <p:cNvPr id="1260" name="Google Shape;1260;p16"/>
          <p:cNvSpPr/>
          <p:nvPr/>
        </p:nvSpPr>
        <p:spPr>
          <a:xfrm>
            <a:off x="2419074" y="1627851"/>
            <a:ext cx="1561250" cy="1362900"/>
          </a:xfrm>
          <a:custGeom>
            <a:avLst/>
            <a:gdLst/>
            <a:ahLst/>
            <a:cxnLst/>
            <a:rect l="l" t="t" r="r" b="b"/>
            <a:pathLst>
              <a:path w="62450" h="54516" extrusionOk="0">
                <a:moveTo>
                  <a:pt x="62450" y="54516"/>
                </a:moveTo>
                <a:lnTo>
                  <a:pt x="6906" y="16384"/>
                </a:lnTo>
                <a:lnTo>
                  <a:pt x="6906" y="0"/>
                </a:lnTo>
                <a:lnTo>
                  <a:pt x="0" y="0"/>
                </a:lnTo>
              </a:path>
            </a:pathLst>
          </a:custGeom>
          <a:noFill/>
          <a:ln w="2857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sp>
      <p:grpSp>
        <p:nvGrpSpPr>
          <p:cNvPr id="1261" name="Google Shape;1261;p16"/>
          <p:cNvGrpSpPr/>
          <p:nvPr/>
        </p:nvGrpSpPr>
        <p:grpSpPr>
          <a:xfrm>
            <a:off x="480188" y="1462650"/>
            <a:ext cx="1872412" cy="941187"/>
            <a:chOff x="480188" y="1462650"/>
            <a:chExt cx="1872412" cy="941187"/>
          </a:xfrm>
        </p:grpSpPr>
        <p:sp>
          <p:nvSpPr>
            <p:cNvPr id="1262" name="Google Shape;1262;p16"/>
            <p:cNvSpPr txBox="1"/>
            <p:nvPr/>
          </p:nvSpPr>
          <p:spPr>
            <a:xfrm>
              <a:off x="480300" y="1794237"/>
              <a:ext cx="18723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Python, FastAPI, TensorFlow, 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63" name="Google Shape;1263;p16"/>
            <p:cNvSpPr txBox="1"/>
            <p:nvPr/>
          </p:nvSpPr>
          <p:spPr>
            <a:xfrm>
              <a:off x="480188" y="1462650"/>
              <a:ext cx="1872300" cy="31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accent1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Core Technologies</a:t>
              </a:r>
              <a:endParaRPr sz="1800">
                <a:solidFill>
                  <a:schemeClr val="accen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sp>
        <p:nvSpPr>
          <p:cNvPr id="1264" name="Google Shape;1264;p16"/>
          <p:cNvSpPr/>
          <p:nvPr/>
        </p:nvSpPr>
        <p:spPr>
          <a:xfrm flipH="1">
            <a:off x="5221411" y="1627851"/>
            <a:ext cx="1561250" cy="1362900"/>
          </a:xfrm>
          <a:custGeom>
            <a:avLst/>
            <a:gdLst/>
            <a:ahLst/>
            <a:cxnLst/>
            <a:rect l="l" t="t" r="r" b="b"/>
            <a:pathLst>
              <a:path w="62450" h="54516" extrusionOk="0">
                <a:moveTo>
                  <a:pt x="62450" y="54516"/>
                </a:moveTo>
                <a:lnTo>
                  <a:pt x="6906" y="16384"/>
                </a:lnTo>
                <a:lnTo>
                  <a:pt x="6906" y="0"/>
                </a:lnTo>
                <a:lnTo>
                  <a:pt x="0" y="0"/>
                </a:lnTo>
              </a:path>
            </a:pathLst>
          </a:custGeom>
          <a:noFill/>
          <a:ln w="2857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sp>
      <p:grpSp>
        <p:nvGrpSpPr>
          <p:cNvPr id="1265" name="Google Shape;1265;p16"/>
          <p:cNvGrpSpPr/>
          <p:nvPr/>
        </p:nvGrpSpPr>
        <p:grpSpPr>
          <a:xfrm>
            <a:off x="6791350" y="1460875"/>
            <a:ext cx="1872361" cy="1035075"/>
            <a:chOff x="6791350" y="1460875"/>
            <a:chExt cx="1872361" cy="1035075"/>
          </a:xfrm>
        </p:grpSpPr>
        <p:sp>
          <p:nvSpPr>
            <p:cNvPr id="1266" name="Google Shape;1266;p16"/>
            <p:cNvSpPr txBox="1"/>
            <p:nvPr/>
          </p:nvSpPr>
          <p:spPr>
            <a:xfrm flipH="1">
              <a:off x="6791350" y="1886350"/>
              <a:ext cx="18723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Parquet, Pandas/NumPy NetworkX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67" name="Google Shape;1267;p16"/>
            <p:cNvSpPr txBox="1"/>
            <p:nvPr/>
          </p:nvSpPr>
          <p:spPr>
            <a:xfrm flipH="1">
              <a:off x="6791411" y="1460875"/>
              <a:ext cx="1872300" cy="31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accent1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Data Processing</a:t>
              </a:r>
              <a:endParaRPr sz="1800">
                <a:solidFill>
                  <a:schemeClr val="accen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1268" name="Google Shape;1268;p16"/>
          <p:cNvGrpSpPr/>
          <p:nvPr/>
        </p:nvGrpSpPr>
        <p:grpSpPr>
          <a:xfrm>
            <a:off x="3963387" y="1406817"/>
            <a:ext cx="1165988" cy="1568666"/>
            <a:chOff x="3478424" y="1308364"/>
            <a:chExt cx="2187185" cy="2942536"/>
          </a:xfrm>
        </p:grpSpPr>
        <p:sp>
          <p:nvSpPr>
            <p:cNvPr id="1269" name="Google Shape;1269;p16"/>
            <p:cNvSpPr/>
            <p:nvPr/>
          </p:nvSpPr>
          <p:spPr>
            <a:xfrm>
              <a:off x="3485139" y="2969821"/>
              <a:ext cx="2180470" cy="1281079"/>
            </a:xfrm>
            <a:custGeom>
              <a:avLst/>
              <a:gdLst/>
              <a:ahLst/>
              <a:cxnLst/>
              <a:rect l="l" t="t" r="r" b="b"/>
              <a:pathLst>
                <a:path w="79261" h="46572" extrusionOk="0">
                  <a:moveTo>
                    <a:pt x="39635" y="1"/>
                  </a:moveTo>
                  <a:cubicBezTo>
                    <a:pt x="38749" y="1"/>
                    <a:pt x="37862" y="230"/>
                    <a:pt x="37065" y="688"/>
                  </a:cubicBezTo>
                  <a:lnTo>
                    <a:pt x="1679" y="21119"/>
                  </a:lnTo>
                  <a:cubicBezTo>
                    <a:pt x="1" y="22084"/>
                    <a:pt x="1" y="24489"/>
                    <a:pt x="1679" y="25453"/>
                  </a:cubicBezTo>
                  <a:lnTo>
                    <a:pt x="37065" y="45884"/>
                  </a:lnTo>
                  <a:cubicBezTo>
                    <a:pt x="37862" y="46343"/>
                    <a:pt x="38749" y="46572"/>
                    <a:pt x="39635" y="46572"/>
                  </a:cubicBezTo>
                  <a:cubicBezTo>
                    <a:pt x="40520" y="46572"/>
                    <a:pt x="41405" y="46343"/>
                    <a:pt x="42196" y="45884"/>
                  </a:cubicBezTo>
                  <a:lnTo>
                    <a:pt x="77594" y="25453"/>
                  </a:lnTo>
                  <a:cubicBezTo>
                    <a:pt x="79260" y="24489"/>
                    <a:pt x="79260" y="22084"/>
                    <a:pt x="77594" y="21119"/>
                  </a:cubicBezTo>
                  <a:lnTo>
                    <a:pt x="42196" y="688"/>
                  </a:lnTo>
                  <a:cubicBezTo>
                    <a:pt x="41405" y="230"/>
                    <a:pt x="40520" y="1"/>
                    <a:pt x="396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270;p16"/>
            <p:cNvSpPr/>
            <p:nvPr/>
          </p:nvSpPr>
          <p:spPr>
            <a:xfrm>
              <a:off x="3793045" y="1947520"/>
              <a:ext cx="1550129" cy="2096604"/>
            </a:xfrm>
            <a:custGeom>
              <a:avLst/>
              <a:gdLst/>
              <a:ahLst/>
              <a:cxnLst/>
              <a:rect l="l" t="t" r="r" b="b"/>
              <a:pathLst>
                <a:path w="52721" h="71307" extrusionOk="0">
                  <a:moveTo>
                    <a:pt x="52709" y="0"/>
                  </a:moveTo>
                  <a:lnTo>
                    <a:pt x="0" y="0"/>
                  </a:lnTo>
                  <a:lnTo>
                    <a:pt x="0" y="55495"/>
                  </a:lnTo>
                  <a:cubicBezTo>
                    <a:pt x="0" y="56090"/>
                    <a:pt x="321" y="56650"/>
                    <a:pt x="845" y="56948"/>
                  </a:cubicBezTo>
                  <a:lnTo>
                    <a:pt x="24646" y="70699"/>
                  </a:lnTo>
                  <a:cubicBezTo>
                    <a:pt x="25706" y="71306"/>
                    <a:pt x="27027" y="71306"/>
                    <a:pt x="28087" y="70699"/>
                  </a:cubicBezTo>
                  <a:lnTo>
                    <a:pt x="51876" y="56948"/>
                  </a:lnTo>
                  <a:cubicBezTo>
                    <a:pt x="52399" y="56650"/>
                    <a:pt x="52721" y="56090"/>
                    <a:pt x="52721" y="55495"/>
                  </a:cubicBezTo>
                  <a:lnTo>
                    <a:pt x="52721" y="5549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271;p16"/>
            <p:cNvSpPr/>
            <p:nvPr/>
          </p:nvSpPr>
          <p:spPr>
            <a:xfrm>
              <a:off x="3784988" y="1482593"/>
              <a:ext cx="1566242" cy="929825"/>
            </a:xfrm>
            <a:custGeom>
              <a:avLst/>
              <a:gdLst/>
              <a:ahLst/>
              <a:cxnLst/>
              <a:rect l="l" t="t" r="r" b="b"/>
              <a:pathLst>
                <a:path w="53269" h="31624" extrusionOk="0">
                  <a:moveTo>
                    <a:pt x="24920" y="31004"/>
                  </a:moveTo>
                  <a:lnTo>
                    <a:pt x="1119" y="17265"/>
                  </a:lnTo>
                  <a:cubicBezTo>
                    <a:pt x="0" y="16622"/>
                    <a:pt x="0" y="15002"/>
                    <a:pt x="1119" y="14359"/>
                  </a:cubicBezTo>
                  <a:lnTo>
                    <a:pt x="24920" y="620"/>
                  </a:lnTo>
                  <a:cubicBezTo>
                    <a:pt x="25980" y="1"/>
                    <a:pt x="27301" y="1"/>
                    <a:pt x="28361" y="620"/>
                  </a:cubicBezTo>
                  <a:lnTo>
                    <a:pt x="52150" y="14359"/>
                  </a:lnTo>
                  <a:cubicBezTo>
                    <a:pt x="53269" y="15002"/>
                    <a:pt x="53269" y="16622"/>
                    <a:pt x="52150" y="17265"/>
                  </a:cubicBezTo>
                  <a:lnTo>
                    <a:pt x="28361" y="31004"/>
                  </a:lnTo>
                  <a:cubicBezTo>
                    <a:pt x="27289" y="31624"/>
                    <a:pt x="25980" y="31624"/>
                    <a:pt x="24920" y="3100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272;p16"/>
            <p:cNvSpPr/>
            <p:nvPr/>
          </p:nvSpPr>
          <p:spPr>
            <a:xfrm>
              <a:off x="3818244" y="2089627"/>
              <a:ext cx="711364" cy="456533"/>
            </a:xfrm>
            <a:custGeom>
              <a:avLst/>
              <a:gdLst/>
              <a:ahLst/>
              <a:cxnLst/>
              <a:rect l="l" t="t" r="r" b="b"/>
              <a:pathLst>
                <a:path w="24194" h="15527" extrusionOk="0">
                  <a:moveTo>
                    <a:pt x="24194" y="15527"/>
                  </a:moveTo>
                  <a:lnTo>
                    <a:pt x="0" y="1561"/>
                  </a:lnTo>
                  <a:lnTo>
                    <a:pt x="0" y="1"/>
                  </a:lnTo>
                  <a:lnTo>
                    <a:pt x="24194" y="1395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16"/>
            <p:cNvSpPr/>
            <p:nvPr/>
          </p:nvSpPr>
          <p:spPr>
            <a:xfrm>
              <a:off x="3818244" y="2153697"/>
              <a:ext cx="711364" cy="456885"/>
            </a:xfrm>
            <a:custGeom>
              <a:avLst/>
              <a:gdLst/>
              <a:ahLst/>
              <a:cxnLst/>
              <a:rect l="l" t="t" r="r" b="b"/>
              <a:pathLst>
                <a:path w="24194" h="15539" extrusionOk="0">
                  <a:moveTo>
                    <a:pt x="24194" y="15538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16"/>
            <p:cNvSpPr/>
            <p:nvPr/>
          </p:nvSpPr>
          <p:spPr>
            <a:xfrm>
              <a:off x="3818244" y="2218120"/>
              <a:ext cx="711364" cy="456533"/>
            </a:xfrm>
            <a:custGeom>
              <a:avLst/>
              <a:gdLst/>
              <a:ahLst/>
              <a:cxnLst/>
              <a:rect l="l" t="t" r="r" b="b"/>
              <a:pathLst>
                <a:path w="24194" h="15527" extrusionOk="0">
                  <a:moveTo>
                    <a:pt x="24194" y="15526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1275;p16"/>
            <p:cNvSpPr/>
            <p:nvPr/>
          </p:nvSpPr>
          <p:spPr>
            <a:xfrm>
              <a:off x="3818244" y="2282543"/>
              <a:ext cx="711364" cy="456533"/>
            </a:xfrm>
            <a:custGeom>
              <a:avLst/>
              <a:gdLst/>
              <a:ahLst/>
              <a:cxnLst/>
              <a:rect l="l" t="t" r="r" b="b"/>
              <a:pathLst>
                <a:path w="24194" h="15527" extrusionOk="0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276;p16"/>
            <p:cNvSpPr/>
            <p:nvPr/>
          </p:nvSpPr>
          <p:spPr>
            <a:xfrm>
              <a:off x="3818244" y="2346966"/>
              <a:ext cx="711364" cy="456503"/>
            </a:xfrm>
            <a:custGeom>
              <a:avLst/>
              <a:gdLst/>
              <a:ahLst/>
              <a:cxnLst/>
              <a:rect l="l" t="t" r="r" b="b"/>
              <a:pathLst>
                <a:path w="24194" h="15526" extrusionOk="0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16"/>
            <p:cNvSpPr/>
            <p:nvPr/>
          </p:nvSpPr>
          <p:spPr>
            <a:xfrm>
              <a:off x="3818244" y="2461786"/>
              <a:ext cx="711364" cy="456533"/>
            </a:xfrm>
            <a:custGeom>
              <a:avLst/>
              <a:gdLst/>
              <a:ahLst/>
              <a:cxnLst/>
              <a:rect l="l" t="t" r="r" b="b"/>
              <a:pathLst>
                <a:path w="24194" h="15527" extrusionOk="0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16"/>
            <p:cNvSpPr/>
            <p:nvPr/>
          </p:nvSpPr>
          <p:spPr>
            <a:xfrm>
              <a:off x="3818244" y="2526209"/>
              <a:ext cx="711364" cy="456503"/>
            </a:xfrm>
            <a:custGeom>
              <a:avLst/>
              <a:gdLst/>
              <a:ahLst/>
              <a:cxnLst/>
              <a:rect l="l" t="t" r="r" b="b"/>
              <a:pathLst>
                <a:path w="24194" h="15526" extrusionOk="0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54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16"/>
            <p:cNvSpPr/>
            <p:nvPr/>
          </p:nvSpPr>
          <p:spPr>
            <a:xfrm>
              <a:off x="3818244" y="2590250"/>
              <a:ext cx="711364" cy="456885"/>
            </a:xfrm>
            <a:custGeom>
              <a:avLst/>
              <a:gdLst/>
              <a:ahLst/>
              <a:cxnLst/>
              <a:rect l="l" t="t" r="r" b="b"/>
              <a:pathLst>
                <a:path w="24194" h="15539" extrusionOk="0">
                  <a:moveTo>
                    <a:pt x="24194" y="15538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16"/>
            <p:cNvSpPr/>
            <p:nvPr/>
          </p:nvSpPr>
          <p:spPr>
            <a:xfrm>
              <a:off x="3818244" y="2654673"/>
              <a:ext cx="711364" cy="456533"/>
            </a:xfrm>
            <a:custGeom>
              <a:avLst/>
              <a:gdLst/>
              <a:ahLst/>
              <a:cxnLst/>
              <a:rect l="l" t="t" r="r" b="b"/>
              <a:pathLst>
                <a:path w="24194" h="15527" extrusionOk="0">
                  <a:moveTo>
                    <a:pt x="24194" y="15526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281;p16"/>
            <p:cNvSpPr/>
            <p:nvPr/>
          </p:nvSpPr>
          <p:spPr>
            <a:xfrm>
              <a:off x="3818244" y="2719096"/>
              <a:ext cx="711364" cy="456533"/>
            </a:xfrm>
            <a:custGeom>
              <a:avLst/>
              <a:gdLst/>
              <a:ahLst/>
              <a:cxnLst/>
              <a:rect l="l" t="t" r="r" b="b"/>
              <a:pathLst>
                <a:path w="24194" h="15527" extrusionOk="0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282;p16"/>
            <p:cNvSpPr/>
            <p:nvPr/>
          </p:nvSpPr>
          <p:spPr>
            <a:xfrm>
              <a:off x="3818244" y="2833916"/>
              <a:ext cx="711364" cy="456533"/>
            </a:xfrm>
            <a:custGeom>
              <a:avLst/>
              <a:gdLst/>
              <a:ahLst/>
              <a:cxnLst/>
              <a:rect l="l" t="t" r="r" b="b"/>
              <a:pathLst>
                <a:path w="24194" h="15527" extrusionOk="0">
                  <a:moveTo>
                    <a:pt x="24194" y="15526"/>
                  </a:moveTo>
                  <a:lnTo>
                    <a:pt x="0" y="1560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16"/>
            <p:cNvSpPr/>
            <p:nvPr/>
          </p:nvSpPr>
          <p:spPr>
            <a:xfrm>
              <a:off x="3818244" y="2898339"/>
              <a:ext cx="711364" cy="456533"/>
            </a:xfrm>
            <a:custGeom>
              <a:avLst/>
              <a:gdLst/>
              <a:ahLst/>
              <a:cxnLst/>
              <a:rect l="l" t="t" r="r" b="b"/>
              <a:pathLst>
                <a:path w="24194" h="15527" extrusionOk="0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1284;p16"/>
            <p:cNvSpPr/>
            <p:nvPr/>
          </p:nvSpPr>
          <p:spPr>
            <a:xfrm>
              <a:off x="3818244" y="2962762"/>
              <a:ext cx="711364" cy="456503"/>
            </a:xfrm>
            <a:custGeom>
              <a:avLst/>
              <a:gdLst/>
              <a:ahLst/>
              <a:cxnLst/>
              <a:rect l="l" t="t" r="r" b="b"/>
              <a:pathLst>
                <a:path w="24194" h="15526" extrusionOk="0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54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Google Shape;1285;p16"/>
            <p:cNvSpPr/>
            <p:nvPr/>
          </p:nvSpPr>
          <p:spPr>
            <a:xfrm>
              <a:off x="3818244" y="3026803"/>
              <a:ext cx="711364" cy="456885"/>
            </a:xfrm>
            <a:custGeom>
              <a:avLst/>
              <a:gdLst/>
              <a:ahLst/>
              <a:cxnLst/>
              <a:rect l="l" t="t" r="r" b="b"/>
              <a:pathLst>
                <a:path w="24194" h="15539" extrusionOk="0">
                  <a:moveTo>
                    <a:pt x="24194" y="15539"/>
                  </a:moveTo>
                  <a:lnTo>
                    <a:pt x="0" y="1573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1286;p16"/>
            <p:cNvSpPr/>
            <p:nvPr/>
          </p:nvSpPr>
          <p:spPr>
            <a:xfrm>
              <a:off x="3818244" y="3091226"/>
              <a:ext cx="711364" cy="456533"/>
            </a:xfrm>
            <a:custGeom>
              <a:avLst/>
              <a:gdLst/>
              <a:ahLst/>
              <a:cxnLst/>
              <a:rect l="l" t="t" r="r" b="b"/>
              <a:pathLst>
                <a:path w="24194" h="15527" extrusionOk="0">
                  <a:moveTo>
                    <a:pt x="24194" y="15526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1287;p16"/>
            <p:cNvSpPr/>
            <p:nvPr/>
          </p:nvSpPr>
          <p:spPr>
            <a:xfrm>
              <a:off x="3818244" y="3206046"/>
              <a:ext cx="711364" cy="456533"/>
            </a:xfrm>
            <a:custGeom>
              <a:avLst/>
              <a:gdLst/>
              <a:ahLst/>
              <a:cxnLst/>
              <a:rect l="l" t="t" r="r" b="b"/>
              <a:pathLst>
                <a:path w="24194" h="15527" extrusionOk="0">
                  <a:moveTo>
                    <a:pt x="24194" y="15527"/>
                  </a:moveTo>
                  <a:lnTo>
                    <a:pt x="0" y="1573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288;p16"/>
            <p:cNvSpPr/>
            <p:nvPr/>
          </p:nvSpPr>
          <p:spPr>
            <a:xfrm>
              <a:off x="3818244" y="3270469"/>
              <a:ext cx="711364" cy="456533"/>
            </a:xfrm>
            <a:custGeom>
              <a:avLst/>
              <a:gdLst/>
              <a:ahLst/>
              <a:cxnLst/>
              <a:rect l="l" t="t" r="r" b="b"/>
              <a:pathLst>
                <a:path w="24194" h="15527" extrusionOk="0">
                  <a:moveTo>
                    <a:pt x="24194" y="15526"/>
                  </a:moveTo>
                  <a:lnTo>
                    <a:pt x="0" y="1560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1289;p16"/>
            <p:cNvSpPr/>
            <p:nvPr/>
          </p:nvSpPr>
          <p:spPr>
            <a:xfrm>
              <a:off x="3818244" y="3334892"/>
              <a:ext cx="711364" cy="456533"/>
            </a:xfrm>
            <a:custGeom>
              <a:avLst/>
              <a:gdLst/>
              <a:ahLst/>
              <a:cxnLst/>
              <a:rect l="l" t="t" r="r" b="b"/>
              <a:pathLst>
                <a:path w="24194" h="15527" extrusionOk="0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1290;p16"/>
            <p:cNvSpPr/>
            <p:nvPr/>
          </p:nvSpPr>
          <p:spPr>
            <a:xfrm>
              <a:off x="3818244" y="3399315"/>
              <a:ext cx="711364" cy="456503"/>
            </a:xfrm>
            <a:custGeom>
              <a:avLst/>
              <a:gdLst/>
              <a:ahLst/>
              <a:cxnLst/>
              <a:rect l="l" t="t" r="r" b="b"/>
              <a:pathLst>
                <a:path w="24194" h="15526" extrusionOk="0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1291;p16"/>
            <p:cNvSpPr/>
            <p:nvPr/>
          </p:nvSpPr>
          <p:spPr>
            <a:xfrm>
              <a:off x="3818244" y="3463385"/>
              <a:ext cx="711364" cy="456856"/>
            </a:xfrm>
            <a:custGeom>
              <a:avLst/>
              <a:gdLst/>
              <a:ahLst/>
              <a:cxnLst/>
              <a:rect l="l" t="t" r="r" b="b"/>
              <a:pathLst>
                <a:path w="24194" h="15538" extrusionOk="0">
                  <a:moveTo>
                    <a:pt x="24194" y="15538"/>
                  </a:moveTo>
                  <a:lnTo>
                    <a:pt x="0" y="1572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Google Shape;1292;p16"/>
            <p:cNvSpPr/>
            <p:nvPr/>
          </p:nvSpPr>
          <p:spPr>
            <a:xfrm>
              <a:off x="4606639" y="2089627"/>
              <a:ext cx="711011" cy="456533"/>
            </a:xfrm>
            <a:custGeom>
              <a:avLst/>
              <a:gdLst/>
              <a:ahLst/>
              <a:cxnLst/>
              <a:rect l="l" t="t" r="r" b="b"/>
              <a:pathLst>
                <a:path w="24182" h="15527" extrusionOk="0">
                  <a:moveTo>
                    <a:pt x="0" y="15527"/>
                  </a:moveTo>
                  <a:lnTo>
                    <a:pt x="24182" y="1561"/>
                  </a:lnTo>
                  <a:lnTo>
                    <a:pt x="24182" y="1"/>
                  </a:lnTo>
                  <a:lnTo>
                    <a:pt x="0" y="1395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293;p16"/>
            <p:cNvSpPr/>
            <p:nvPr/>
          </p:nvSpPr>
          <p:spPr>
            <a:xfrm>
              <a:off x="4606639" y="2153697"/>
              <a:ext cx="711011" cy="456885"/>
            </a:xfrm>
            <a:custGeom>
              <a:avLst/>
              <a:gdLst/>
              <a:ahLst/>
              <a:cxnLst/>
              <a:rect l="l" t="t" r="r" b="b"/>
              <a:pathLst>
                <a:path w="24182" h="15539" extrusionOk="0">
                  <a:moveTo>
                    <a:pt x="0" y="15538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16"/>
            <p:cNvSpPr/>
            <p:nvPr/>
          </p:nvSpPr>
          <p:spPr>
            <a:xfrm>
              <a:off x="4606639" y="2218120"/>
              <a:ext cx="711011" cy="456533"/>
            </a:xfrm>
            <a:custGeom>
              <a:avLst/>
              <a:gdLst/>
              <a:ahLst/>
              <a:cxnLst/>
              <a:rect l="l" t="t" r="r" b="b"/>
              <a:pathLst>
                <a:path w="24182" h="15527" extrusionOk="0">
                  <a:moveTo>
                    <a:pt x="0" y="15526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16"/>
            <p:cNvSpPr/>
            <p:nvPr/>
          </p:nvSpPr>
          <p:spPr>
            <a:xfrm>
              <a:off x="4606639" y="2282543"/>
              <a:ext cx="711011" cy="456533"/>
            </a:xfrm>
            <a:custGeom>
              <a:avLst/>
              <a:gdLst/>
              <a:ahLst/>
              <a:cxnLst/>
              <a:rect l="l" t="t" r="r" b="b"/>
              <a:pathLst>
                <a:path w="24182" h="15527" extrusionOk="0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16"/>
            <p:cNvSpPr/>
            <p:nvPr/>
          </p:nvSpPr>
          <p:spPr>
            <a:xfrm>
              <a:off x="4606639" y="2346966"/>
              <a:ext cx="711011" cy="456503"/>
            </a:xfrm>
            <a:custGeom>
              <a:avLst/>
              <a:gdLst/>
              <a:ahLst/>
              <a:cxnLst/>
              <a:rect l="l" t="t" r="r" b="b"/>
              <a:pathLst>
                <a:path w="24182" h="15526" extrusionOk="0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16"/>
            <p:cNvSpPr/>
            <p:nvPr/>
          </p:nvSpPr>
          <p:spPr>
            <a:xfrm>
              <a:off x="4606639" y="2461786"/>
              <a:ext cx="711011" cy="456533"/>
            </a:xfrm>
            <a:custGeom>
              <a:avLst/>
              <a:gdLst/>
              <a:ahLst/>
              <a:cxnLst/>
              <a:rect l="l" t="t" r="r" b="b"/>
              <a:pathLst>
                <a:path w="24182" h="15527" extrusionOk="0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298;p16"/>
            <p:cNvSpPr/>
            <p:nvPr/>
          </p:nvSpPr>
          <p:spPr>
            <a:xfrm>
              <a:off x="4606639" y="2526209"/>
              <a:ext cx="711011" cy="456503"/>
            </a:xfrm>
            <a:custGeom>
              <a:avLst/>
              <a:gdLst/>
              <a:ahLst/>
              <a:cxnLst/>
              <a:rect l="l" t="t" r="r" b="b"/>
              <a:pathLst>
                <a:path w="24182" h="15526" extrusionOk="0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54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16"/>
            <p:cNvSpPr/>
            <p:nvPr/>
          </p:nvSpPr>
          <p:spPr>
            <a:xfrm>
              <a:off x="4606639" y="2590250"/>
              <a:ext cx="711011" cy="456885"/>
            </a:xfrm>
            <a:custGeom>
              <a:avLst/>
              <a:gdLst/>
              <a:ahLst/>
              <a:cxnLst/>
              <a:rect l="l" t="t" r="r" b="b"/>
              <a:pathLst>
                <a:path w="24182" h="15539" extrusionOk="0">
                  <a:moveTo>
                    <a:pt x="0" y="15538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16"/>
            <p:cNvSpPr/>
            <p:nvPr/>
          </p:nvSpPr>
          <p:spPr>
            <a:xfrm>
              <a:off x="4606639" y="2654673"/>
              <a:ext cx="711011" cy="456533"/>
            </a:xfrm>
            <a:custGeom>
              <a:avLst/>
              <a:gdLst/>
              <a:ahLst/>
              <a:cxnLst/>
              <a:rect l="l" t="t" r="r" b="b"/>
              <a:pathLst>
                <a:path w="24182" h="15527" extrusionOk="0">
                  <a:moveTo>
                    <a:pt x="0" y="15526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16"/>
            <p:cNvSpPr/>
            <p:nvPr/>
          </p:nvSpPr>
          <p:spPr>
            <a:xfrm>
              <a:off x="4606639" y="2719096"/>
              <a:ext cx="711011" cy="456533"/>
            </a:xfrm>
            <a:custGeom>
              <a:avLst/>
              <a:gdLst/>
              <a:ahLst/>
              <a:cxnLst/>
              <a:rect l="l" t="t" r="r" b="b"/>
              <a:pathLst>
                <a:path w="24182" h="15527" extrusionOk="0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16"/>
            <p:cNvSpPr/>
            <p:nvPr/>
          </p:nvSpPr>
          <p:spPr>
            <a:xfrm>
              <a:off x="4606639" y="2833916"/>
              <a:ext cx="711011" cy="456533"/>
            </a:xfrm>
            <a:custGeom>
              <a:avLst/>
              <a:gdLst/>
              <a:ahLst/>
              <a:cxnLst/>
              <a:rect l="l" t="t" r="r" b="b"/>
              <a:pathLst>
                <a:path w="24182" h="15527" extrusionOk="0">
                  <a:moveTo>
                    <a:pt x="0" y="15526"/>
                  </a:moveTo>
                  <a:lnTo>
                    <a:pt x="24182" y="1560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16"/>
            <p:cNvSpPr/>
            <p:nvPr/>
          </p:nvSpPr>
          <p:spPr>
            <a:xfrm>
              <a:off x="4606639" y="2898339"/>
              <a:ext cx="711011" cy="456533"/>
            </a:xfrm>
            <a:custGeom>
              <a:avLst/>
              <a:gdLst/>
              <a:ahLst/>
              <a:cxnLst/>
              <a:rect l="l" t="t" r="r" b="b"/>
              <a:pathLst>
                <a:path w="24182" h="15527" extrusionOk="0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16"/>
            <p:cNvSpPr/>
            <p:nvPr/>
          </p:nvSpPr>
          <p:spPr>
            <a:xfrm>
              <a:off x="4606639" y="2962762"/>
              <a:ext cx="711011" cy="456503"/>
            </a:xfrm>
            <a:custGeom>
              <a:avLst/>
              <a:gdLst/>
              <a:ahLst/>
              <a:cxnLst/>
              <a:rect l="l" t="t" r="r" b="b"/>
              <a:pathLst>
                <a:path w="24182" h="15526" extrusionOk="0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54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1305;p16"/>
            <p:cNvSpPr/>
            <p:nvPr/>
          </p:nvSpPr>
          <p:spPr>
            <a:xfrm>
              <a:off x="4606639" y="3026803"/>
              <a:ext cx="711011" cy="456885"/>
            </a:xfrm>
            <a:custGeom>
              <a:avLst/>
              <a:gdLst/>
              <a:ahLst/>
              <a:cxnLst/>
              <a:rect l="l" t="t" r="r" b="b"/>
              <a:pathLst>
                <a:path w="24182" h="15539" extrusionOk="0">
                  <a:moveTo>
                    <a:pt x="0" y="15539"/>
                  </a:moveTo>
                  <a:lnTo>
                    <a:pt x="24182" y="1573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16"/>
            <p:cNvSpPr/>
            <p:nvPr/>
          </p:nvSpPr>
          <p:spPr>
            <a:xfrm>
              <a:off x="4606639" y="3091226"/>
              <a:ext cx="711011" cy="456533"/>
            </a:xfrm>
            <a:custGeom>
              <a:avLst/>
              <a:gdLst/>
              <a:ahLst/>
              <a:cxnLst/>
              <a:rect l="l" t="t" r="r" b="b"/>
              <a:pathLst>
                <a:path w="24182" h="15527" extrusionOk="0">
                  <a:moveTo>
                    <a:pt x="0" y="15526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16"/>
            <p:cNvSpPr/>
            <p:nvPr/>
          </p:nvSpPr>
          <p:spPr>
            <a:xfrm>
              <a:off x="4606639" y="3206046"/>
              <a:ext cx="711011" cy="456533"/>
            </a:xfrm>
            <a:custGeom>
              <a:avLst/>
              <a:gdLst/>
              <a:ahLst/>
              <a:cxnLst/>
              <a:rect l="l" t="t" r="r" b="b"/>
              <a:pathLst>
                <a:path w="24182" h="15527" extrusionOk="0">
                  <a:moveTo>
                    <a:pt x="0" y="15527"/>
                  </a:moveTo>
                  <a:lnTo>
                    <a:pt x="24182" y="1573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16"/>
            <p:cNvSpPr/>
            <p:nvPr/>
          </p:nvSpPr>
          <p:spPr>
            <a:xfrm>
              <a:off x="4606639" y="3270469"/>
              <a:ext cx="711011" cy="456533"/>
            </a:xfrm>
            <a:custGeom>
              <a:avLst/>
              <a:gdLst/>
              <a:ahLst/>
              <a:cxnLst/>
              <a:rect l="l" t="t" r="r" b="b"/>
              <a:pathLst>
                <a:path w="24182" h="15527" extrusionOk="0">
                  <a:moveTo>
                    <a:pt x="0" y="15526"/>
                  </a:moveTo>
                  <a:lnTo>
                    <a:pt x="24182" y="1560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16"/>
            <p:cNvSpPr/>
            <p:nvPr/>
          </p:nvSpPr>
          <p:spPr>
            <a:xfrm>
              <a:off x="4606639" y="3334892"/>
              <a:ext cx="711011" cy="456533"/>
            </a:xfrm>
            <a:custGeom>
              <a:avLst/>
              <a:gdLst/>
              <a:ahLst/>
              <a:cxnLst/>
              <a:rect l="l" t="t" r="r" b="b"/>
              <a:pathLst>
                <a:path w="24182" h="15527" extrusionOk="0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16"/>
            <p:cNvSpPr/>
            <p:nvPr/>
          </p:nvSpPr>
          <p:spPr>
            <a:xfrm>
              <a:off x="4606639" y="3399315"/>
              <a:ext cx="711011" cy="456503"/>
            </a:xfrm>
            <a:custGeom>
              <a:avLst/>
              <a:gdLst/>
              <a:ahLst/>
              <a:cxnLst/>
              <a:rect l="l" t="t" r="r" b="b"/>
              <a:pathLst>
                <a:path w="24182" h="15526" extrusionOk="0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16"/>
            <p:cNvSpPr/>
            <p:nvPr/>
          </p:nvSpPr>
          <p:spPr>
            <a:xfrm>
              <a:off x="4606639" y="3463385"/>
              <a:ext cx="711011" cy="456856"/>
            </a:xfrm>
            <a:custGeom>
              <a:avLst/>
              <a:gdLst/>
              <a:ahLst/>
              <a:cxnLst/>
              <a:rect l="l" t="t" r="r" b="b"/>
              <a:pathLst>
                <a:path w="24182" h="15538" extrusionOk="0">
                  <a:moveTo>
                    <a:pt x="0" y="15538"/>
                  </a:moveTo>
                  <a:lnTo>
                    <a:pt x="24182" y="1572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12" name="Google Shape;1312;p16"/>
            <p:cNvGrpSpPr/>
            <p:nvPr/>
          </p:nvGrpSpPr>
          <p:grpSpPr>
            <a:xfrm>
              <a:off x="3478424" y="1308364"/>
              <a:ext cx="2180470" cy="1878295"/>
              <a:chOff x="5553063" y="1487604"/>
              <a:chExt cx="1981525" cy="1707075"/>
            </a:xfrm>
          </p:grpSpPr>
          <p:sp>
            <p:nvSpPr>
              <p:cNvPr id="1313" name="Google Shape;1313;p16"/>
              <p:cNvSpPr/>
              <p:nvPr/>
            </p:nvSpPr>
            <p:spPr>
              <a:xfrm>
                <a:off x="5563488" y="2071829"/>
                <a:ext cx="1960975" cy="1122850"/>
              </a:xfrm>
              <a:custGeom>
                <a:avLst/>
                <a:gdLst/>
                <a:ahLst/>
                <a:cxnLst/>
                <a:rect l="l" t="t" r="r" b="b"/>
                <a:pathLst>
                  <a:path w="78439" h="44914" extrusionOk="0">
                    <a:moveTo>
                      <a:pt x="12" y="1"/>
                    </a:moveTo>
                    <a:cubicBezTo>
                      <a:pt x="12" y="72"/>
                      <a:pt x="12" y="132"/>
                      <a:pt x="12" y="191"/>
                    </a:cubicBezTo>
                    <a:cubicBezTo>
                      <a:pt x="12" y="263"/>
                      <a:pt x="12" y="322"/>
                      <a:pt x="12" y="394"/>
                    </a:cubicBezTo>
                    <a:cubicBezTo>
                      <a:pt x="12" y="453"/>
                      <a:pt x="12" y="525"/>
                      <a:pt x="12" y="584"/>
                    </a:cubicBezTo>
                    <a:cubicBezTo>
                      <a:pt x="12" y="656"/>
                      <a:pt x="12" y="715"/>
                      <a:pt x="12" y="775"/>
                    </a:cubicBezTo>
                    <a:cubicBezTo>
                      <a:pt x="12" y="846"/>
                      <a:pt x="12" y="906"/>
                      <a:pt x="12" y="977"/>
                    </a:cubicBezTo>
                    <a:cubicBezTo>
                      <a:pt x="12" y="1037"/>
                      <a:pt x="12" y="1108"/>
                      <a:pt x="12" y="1167"/>
                    </a:cubicBezTo>
                    <a:cubicBezTo>
                      <a:pt x="12" y="1239"/>
                      <a:pt x="12" y="1298"/>
                      <a:pt x="12" y="1358"/>
                    </a:cubicBezTo>
                    <a:cubicBezTo>
                      <a:pt x="12" y="1429"/>
                      <a:pt x="12" y="1489"/>
                      <a:pt x="12" y="1560"/>
                    </a:cubicBezTo>
                    <a:cubicBezTo>
                      <a:pt x="12" y="1620"/>
                      <a:pt x="12" y="1691"/>
                      <a:pt x="12" y="1751"/>
                    </a:cubicBezTo>
                    <a:cubicBezTo>
                      <a:pt x="12" y="1822"/>
                      <a:pt x="12" y="1882"/>
                      <a:pt x="12" y="1941"/>
                    </a:cubicBezTo>
                    <a:cubicBezTo>
                      <a:pt x="12" y="2013"/>
                      <a:pt x="12" y="2072"/>
                      <a:pt x="12" y="2144"/>
                    </a:cubicBezTo>
                    <a:cubicBezTo>
                      <a:pt x="12" y="2203"/>
                      <a:pt x="12" y="2275"/>
                      <a:pt x="12" y="2334"/>
                    </a:cubicBezTo>
                    <a:cubicBezTo>
                      <a:pt x="12" y="2406"/>
                      <a:pt x="12" y="2465"/>
                      <a:pt x="12" y="2525"/>
                    </a:cubicBezTo>
                    <a:cubicBezTo>
                      <a:pt x="12" y="2596"/>
                      <a:pt x="12" y="2656"/>
                      <a:pt x="12" y="2727"/>
                    </a:cubicBezTo>
                    <a:cubicBezTo>
                      <a:pt x="12" y="2787"/>
                      <a:pt x="12" y="2858"/>
                      <a:pt x="12" y="2918"/>
                    </a:cubicBezTo>
                    <a:cubicBezTo>
                      <a:pt x="12" y="2989"/>
                      <a:pt x="12" y="3049"/>
                      <a:pt x="12" y="3108"/>
                    </a:cubicBezTo>
                    <a:cubicBezTo>
                      <a:pt x="12" y="3180"/>
                      <a:pt x="12" y="3239"/>
                      <a:pt x="12" y="3311"/>
                    </a:cubicBezTo>
                    <a:cubicBezTo>
                      <a:pt x="12" y="3370"/>
                      <a:pt x="12" y="3442"/>
                      <a:pt x="12" y="3501"/>
                    </a:cubicBezTo>
                    <a:cubicBezTo>
                      <a:pt x="12" y="3573"/>
                      <a:pt x="12" y="3632"/>
                      <a:pt x="12" y="3692"/>
                    </a:cubicBezTo>
                    <a:cubicBezTo>
                      <a:pt x="12" y="3763"/>
                      <a:pt x="12" y="3823"/>
                      <a:pt x="12" y="3894"/>
                    </a:cubicBezTo>
                    <a:cubicBezTo>
                      <a:pt x="12" y="3954"/>
                      <a:pt x="12" y="4025"/>
                      <a:pt x="12" y="4085"/>
                    </a:cubicBezTo>
                    <a:cubicBezTo>
                      <a:pt x="12" y="4156"/>
                      <a:pt x="12" y="4215"/>
                      <a:pt x="12" y="4275"/>
                    </a:cubicBezTo>
                    <a:cubicBezTo>
                      <a:pt x="12" y="4346"/>
                      <a:pt x="12" y="4406"/>
                      <a:pt x="12" y="4477"/>
                    </a:cubicBezTo>
                    <a:cubicBezTo>
                      <a:pt x="12" y="4537"/>
                      <a:pt x="12" y="4608"/>
                      <a:pt x="12" y="4668"/>
                    </a:cubicBezTo>
                    <a:cubicBezTo>
                      <a:pt x="12" y="4739"/>
                      <a:pt x="12" y="4799"/>
                      <a:pt x="12" y="4858"/>
                    </a:cubicBezTo>
                    <a:cubicBezTo>
                      <a:pt x="12" y="4930"/>
                      <a:pt x="12" y="4989"/>
                      <a:pt x="12" y="5061"/>
                    </a:cubicBezTo>
                    <a:cubicBezTo>
                      <a:pt x="12" y="5120"/>
                      <a:pt x="12" y="5192"/>
                      <a:pt x="12" y="5251"/>
                    </a:cubicBezTo>
                    <a:cubicBezTo>
                      <a:pt x="12" y="5323"/>
                      <a:pt x="12" y="5382"/>
                      <a:pt x="12" y="5442"/>
                    </a:cubicBezTo>
                    <a:cubicBezTo>
                      <a:pt x="12" y="5513"/>
                      <a:pt x="12" y="5573"/>
                      <a:pt x="12" y="5644"/>
                    </a:cubicBezTo>
                    <a:cubicBezTo>
                      <a:pt x="12" y="5704"/>
                      <a:pt x="12" y="5775"/>
                      <a:pt x="12" y="5835"/>
                    </a:cubicBezTo>
                    <a:cubicBezTo>
                      <a:pt x="12" y="5906"/>
                      <a:pt x="12" y="5966"/>
                      <a:pt x="12" y="6025"/>
                    </a:cubicBezTo>
                    <a:cubicBezTo>
                      <a:pt x="12" y="6097"/>
                      <a:pt x="12" y="6156"/>
                      <a:pt x="12" y="6228"/>
                    </a:cubicBezTo>
                    <a:cubicBezTo>
                      <a:pt x="12" y="6287"/>
                      <a:pt x="12" y="6359"/>
                      <a:pt x="12" y="6418"/>
                    </a:cubicBezTo>
                    <a:cubicBezTo>
                      <a:pt x="12" y="6490"/>
                      <a:pt x="12" y="6549"/>
                      <a:pt x="12" y="6609"/>
                    </a:cubicBezTo>
                    <a:cubicBezTo>
                      <a:pt x="12" y="6680"/>
                      <a:pt x="12" y="6740"/>
                      <a:pt x="12" y="6811"/>
                    </a:cubicBezTo>
                    <a:cubicBezTo>
                      <a:pt x="12" y="6871"/>
                      <a:pt x="12" y="6942"/>
                      <a:pt x="12" y="7002"/>
                    </a:cubicBezTo>
                    <a:cubicBezTo>
                      <a:pt x="12" y="7073"/>
                      <a:pt x="12" y="7132"/>
                      <a:pt x="12" y="7192"/>
                    </a:cubicBezTo>
                    <a:cubicBezTo>
                      <a:pt x="12" y="7263"/>
                      <a:pt x="12" y="7323"/>
                      <a:pt x="12" y="7394"/>
                    </a:cubicBezTo>
                    <a:cubicBezTo>
                      <a:pt x="12" y="7454"/>
                      <a:pt x="12" y="7525"/>
                      <a:pt x="12" y="7585"/>
                    </a:cubicBezTo>
                    <a:cubicBezTo>
                      <a:pt x="12" y="7656"/>
                      <a:pt x="12" y="7716"/>
                      <a:pt x="12" y="7775"/>
                    </a:cubicBezTo>
                    <a:cubicBezTo>
                      <a:pt x="12" y="7847"/>
                      <a:pt x="12" y="7906"/>
                      <a:pt x="12" y="7978"/>
                    </a:cubicBezTo>
                    <a:cubicBezTo>
                      <a:pt x="12" y="8037"/>
                      <a:pt x="12" y="8109"/>
                      <a:pt x="12" y="8168"/>
                    </a:cubicBezTo>
                    <a:cubicBezTo>
                      <a:pt x="12" y="8228"/>
                      <a:pt x="12" y="8299"/>
                      <a:pt x="12" y="8359"/>
                    </a:cubicBezTo>
                    <a:cubicBezTo>
                      <a:pt x="12" y="8430"/>
                      <a:pt x="12" y="8490"/>
                      <a:pt x="12" y="8561"/>
                    </a:cubicBezTo>
                    <a:cubicBezTo>
                      <a:pt x="12" y="8621"/>
                      <a:pt x="12" y="8692"/>
                      <a:pt x="12" y="8752"/>
                    </a:cubicBezTo>
                    <a:cubicBezTo>
                      <a:pt x="12" y="8811"/>
                      <a:pt x="12" y="8883"/>
                      <a:pt x="12" y="8942"/>
                    </a:cubicBezTo>
                    <a:cubicBezTo>
                      <a:pt x="12" y="9014"/>
                      <a:pt x="12" y="9073"/>
                      <a:pt x="12" y="9145"/>
                    </a:cubicBezTo>
                    <a:cubicBezTo>
                      <a:pt x="12" y="9204"/>
                      <a:pt x="12" y="9276"/>
                      <a:pt x="12" y="9335"/>
                    </a:cubicBezTo>
                    <a:cubicBezTo>
                      <a:pt x="12" y="9395"/>
                      <a:pt x="12" y="9466"/>
                      <a:pt x="12" y="9526"/>
                    </a:cubicBezTo>
                    <a:cubicBezTo>
                      <a:pt x="12" y="9597"/>
                      <a:pt x="12" y="9657"/>
                      <a:pt x="12" y="9728"/>
                    </a:cubicBezTo>
                    <a:cubicBezTo>
                      <a:pt x="12" y="9788"/>
                      <a:pt x="12" y="9859"/>
                      <a:pt x="12" y="9919"/>
                    </a:cubicBezTo>
                    <a:cubicBezTo>
                      <a:pt x="12" y="9978"/>
                      <a:pt x="12" y="10050"/>
                      <a:pt x="12" y="10109"/>
                    </a:cubicBezTo>
                    <a:cubicBezTo>
                      <a:pt x="12" y="10180"/>
                      <a:pt x="12" y="10240"/>
                      <a:pt x="12" y="10311"/>
                    </a:cubicBezTo>
                    <a:cubicBezTo>
                      <a:pt x="12" y="10371"/>
                      <a:pt x="12" y="10442"/>
                      <a:pt x="12" y="10502"/>
                    </a:cubicBezTo>
                    <a:cubicBezTo>
                      <a:pt x="12" y="10561"/>
                      <a:pt x="12" y="10633"/>
                      <a:pt x="12" y="10692"/>
                    </a:cubicBezTo>
                    <a:cubicBezTo>
                      <a:pt x="12" y="10764"/>
                      <a:pt x="12" y="10823"/>
                      <a:pt x="12" y="10895"/>
                    </a:cubicBezTo>
                    <a:cubicBezTo>
                      <a:pt x="12" y="10954"/>
                      <a:pt x="12" y="11026"/>
                      <a:pt x="12" y="11085"/>
                    </a:cubicBezTo>
                    <a:cubicBezTo>
                      <a:pt x="12" y="11145"/>
                      <a:pt x="12" y="11216"/>
                      <a:pt x="12" y="11276"/>
                    </a:cubicBezTo>
                    <a:cubicBezTo>
                      <a:pt x="12" y="11347"/>
                      <a:pt x="12" y="11407"/>
                      <a:pt x="12" y="11478"/>
                    </a:cubicBezTo>
                    <a:cubicBezTo>
                      <a:pt x="12" y="11538"/>
                      <a:pt x="12" y="11609"/>
                      <a:pt x="12" y="11669"/>
                    </a:cubicBezTo>
                    <a:cubicBezTo>
                      <a:pt x="12" y="11728"/>
                      <a:pt x="12" y="11800"/>
                      <a:pt x="12" y="11859"/>
                    </a:cubicBezTo>
                    <a:cubicBezTo>
                      <a:pt x="12" y="11931"/>
                      <a:pt x="12" y="11990"/>
                      <a:pt x="12" y="12062"/>
                    </a:cubicBezTo>
                    <a:cubicBezTo>
                      <a:pt x="12" y="12121"/>
                      <a:pt x="12" y="12193"/>
                      <a:pt x="12" y="12252"/>
                    </a:cubicBezTo>
                    <a:cubicBezTo>
                      <a:pt x="12" y="12312"/>
                      <a:pt x="12" y="12383"/>
                      <a:pt x="12" y="12443"/>
                    </a:cubicBezTo>
                    <a:cubicBezTo>
                      <a:pt x="12" y="12514"/>
                      <a:pt x="12" y="12574"/>
                      <a:pt x="12" y="12645"/>
                    </a:cubicBezTo>
                    <a:cubicBezTo>
                      <a:pt x="12" y="12705"/>
                      <a:pt x="12" y="12776"/>
                      <a:pt x="12" y="12836"/>
                    </a:cubicBezTo>
                    <a:cubicBezTo>
                      <a:pt x="12" y="12895"/>
                      <a:pt x="12" y="12967"/>
                      <a:pt x="12" y="13026"/>
                    </a:cubicBezTo>
                    <a:cubicBezTo>
                      <a:pt x="12" y="13098"/>
                      <a:pt x="12" y="13157"/>
                      <a:pt x="12" y="13228"/>
                    </a:cubicBezTo>
                    <a:cubicBezTo>
                      <a:pt x="12" y="13288"/>
                      <a:pt x="12" y="13359"/>
                      <a:pt x="12" y="13419"/>
                    </a:cubicBezTo>
                    <a:cubicBezTo>
                      <a:pt x="12" y="13479"/>
                      <a:pt x="12" y="13550"/>
                      <a:pt x="12" y="13609"/>
                    </a:cubicBezTo>
                    <a:cubicBezTo>
                      <a:pt x="12" y="13681"/>
                      <a:pt x="12" y="13740"/>
                      <a:pt x="12" y="13812"/>
                    </a:cubicBezTo>
                    <a:cubicBezTo>
                      <a:pt x="12" y="13871"/>
                      <a:pt x="12" y="13943"/>
                      <a:pt x="12" y="14002"/>
                    </a:cubicBezTo>
                    <a:cubicBezTo>
                      <a:pt x="12" y="14062"/>
                      <a:pt x="12" y="14133"/>
                      <a:pt x="12" y="14193"/>
                    </a:cubicBezTo>
                    <a:cubicBezTo>
                      <a:pt x="12" y="14264"/>
                      <a:pt x="12" y="14324"/>
                      <a:pt x="12" y="14395"/>
                    </a:cubicBezTo>
                    <a:cubicBezTo>
                      <a:pt x="12" y="14455"/>
                      <a:pt x="12" y="14526"/>
                      <a:pt x="12" y="14586"/>
                    </a:cubicBezTo>
                    <a:cubicBezTo>
                      <a:pt x="12" y="14645"/>
                      <a:pt x="12" y="14717"/>
                      <a:pt x="12" y="14776"/>
                    </a:cubicBezTo>
                    <a:cubicBezTo>
                      <a:pt x="12" y="14848"/>
                      <a:pt x="12" y="14907"/>
                      <a:pt x="12" y="14979"/>
                    </a:cubicBezTo>
                    <a:cubicBezTo>
                      <a:pt x="12" y="15038"/>
                      <a:pt x="12" y="15110"/>
                      <a:pt x="12" y="15169"/>
                    </a:cubicBezTo>
                    <a:cubicBezTo>
                      <a:pt x="12" y="15229"/>
                      <a:pt x="12" y="15300"/>
                      <a:pt x="12" y="15360"/>
                    </a:cubicBezTo>
                    <a:cubicBezTo>
                      <a:pt x="12" y="15431"/>
                      <a:pt x="12" y="15491"/>
                      <a:pt x="12" y="15562"/>
                    </a:cubicBezTo>
                    <a:cubicBezTo>
                      <a:pt x="12" y="15622"/>
                      <a:pt x="12" y="15693"/>
                      <a:pt x="12" y="15753"/>
                    </a:cubicBezTo>
                    <a:cubicBezTo>
                      <a:pt x="12" y="15812"/>
                      <a:pt x="12" y="15884"/>
                      <a:pt x="12" y="15943"/>
                    </a:cubicBezTo>
                    <a:cubicBezTo>
                      <a:pt x="12" y="16015"/>
                      <a:pt x="12" y="16074"/>
                      <a:pt x="12" y="16146"/>
                    </a:cubicBezTo>
                    <a:cubicBezTo>
                      <a:pt x="12" y="16205"/>
                      <a:pt x="12" y="16276"/>
                      <a:pt x="12" y="16336"/>
                    </a:cubicBezTo>
                    <a:cubicBezTo>
                      <a:pt x="12" y="16396"/>
                      <a:pt x="12" y="16467"/>
                      <a:pt x="12" y="16527"/>
                    </a:cubicBezTo>
                    <a:cubicBezTo>
                      <a:pt x="12" y="16598"/>
                      <a:pt x="12" y="16657"/>
                      <a:pt x="12" y="16729"/>
                    </a:cubicBezTo>
                    <a:cubicBezTo>
                      <a:pt x="12" y="16788"/>
                      <a:pt x="12" y="16860"/>
                      <a:pt x="12" y="16919"/>
                    </a:cubicBezTo>
                    <a:cubicBezTo>
                      <a:pt x="12" y="16979"/>
                      <a:pt x="12" y="17050"/>
                      <a:pt x="12" y="17110"/>
                    </a:cubicBezTo>
                    <a:cubicBezTo>
                      <a:pt x="12" y="17181"/>
                      <a:pt x="12" y="17241"/>
                      <a:pt x="12" y="17312"/>
                    </a:cubicBezTo>
                    <a:cubicBezTo>
                      <a:pt x="12" y="17372"/>
                      <a:pt x="12" y="17443"/>
                      <a:pt x="12" y="17503"/>
                    </a:cubicBezTo>
                    <a:cubicBezTo>
                      <a:pt x="12" y="17562"/>
                      <a:pt x="12" y="17634"/>
                      <a:pt x="12" y="17693"/>
                    </a:cubicBezTo>
                    <a:cubicBezTo>
                      <a:pt x="12" y="17765"/>
                      <a:pt x="12" y="17824"/>
                      <a:pt x="12" y="17896"/>
                    </a:cubicBezTo>
                    <a:cubicBezTo>
                      <a:pt x="12" y="17955"/>
                      <a:pt x="12" y="18015"/>
                      <a:pt x="12" y="18086"/>
                    </a:cubicBezTo>
                    <a:cubicBezTo>
                      <a:pt x="12" y="18146"/>
                      <a:pt x="12" y="18217"/>
                      <a:pt x="12" y="18277"/>
                    </a:cubicBezTo>
                    <a:cubicBezTo>
                      <a:pt x="12" y="18348"/>
                      <a:pt x="12" y="18408"/>
                      <a:pt x="12" y="18479"/>
                    </a:cubicBezTo>
                    <a:cubicBezTo>
                      <a:pt x="12" y="18539"/>
                      <a:pt x="12" y="18598"/>
                      <a:pt x="12" y="18670"/>
                    </a:cubicBezTo>
                    <a:cubicBezTo>
                      <a:pt x="12" y="18729"/>
                      <a:pt x="12" y="18801"/>
                      <a:pt x="12" y="18860"/>
                    </a:cubicBezTo>
                    <a:cubicBezTo>
                      <a:pt x="12" y="18932"/>
                      <a:pt x="12" y="18991"/>
                      <a:pt x="12" y="19063"/>
                    </a:cubicBezTo>
                    <a:cubicBezTo>
                      <a:pt x="12" y="19122"/>
                      <a:pt x="12" y="19182"/>
                      <a:pt x="12" y="19253"/>
                    </a:cubicBezTo>
                    <a:cubicBezTo>
                      <a:pt x="12" y="19313"/>
                      <a:pt x="12" y="19384"/>
                      <a:pt x="12" y="19444"/>
                    </a:cubicBezTo>
                    <a:cubicBezTo>
                      <a:pt x="12" y="19515"/>
                      <a:pt x="12" y="19575"/>
                      <a:pt x="12" y="19646"/>
                    </a:cubicBezTo>
                    <a:cubicBezTo>
                      <a:pt x="12" y="19705"/>
                      <a:pt x="12" y="19765"/>
                      <a:pt x="12" y="19836"/>
                    </a:cubicBezTo>
                    <a:cubicBezTo>
                      <a:pt x="12" y="19896"/>
                      <a:pt x="12" y="19967"/>
                      <a:pt x="12" y="20027"/>
                    </a:cubicBezTo>
                    <a:cubicBezTo>
                      <a:pt x="12" y="20098"/>
                      <a:pt x="12" y="20158"/>
                      <a:pt x="12" y="20229"/>
                    </a:cubicBezTo>
                    <a:cubicBezTo>
                      <a:pt x="12" y="20289"/>
                      <a:pt x="12" y="20348"/>
                      <a:pt x="12" y="20420"/>
                    </a:cubicBezTo>
                    <a:cubicBezTo>
                      <a:pt x="12" y="20479"/>
                      <a:pt x="12" y="20551"/>
                      <a:pt x="12" y="20610"/>
                    </a:cubicBezTo>
                    <a:cubicBezTo>
                      <a:pt x="12" y="20682"/>
                      <a:pt x="12" y="20741"/>
                      <a:pt x="12" y="20813"/>
                    </a:cubicBezTo>
                    <a:cubicBezTo>
                      <a:pt x="12" y="20872"/>
                      <a:pt x="12" y="20932"/>
                      <a:pt x="12" y="21003"/>
                    </a:cubicBezTo>
                    <a:cubicBezTo>
                      <a:pt x="12" y="21063"/>
                      <a:pt x="12" y="21134"/>
                      <a:pt x="12" y="21194"/>
                    </a:cubicBezTo>
                    <a:cubicBezTo>
                      <a:pt x="12" y="21265"/>
                      <a:pt x="12" y="21325"/>
                      <a:pt x="12" y="21396"/>
                    </a:cubicBezTo>
                    <a:cubicBezTo>
                      <a:pt x="12" y="21456"/>
                      <a:pt x="12" y="21515"/>
                      <a:pt x="12" y="21587"/>
                    </a:cubicBezTo>
                    <a:cubicBezTo>
                      <a:pt x="0" y="22515"/>
                      <a:pt x="500" y="23373"/>
                      <a:pt x="1310" y="23837"/>
                    </a:cubicBezTo>
                    <a:lnTo>
                      <a:pt x="36612" y="44208"/>
                    </a:lnTo>
                    <a:cubicBezTo>
                      <a:pt x="37416" y="44679"/>
                      <a:pt x="38315" y="44914"/>
                      <a:pt x="39215" y="44914"/>
                    </a:cubicBezTo>
                    <a:cubicBezTo>
                      <a:pt x="40115" y="44914"/>
                      <a:pt x="41017" y="44679"/>
                      <a:pt x="41827" y="44208"/>
                    </a:cubicBezTo>
                    <a:lnTo>
                      <a:pt x="77129" y="23837"/>
                    </a:lnTo>
                    <a:cubicBezTo>
                      <a:pt x="77939" y="23373"/>
                      <a:pt x="78439" y="22515"/>
                      <a:pt x="78427" y="21587"/>
                    </a:cubicBezTo>
                    <a:lnTo>
                      <a:pt x="78427" y="21384"/>
                    </a:lnTo>
                    <a:lnTo>
                      <a:pt x="78427" y="21194"/>
                    </a:lnTo>
                    <a:lnTo>
                      <a:pt x="78427" y="21003"/>
                    </a:lnTo>
                    <a:lnTo>
                      <a:pt x="78427" y="20801"/>
                    </a:lnTo>
                    <a:lnTo>
                      <a:pt x="78427" y="20610"/>
                    </a:lnTo>
                    <a:lnTo>
                      <a:pt x="78427" y="20420"/>
                    </a:lnTo>
                    <a:lnTo>
                      <a:pt x="78427" y="20217"/>
                    </a:lnTo>
                    <a:lnTo>
                      <a:pt x="78427" y="20027"/>
                    </a:lnTo>
                    <a:lnTo>
                      <a:pt x="78427" y="19836"/>
                    </a:lnTo>
                    <a:lnTo>
                      <a:pt x="78427" y="19634"/>
                    </a:lnTo>
                    <a:lnTo>
                      <a:pt x="78427" y="19444"/>
                    </a:lnTo>
                    <a:lnTo>
                      <a:pt x="78427" y="19253"/>
                    </a:lnTo>
                    <a:lnTo>
                      <a:pt x="78427" y="19051"/>
                    </a:lnTo>
                    <a:lnTo>
                      <a:pt x="78427" y="18860"/>
                    </a:lnTo>
                    <a:lnTo>
                      <a:pt x="78427" y="18670"/>
                    </a:lnTo>
                    <a:lnTo>
                      <a:pt x="78427" y="18467"/>
                    </a:lnTo>
                    <a:lnTo>
                      <a:pt x="78427" y="18277"/>
                    </a:lnTo>
                    <a:lnTo>
                      <a:pt x="78427" y="18086"/>
                    </a:lnTo>
                    <a:lnTo>
                      <a:pt x="78427" y="17884"/>
                    </a:lnTo>
                    <a:lnTo>
                      <a:pt x="78427" y="17693"/>
                    </a:lnTo>
                    <a:lnTo>
                      <a:pt x="78427" y="17503"/>
                    </a:lnTo>
                    <a:lnTo>
                      <a:pt x="78427" y="17300"/>
                    </a:lnTo>
                    <a:lnTo>
                      <a:pt x="78427" y="17110"/>
                    </a:lnTo>
                    <a:lnTo>
                      <a:pt x="78427" y="16919"/>
                    </a:lnTo>
                    <a:lnTo>
                      <a:pt x="78427" y="16717"/>
                    </a:lnTo>
                    <a:lnTo>
                      <a:pt x="78427" y="16527"/>
                    </a:lnTo>
                    <a:lnTo>
                      <a:pt x="78427" y="16336"/>
                    </a:lnTo>
                    <a:lnTo>
                      <a:pt x="78427" y="16146"/>
                    </a:lnTo>
                    <a:lnTo>
                      <a:pt x="78427" y="15943"/>
                    </a:lnTo>
                    <a:lnTo>
                      <a:pt x="78427" y="15753"/>
                    </a:lnTo>
                    <a:lnTo>
                      <a:pt x="78427" y="15562"/>
                    </a:lnTo>
                    <a:lnTo>
                      <a:pt x="78427" y="15360"/>
                    </a:lnTo>
                    <a:lnTo>
                      <a:pt x="78427" y="15169"/>
                    </a:lnTo>
                    <a:lnTo>
                      <a:pt x="78427" y="14979"/>
                    </a:lnTo>
                    <a:lnTo>
                      <a:pt x="78427" y="14776"/>
                    </a:lnTo>
                    <a:lnTo>
                      <a:pt x="78427" y="14586"/>
                    </a:lnTo>
                    <a:lnTo>
                      <a:pt x="78427" y="14395"/>
                    </a:lnTo>
                    <a:lnTo>
                      <a:pt x="78427" y="14193"/>
                    </a:lnTo>
                    <a:lnTo>
                      <a:pt x="78427" y="14002"/>
                    </a:lnTo>
                    <a:lnTo>
                      <a:pt x="78427" y="13812"/>
                    </a:lnTo>
                    <a:lnTo>
                      <a:pt x="78427" y="13609"/>
                    </a:lnTo>
                    <a:lnTo>
                      <a:pt x="78427" y="13419"/>
                    </a:lnTo>
                    <a:lnTo>
                      <a:pt x="78427" y="13228"/>
                    </a:lnTo>
                    <a:lnTo>
                      <a:pt x="78427" y="13026"/>
                    </a:lnTo>
                    <a:lnTo>
                      <a:pt x="78427" y="12836"/>
                    </a:lnTo>
                    <a:lnTo>
                      <a:pt x="78427" y="12645"/>
                    </a:lnTo>
                    <a:lnTo>
                      <a:pt x="78427" y="12443"/>
                    </a:lnTo>
                    <a:lnTo>
                      <a:pt x="78427" y="12252"/>
                    </a:lnTo>
                    <a:lnTo>
                      <a:pt x="78427" y="12062"/>
                    </a:lnTo>
                    <a:lnTo>
                      <a:pt x="78427" y="11859"/>
                    </a:lnTo>
                    <a:lnTo>
                      <a:pt x="78427" y="11669"/>
                    </a:lnTo>
                    <a:lnTo>
                      <a:pt x="78427" y="11478"/>
                    </a:lnTo>
                    <a:lnTo>
                      <a:pt x="78427" y="11276"/>
                    </a:lnTo>
                    <a:lnTo>
                      <a:pt x="78427" y="11085"/>
                    </a:lnTo>
                    <a:lnTo>
                      <a:pt x="78427" y="10895"/>
                    </a:lnTo>
                    <a:lnTo>
                      <a:pt x="78427" y="10692"/>
                    </a:lnTo>
                    <a:lnTo>
                      <a:pt x="78427" y="10502"/>
                    </a:lnTo>
                    <a:lnTo>
                      <a:pt x="78427" y="10311"/>
                    </a:lnTo>
                    <a:lnTo>
                      <a:pt x="78427" y="10109"/>
                    </a:lnTo>
                    <a:lnTo>
                      <a:pt x="78427" y="9919"/>
                    </a:lnTo>
                    <a:lnTo>
                      <a:pt x="78427" y="9728"/>
                    </a:lnTo>
                    <a:lnTo>
                      <a:pt x="78427" y="9526"/>
                    </a:lnTo>
                    <a:lnTo>
                      <a:pt x="78427" y="9335"/>
                    </a:lnTo>
                    <a:lnTo>
                      <a:pt x="78427" y="9145"/>
                    </a:lnTo>
                    <a:lnTo>
                      <a:pt x="78427" y="8942"/>
                    </a:lnTo>
                    <a:lnTo>
                      <a:pt x="78427" y="8752"/>
                    </a:lnTo>
                    <a:lnTo>
                      <a:pt x="78427" y="8561"/>
                    </a:lnTo>
                    <a:lnTo>
                      <a:pt x="78427" y="8359"/>
                    </a:lnTo>
                    <a:lnTo>
                      <a:pt x="78427" y="8168"/>
                    </a:lnTo>
                    <a:lnTo>
                      <a:pt x="78427" y="7978"/>
                    </a:lnTo>
                    <a:lnTo>
                      <a:pt x="78427" y="7775"/>
                    </a:lnTo>
                    <a:lnTo>
                      <a:pt x="78427" y="7585"/>
                    </a:lnTo>
                    <a:lnTo>
                      <a:pt x="78427" y="7394"/>
                    </a:lnTo>
                    <a:lnTo>
                      <a:pt x="78427" y="7192"/>
                    </a:lnTo>
                    <a:lnTo>
                      <a:pt x="78427" y="7002"/>
                    </a:lnTo>
                    <a:lnTo>
                      <a:pt x="78427" y="6811"/>
                    </a:lnTo>
                    <a:lnTo>
                      <a:pt x="78427" y="6609"/>
                    </a:lnTo>
                    <a:lnTo>
                      <a:pt x="78427" y="6418"/>
                    </a:lnTo>
                    <a:lnTo>
                      <a:pt x="78427" y="6228"/>
                    </a:lnTo>
                    <a:lnTo>
                      <a:pt x="78427" y="6025"/>
                    </a:lnTo>
                    <a:lnTo>
                      <a:pt x="78427" y="5835"/>
                    </a:lnTo>
                    <a:lnTo>
                      <a:pt x="78427" y="5644"/>
                    </a:lnTo>
                    <a:lnTo>
                      <a:pt x="78427" y="5442"/>
                    </a:lnTo>
                    <a:lnTo>
                      <a:pt x="78427" y="5251"/>
                    </a:lnTo>
                    <a:lnTo>
                      <a:pt x="78427" y="5061"/>
                    </a:lnTo>
                    <a:lnTo>
                      <a:pt x="78427" y="4858"/>
                    </a:lnTo>
                    <a:lnTo>
                      <a:pt x="78427" y="4668"/>
                    </a:lnTo>
                    <a:lnTo>
                      <a:pt x="78427" y="4477"/>
                    </a:lnTo>
                    <a:lnTo>
                      <a:pt x="78427" y="4275"/>
                    </a:lnTo>
                    <a:lnTo>
                      <a:pt x="78427" y="4085"/>
                    </a:lnTo>
                    <a:lnTo>
                      <a:pt x="78427" y="3894"/>
                    </a:lnTo>
                    <a:lnTo>
                      <a:pt x="78427" y="3692"/>
                    </a:lnTo>
                    <a:lnTo>
                      <a:pt x="78427" y="3501"/>
                    </a:lnTo>
                    <a:lnTo>
                      <a:pt x="78427" y="3311"/>
                    </a:lnTo>
                    <a:lnTo>
                      <a:pt x="78427" y="3108"/>
                    </a:lnTo>
                    <a:lnTo>
                      <a:pt x="78427" y="2918"/>
                    </a:lnTo>
                    <a:lnTo>
                      <a:pt x="78427" y="2727"/>
                    </a:lnTo>
                    <a:lnTo>
                      <a:pt x="78427" y="2525"/>
                    </a:lnTo>
                    <a:lnTo>
                      <a:pt x="78427" y="2334"/>
                    </a:lnTo>
                    <a:lnTo>
                      <a:pt x="78427" y="2144"/>
                    </a:lnTo>
                    <a:lnTo>
                      <a:pt x="78427" y="1941"/>
                    </a:lnTo>
                    <a:lnTo>
                      <a:pt x="78427" y="1751"/>
                    </a:lnTo>
                    <a:lnTo>
                      <a:pt x="78427" y="1560"/>
                    </a:lnTo>
                    <a:lnTo>
                      <a:pt x="78427" y="1358"/>
                    </a:lnTo>
                    <a:lnTo>
                      <a:pt x="78427" y="1167"/>
                    </a:lnTo>
                    <a:lnTo>
                      <a:pt x="78427" y="977"/>
                    </a:lnTo>
                    <a:lnTo>
                      <a:pt x="78427" y="775"/>
                    </a:lnTo>
                    <a:lnTo>
                      <a:pt x="78427" y="584"/>
                    </a:lnTo>
                    <a:lnTo>
                      <a:pt x="78427" y="394"/>
                    </a:lnTo>
                    <a:lnTo>
                      <a:pt x="78427" y="191"/>
                    </a:lnTo>
                    <a:lnTo>
                      <a:pt x="78427" y="1"/>
                    </a:lnTo>
                    <a:lnTo>
                      <a:pt x="78212" y="1"/>
                    </a:lnTo>
                    <a:cubicBezTo>
                      <a:pt x="78224" y="858"/>
                      <a:pt x="77760" y="1644"/>
                      <a:pt x="77022" y="2072"/>
                    </a:cubicBezTo>
                    <a:lnTo>
                      <a:pt x="41720" y="22444"/>
                    </a:lnTo>
                    <a:cubicBezTo>
                      <a:pt x="40946" y="22890"/>
                      <a:pt x="40083" y="23114"/>
                      <a:pt x="39218" y="23114"/>
                    </a:cubicBezTo>
                    <a:cubicBezTo>
                      <a:pt x="38353" y="23114"/>
                      <a:pt x="37487" y="22890"/>
                      <a:pt x="36707" y="22444"/>
                    </a:cubicBezTo>
                    <a:lnTo>
                      <a:pt x="1417" y="2072"/>
                    </a:lnTo>
                    <a:cubicBezTo>
                      <a:pt x="667" y="1644"/>
                      <a:pt x="215" y="858"/>
                      <a:pt x="226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A0FDF1">
                      <a:alpha val="41568"/>
                      <a:alpha val="41520"/>
                    </a:srgbClr>
                  </a:gs>
                  <a:gs pos="100000">
                    <a:srgbClr val="FFFFFF">
                      <a:alpha val="37254"/>
                      <a:alpha val="415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4" name="Google Shape;1314;p16"/>
              <p:cNvSpPr/>
              <p:nvPr/>
            </p:nvSpPr>
            <p:spPr>
              <a:xfrm>
                <a:off x="5553063" y="1487604"/>
                <a:ext cx="1981525" cy="1164300"/>
              </a:xfrm>
              <a:custGeom>
                <a:avLst/>
                <a:gdLst/>
                <a:ahLst/>
                <a:cxnLst/>
                <a:rect l="l" t="t" r="r" b="b"/>
                <a:pathLst>
                  <a:path w="79261" h="46572" extrusionOk="0">
                    <a:moveTo>
                      <a:pt x="39635" y="1"/>
                    </a:moveTo>
                    <a:cubicBezTo>
                      <a:pt x="38749" y="1"/>
                      <a:pt x="37862" y="230"/>
                      <a:pt x="37065" y="688"/>
                    </a:cubicBezTo>
                    <a:lnTo>
                      <a:pt x="1679" y="21119"/>
                    </a:lnTo>
                    <a:cubicBezTo>
                      <a:pt x="1" y="22084"/>
                      <a:pt x="1" y="24489"/>
                      <a:pt x="1679" y="25453"/>
                    </a:cubicBezTo>
                    <a:lnTo>
                      <a:pt x="37065" y="45884"/>
                    </a:lnTo>
                    <a:cubicBezTo>
                      <a:pt x="37862" y="46343"/>
                      <a:pt x="38749" y="46572"/>
                      <a:pt x="39635" y="46572"/>
                    </a:cubicBezTo>
                    <a:cubicBezTo>
                      <a:pt x="40520" y="46572"/>
                      <a:pt x="41405" y="46343"/>
                      <a:pt x="42196" y="45884"/>
                    </a:cubicBezTo>
                    <a:lnTo>
                      <a:pt x="77594" y="25453"/>
                    </a:lnTo>
                    <a:cubicBezTo>
                      <a:pt x="79260" y="24489"/>
                      <a:pt x="79260" y="22084"/>
                      <a:pt x="77594" y="21119"/>
                    </a:cubicBezTo>
                    <a:lnTo>
                      <a:pt x="42196" y="688"/>
                    </a:lnTo>
                    <a:cubicBezTo>
                      <a:pt x="41405" y="230"/>
                      <a:pt x="40520" y="1"/>
                      <a:pt x="39635" y="1"/>
                    </a:cubicBezTo>
                    <a:close/>
                  </a:path>
                </a:pathLst>
              </a:custGeom>
              <a:solidFill>
                <a:srgbClr val="A0FDF1">
                  <a:alpha val="415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15" name="Google Shape;1315;p16"/>
          <p:cNvGrpSpPr/>
          <p:nvPr/>
        </p:nvGrpSpPr>
        <p:grpSpPr>
          <a:xfrm>
            <a:off x="5083909" y="2059788"/>
            <a:ext cx="1165988" cy="1568666"/>
            <a:chOff x="3478424" y="1308364"/>
            <a:chExt cx="2187185" cy="2942536"/>
          </a:xfrm>
        </p:grpSpPr>
        <p:sp>
          <p:nvSpPr>
            <p:cNvPr id="1316" name="Google Shape;1316;p16"/>
            <p:cNvSpPr/>
            <p:nvPr/>
          </p:nvSpPr>
          <p:spPr>
            <a:xfrm>
              <a:off x="3485139" y="2969821"/>
              <a:ext cx="2180470" cy="1281079"/>
            </a:xfrm>
            <a:custGeom>
              <a:avLst/>
              <a:gdLst/>
              <a:ahLst/>
              <a:cxnLst/>
              <a:rect l="l" t="t" r="r" b="b"/>
              <a:pathLst>
                <a:path w="79261" h="46572" extrusionOk="0">
                  <a:moveTo>
                    <a:pt x="39635" y="1"/>
                  </a:moveTo>
                  <a:cubicBezTo>
                    <a:pt x="38749" y="1"/>
                    <a:pt x="37862" y="230"/>
                    <a:pt x="37065" y="688"/>
                  </a:cubicBezTo>
                  <a:lnTo>
                    <a:pt x="1679" y="21119"/>
                  </a:lnTo>
                  <a:cubicBezTo>
                    <a:pt x="1" y="22084"/>
                    <a:pt x="1" y="24489"/>
                    <a:pt x="1679" y="25453"/>
                  </a:cubicBezTo>
                  <a:lnTo>
                    <a:pt x="37065" y="45884"/>
                  </a:lnTo>
                  <a:cubicBezTo>
                    <a:pt x="37862" y="46343"/>
                    <a:pt x="38749" y="46572"/>
                    <a:pt x="39635" y="46572"/>
                  </a:cubicBezTo>
                  <a:cubicBezTo>
                    <a:pt x="40520" y="46572"/>
                    <a:pt x="41405" y="46343"/>
                    <a:pt x="42196" y="45884"/>
                  </a:cubicBezTo>
                  <a:lnTo>
                    <a:pt x="77594" y="25453"/>
                  </a:lnTo>
                  <a:cubicBezTo>
                    <a:pt x="79260" y="24489"/>
                    <a:pt x="79260" y="22084"/>
                    <a:pt x="77594" y="21119"/>
                  </a:cubicBezTo>
                  <a:lnTo>
                    <a:pt x="42196" y="688"/>
                  </a:lnTo>
                  <a:cubicBezTo>
                    <a:pt x="41405" y="230"/>
                    <a:pt x="40520" y="1"/>
                    <a:pt x="396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16"/>
            <p:cNvSpPr/>
            <p:nvPr/>
          </p:nvSpPr>
          <p:spPr>
            <a:xfrm>
              <a:off x="3793045" y="1947520"/>
              <a:ext cx="1550129" cy="2096604"/>
            </a:xfrm>
            <a:custGeom>
              <a:avLst/>
              <a:gdLst/>
              <a:ahLst/>
              <a:cxnLst/>
              <a:rect l="l" t="t" r="r" b="b"/>
              <a:pathLst>
                <a:path w="52721" h="71307" extrusionOk="0">
                  <a:moveTo>
                    <a:pt x="52709" y="0"/>
                  </a:moveTo>
                  <a:lnTo>
                    <a:pt x="0" y="0"/>
                  </a:lnTo>
                  <a:lnTo>
                    <a:pt x="0" y="55495"/>
                  </a:lnTo>
                  <a:cubicBezTo>
                    <a:pt x="0" y="56090"/>
                    <a:pt x="321" y="56650"/>
                    <a:pt x="845" y="56948"/>
                  </a:cubicBezTo>
                  <a:lnTo>
                    <a:pt x="24646" y="70699"/>
                  </a:lnTo>
                  <a:cubicBezTo>
                    <a:pt x="25706" y="71306"/>
                    <a:pt x="27027" y="71306"/>
                    <a:pt x="28087" y="70699"/>
                  </a:cubicBezTo>
                  <a:lnTo>
                    <a:pt x="51876" y="56948"/>
                  </a:lnTo>
                  <a:cubicBezTo>
                    <a:pt x="52399" y="56650"/>
                    <a:pt x="52721" y="56090"/>
                    <a:pt x="52721" y="55495"/>
                  </a:cubicBezTo>
                  <a:lnTo>
                    <a:pt x="52721" y="5549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16"/>
            <p:cNvSpPr/>
            <p:nvPr/>
          </p:nvSpPr>
          <p:spPr>
            <a:xfrm>
              <a:off x="3784988" y="1482593"/>
              <a:ext cx="1566242" cy="929825"/>
            </a:xfrm>
            <a:custGeom>
              <a:avLst/>
              <a:gdLst/>
              <a:ahLst/>
              <a:cxnLst/>
              <a:rect l="l" t="t" r="r" b="b"/>
              <a:pathLst>
                <a:path w="53269" h="31624" extrusionOk="0">
                  <a:moveTo>
                    <a:pt x="24920" y="31004"/>
                  </a:moveTo>
                  <a:lnTo>
                    <a:pt x="1119" y="17265"/>
                  </a:lnTo>
                  <a:cubicBezTo>
                    <a:pt x="0" y="16622"/>
                    <a:pt x="0" y="15002"/>
                    <a:pt x="1119" y="14359"/>
                  </a:cubicBezTo>
                  <a:lnTo>
                    <a:pt x="24920" y="620"/>
                  </a:lnTo>
                  <a:cubicBezTo>
                    <a:pt x="25980" y="1"/>
                    <a:pt x="27301" y="1"/>
                    <a:pt x="28361" y="620"/>
                  </a:cubicBezTo>
                  <a:lnTo>
                    <a:pt x="52150" y="14359"/>
                  </a:lnTo>
                  <a:cubicBezTo>
                    <a:pt x="53269" y="15002"/>
                    <a:pt x="53269" y="16622"/>
                    <a:pt x="52150" y="17265"/>
                  </a:cubicBezTo>
                  <a:lnTo>
                    <a:pt x="28361" y="31004"/>
                  </a:lnTo>
                  <a:cubicBezTo>
                    <a:pt x="27289" y="31624"/>
                    <a:pt x="25980" y="31624"/>
                    <a:pt x="24920" y="3100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16"/>
            <p:cNvSpPr/>
            <p:nvPr/>
          </p:nvSpPr>
          <p:spPr>
            <a:xfrm>
              <a:off x="3818244" y="2089627"/>
              <a:ext cx="711364" cy="456533"/>
            </a:xfrm>
            <a:custGeom>
              <a:avLst/>
              <a:gdLst/>
              <a:ahLst/>
              <a:cxnLst/>
              <a:rect l="l" t="t" r="r" b="b"/>
              <a:pathLst>
                <a:path w="24194" h="15527" extrusionOk="0">
                  <a:moveTo>
                    <a:pt x="24194" y="15527"/>
                  </a:moveTo>
                  <a:lnTo>
                    <a:pt x="0" y="1561"/>
                  </a:lnTo>
                  <a:lnTo>
                    <a:pt x="0" y="1"/>
                  </a:lnTo>
                  <a:lnTo>
                    <a:pt x="24194" y="1395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16"/>
            <p:cNvSpPr/>
            <p:nvPr/>
          </p:nvSpPr>
          <p:spPr>
            <a:xfrm>
              <a:off x="3818244" y="2153697"/>
              <a:ext cx="711364" cy="456885"/>
            </a:xfrm>
            <a:custGeom>
              <a:avLst/>
              <a:gdLst/>
              <a:ahLst/>
              <a:cxnLst/>
              <a:rect l="l" t="t" r="r" b="b"/>
              <a:pathLst>
                <a:path w="24194" h="15539" extrusionOk="0">
                  <a:moveTo>
                    <a:pt x="24194" y="15538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16"/>
            <p:cNvSpPr/>
            <p:nvPr/>
          </p:nvSpPr>
          <p:spPr>
            <a:xfrm>
              <a:off x="3818244" y="2218120"/>
              <a:ext cx="711364" cy="456533"/>
            </a:xfrm>
            <a:custGeom>
              <a:avLst/>
              <a:gdLst/>
              <a:ahLst/>
              <a:cxnLst/>
              <a:rect l="l" t="t" r="r" b="b"/>
              <a:pathLst>
                <a:path w="24194" h="15527" extrusionOk="0">
                  <a:moveTo>
                    <a:pt x="24194" y="15526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322;p16"/>
            <p:cNvSpPr/>
            <p:nvPr/>
          </p:nvSpPr>
          <p:spPr>
            <a:xfrm>
              <a:off x="3818244" y="2282543"/>
              <a:ext cx="711364" cy="456533"/>
            </a:xfrm>
            <a:custGeom>
              <a:avLst/>
              <a:gdLst/>
              <a:ahLst/>
              <a:cxnLst/>
              <a:rect l="l" t="t" r="r" b="b"/>
              <a:pathLst>
                <a:path w="24194" h="15527" extrusionOk="0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323;p16"/>
            <p:cNvSpPr/>
            <p:nvPr/>
          </p:nvSpPr>
          <p:spPr>
            <a:xfrm>
              <a:off x="3818244" y="2346966"/>
              <a:ext cx="711364" cy="456503"/>
            </a:xfrm>
            <a:custGeom>
              <a:avLst/>
              <a:gdLst/>
              <a:ahLst/>
              <a:cxnLst/>
              <a:rect l="l" t="t" r="r" b="b"/>
              <a:pathLst>
                <a:path w="24194" h="15526" extrusionOk="0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16"/>
            <p:cNvSpPr/>
            <p:nvPr/>
          </p:nvSpPr>
          <p:spPr>
            <a:xfrm>
              <a:off x="3818244" y="2461786"/>
              <a:ext cx="711364" cy="456533"/>
            </a:xfrm>
            <a:custGeom>
              <a:avLst/>
              <a:gdLst/>
              <a:ahLst/>
              <a:cxnLst/>
              <a:rect l="l" t="t" r="r" b="b"/>
              <a:pathLst>
                <a:path w="24194" h="15527" extrusionOk="0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16"/>
            <p:cNvSpPr/>
            <p:nvPr/>
          </p:nvSpPr>
          <p:spPr>
            <a:xfrm>
              <a:off x="3818244" y="2526209"/>
              <a:ext cx="711364" cy="456503"/>
            </a:xfrm>
            <a:custGeom>
              <a:avLst/>
              <a:gdLst/>
              <a:ahLst/>
              <a:cxnLst/>
              <a:rect l="l" t="t" r="r" b="b"/>
              <a:pathLst>
                <a:path w="24194" h="15526" extrusionOk="0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54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326;p16"/>
            <p:cNvSpPr/>
            <p:nvPr/>
          </p:nvSpPr>
          <p:spPr>
            <a:xfrm>
              <a:off x="3818244" y="2590250"/>
              <a:ext cx="711364" cy="456885"/>
            </a:xfrm>
            <a:custGeom>
              <a:avLst/>
              <a:gdLst/>
              <a:ahLst/>
              <a:cxnLst/>
              <a:rect l="l" t="t" r="r" b="b"/>
              <a:pathLst>
                <a:path w="24194" h="15539" extrusionOk="0">
                  <a:moveTo>
                    <a:pt x="24194" y="15538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16"/>
            <p:cNvSpPr/>
            <p:nvPr/>
          </p:nvSpPr>
          <p:spPr>
            <a:xfrm>
              <a:off x="3818244" y="2654673"/>
              <a:ext cx="711364" cy="456533"/>
            </a:xfrm>
            <a:custGeom>
              <a:avLst/>
              <a:gdLst/>
              <a:ahLst/>
              <a:cxnLst/>
              <a:rect l="l" t="t" r="r" b="b"/>
              <a:pathLst>
                <a:path w="24194" h="15527" extrusionOk="0">
                  <a:moveTo>
                    <a:pt x="24194" y="15526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16"/>
            <p:cNvSpPr/>
            <p:nvPr/>
          </p:nvSpPr>
          <p:spPr>
            <a:xfrm>
              <a:off x="3818244" y="2719096"/>
              <a:ext cx="711364" cy="456533"/>
            </a:xfrm>
            <a:custGeom>
              <a:avLst/>
              <a:gdLst/>
              <a:ahLst/>
              <a:cxnLst/>
              <a:rect l="l" t="t" r="r" b="b"/>
              <a:pathLst>
                <a:path w="24194" h="15527" extrusionOk="0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29;p16"/>
            <p:cNvSpPr/>
            <p:nvPr/>
          </p:nvSpPr>
          <p:spPr>
            <a:xfrm>
              <a:off x="3818244" y="2833916"/>
              <a:ext cx="711364" cy="456533"/>
            </a:xfrm>
            <a:custGeom>
              <a:avLst/>
              <a:gdLst/>
              <a:ahLst/>
              <a:cxnLst/>
              <a:rect l="l" t="t" r="r" b="b"/>
              <a:pathLst>
                <a:path w="24194" h="15527" extrusionOk="0">
                  <a:moveTo>
                    <a:pt x="24194" y="15526"/>
                  </a:moveTo>
                  <a:lnTo>
                    <a:pt x="0" y="1560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330;p16"/>
            <p:cNvSpPr/>
            <p:nvPr/>
          </p:nvSpPr>
          <p:spPr>
            <a:xfrm>
              <a:off x="3818244" y="2898339"/>
              <a:ext cx="711364" cy="456533"/>
            </a:xfrm>
            <a:custGeom>
              <a:avLst/>
              <a:gdLst/>
              <a:ahLst/>
              <a:cxnLst/>
              <a:rect l="l" t="t" r="r" b="b"/>
              <a:pathLst>
                <a:path w="24194" h="15527" extrusionOk="0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331;p16"/>
            <p:cNvSpPr/>
            <p:nvPr/>
          </p:nvSpPr>
          <p:spPr>
            <a:xfrm>
              <a:off x="3818244" y="2962762"/>
              <a:ext cx="711364" cy="456503"/>
            </a:xfrm>
            <a:custGeom>
              <a:avLst/>
              <a:gdLst/>
              <a:ahLst/>
              <a:cxnLst/>
              <a:rect l="l" t="t" r="r" b="b"/>
              <a:pathLst>
                <a:path w="24194" h="15526" extrusionOk="0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54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332;p16"/>
            <p:cNvSpPr/>
            <p:nvPr/>
          </p:nvSpPr>
          <p:spPr>
            <a:xfrm>
              <a:off x="3818244" y="3026803"/>
              <a:ext cx="711364" cy="456885"/>
            </a:xfrm>
            <a:custGeom>
              <a:avLst/>
              <a:gdLst/>
              <a:ahLst/>
              <a:cxnLst/>
              <a:rect l="l" t="t" r="r" b="b"/>
              <a:pathLst>
                <a:path w="24194" h="15539" extrusionOk="0">
                  <a:moveTo>
                    <a:pt x="24194" y="15539"/>
                  </a:moveTo>
                  <a:lnTo>
                    <a:pt x="0" y="1573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16"/>
            <p:cNvSpPr/>
            <p:nvPr/>
          </p:nvSpPr>
          <p:spPr>
            <a:xfrm>
              <a:off x="3818244" y="3091226"/>
              <a:ext cx="711364" cy="456533"/>
            </a:xfrm>
            <a:custGeom>
              <a:avLst/>
              <a:gdLst/>
              <a:ahLst/>
              <a:cxnLst/>
              <a:rect l="l" t="t" r="r" b="b"/>
              <a:pathLst>
                <a:path w="24194" h="15527" extrusionOk="0">
                  <a:moveTo>
                    <a:pt x="24194" y="15526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16"/>
            <p:cNvSpPr/>
            <p:nvPr/>
          </p:nvSpPr>
          <p:spPr>
            <a:xfrm>
              <a:off x="3818244" y="3206046"/>
              <a:ext cx="711364" cy="456533"/>
            </a:xfrm>
            <a:custGeom>
              <a:avLst/>
              <a:gdLst/>
              <a:ahLst/>
              <a:cxnLst/>
              <a:rect l="l" t="t" r="r" b="b"/>
              <a:pathLst>
                <a:path w="24194" h="15527" extrusionOk="0">
                  <a:moveTo>
                    <a:pt x="24194" y="15527"/>
                  </a:moveTo>
                  <a:lnTo>
                    <a:pt x="0" y="1573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16"/>
            <p:cNvSpPr/>
            <p:nvPr/>
          </p:nvSpPr>
          <p:spPr>
            <a:xfrm>
              <a:off x="3818244" y="3270469"/>
              <a:ext cx="711364" cy="456533"/>
            </a:xfrm>
            <a:custGeom>
              <a:avLst/>
              <a:gdLst/>
              <a:ahLst/>
              <a:cxnLst/>
              <a:rect l="l" t="t" r="r" b="b"/>
              <a:pathLst>
                <a:path w="24194" h="15527" extrusionOk="0">
                  <a:moveTo>
                    <a:pt x="24194" y="15526"/>
                  </a:moveTo>
                  <a:lnTo>
                    <a:pt x="0" y="1560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16"/>
            <p:cNvSpPr/>
            <p:nvPr/>
          </p:nvSpPr>
          <p:spPr>
            <a:xfrm>
              <a:off x="3818244" y="3334892"/>
              <a:ext cx="711364" cy="456533"/>
            </a:xfrm>
            <a:custGeom>
              <a:avLst/>
              <a:gdLst/>
              <a:ahLst/>
              <a:cxnLst/>
              <a:rect l="l" t="t" r="r" b="b"/>
              <a:pathLst>
                <a:path w="24194" h="15527" extrusionOk="0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16"/>
            <p:cNvSpPr/>
            <p:nvPr/>
          </p:nvSpPr>
          <p:spPr>
            <a:xfrm>
              <a:off x="3818244" y="3399315"/>
              <a:ext cx="711364" cy="456503"/>
            </a:xfrm>
            <a:custGeom>
              <a:avLst/>
              <a:gdLst/>
              <a:ahLst/>
              <a:cxnLst/>
              <a:rect l="l" t="t" r="r" b="b"/>
              <a:pathLst>
                <a:path w="24194" h="15526" extrusionOk="0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338;p16"/>
            <p:cNvSpPr/>
            <p:nvPr/>
          </p:nvSpPr>
          <p:spPr>
            <a:xfrm>
              <a:off x="3818244" y="3463385"/>
              <a:ext cx="711364" cy="456856"/>
            </a:xfrm>
            <a:custGeom>
              <a:avLst/>
              <a:gdLst/>
              <a:ahLst/>
              <a:cxnLst/>
              <a:rect l="l" t="t" r="r" b="b"/>
              <a:pathLst>
                <a:path w="24194" h="15538" extrusionOk="0">
                  <a:moveTo>
                    <a:pt x="24194" y="15538"/>
                  </a:moveTo>
                  <a:lnTo>
                    <a:pt x="0" y="1572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339;p16"/>
            <p:cNvSpPr/>
            <p:nvPr/>
          </p:nvSpPr>
          <p:spPr>
            <a:xfrm>
              <a:off x="4606639" y="2089627"/>
              <a:ext cx="711011" cy="456533"/>
            </a:xfrm>
            <a:custGeom>
              <a:avLst/>
              <a:gdLst/>
              <a:ahLst/>
              <a:cxnLst/>
              <a:rect l="l" t="t" r="r" b="b"/>
              <a:pathLst>
                <a:path w="24182" h="15527" extrusionOk="0">
                  <a:moveTo>
                    <a:pt x="0" y="15527"/>
                  </a:moveTo>
                  <a:lnTo>
                    <a:pt x="24182" y="1561"/>
                  </a:lnTo>
                  <a:lnTo>
                    <a:pt x="24182" y="1"/>
                  </a:lnTo>
                  <a:lnTo>
                    <a:pt x="0" y="1395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16"/>
            <p:cNvSpPr/>
            <p:nvPr/>
          </p:nvSpPr>
          <p:spPr>
            <a:xfrm>
              <a:off x="4606639" y="2153697"/>
              <a:ext cx="711011" cy="456885"/>
            </a:xfrm>
            <a:custGeom>
              <a:avLst/>
              <a:gdLst/>
              <a:ahLst/>
              <a:cxnLst/>
              <a:rect l="l" t="t" r="r" b="b"/>
              <a:pathLst>
                <a:path w="24182" h="15539" extrusionOk="0">
                  <a:moveTo>
                    <a:pt x="0" y="15538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16"/>
            <p:cNvSpPr/>
            <p:nvPr/>
          </p:nvSpPr>
          <p:spPr>
            <a:xfrm>
              <a:off x="4606639" y="2218120"/>
              <a:ext cx="711011" cy="456533"/>
            </a:xfrm>
            <a:custGeom>
              <a:avLst/>
              <a:gdLst/>
              <a:ahLst/>
              <a:cxnLst/>
              <a:rect l="l" t="t" r="r" b="b"/>
              <a:pathLst>
                <a:path w="24182" h="15527" extrusionOk="0">
                  <a:moveTo>
                    <a:pt x="0" y="15526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16"/>
            <p:cNvSpPr/>
            <p:nvPr/>
          </p:nvSpPr>
          <p:spPr>
            <a:xfrm>
              <a:off x="4606639" y="2282543"/>
              <a:ext cx="711011" cy="456533"/>
            </a:xfrm>
            <a:custGeom>
              <a:avLst/>
              <a:gdLst/>
              <a:ahLst/>
              <a:cxnLst/>
              <a:rect l="l" t="t" r="r" b="b"/>
              <a:pathLst>
                <a:path w="24182" h="15527" extrusionOk="0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1343;p16"/>
            <p:cNvSpPr/>
            <p:nvPr/>
          </p:nvSpPr>
          <p:spPr>
            <a:xfrm>
              <a:off x="4606639" y="2346966"/>
              <a:ext cx="711011" cy="456503"/>
            </a:xfrm>
            <a:custGeom>
              <a:avLst/>
              <a:gdLst/>
              <a:ahLst/>
              <a:cxnLst/>
              <a:rect l="l" t="t" r="r" b="b"/>
              <a:pathLst>
                <a:path w="24182" h="15526" extrusionOk="0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1344;p16"/>
            <p:cNvSpPr/>
            <p:nvPr/>
          </p:nvSpPr>
          <p:spPr>
            <a:xfrm>
              <a:off x="4606639" y="2461786"/>
              <a:ext cx="711011" cy="456533"/>
            </a:xfrm>
            <a:custGeom>
              <a:avLst/>
              <a:gdLst/>
              <a:ahLst/>
              <a:cxnLst/>
              <a:rect l="l" t="t" r="r" b="b"/>
              <a:pathLst>
                <a:path w="24182" h="15527" extrusionOk="0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16"/>
            <p:cNvSpPr/>
            <p:nvPr/>
          </p:nvSpPr>
          <p:spPr>
            <a:xfrm>
              <a:off x="4606639" y="2526209"/>
              <a:ext cx="711011" cy="456503"/>
            </a:xfrm>
            <a:custGeom>
              <a:avLst/>
              <a:gdLst/>
              <a:ahLst/>
              <a:cxnLst/>
              <a:rect l="l" t="t" r="r" b="b"/>
              <a:pathLst>
                <a:path w="24182" h="15526" extrusionOk="0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54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16"/>
            <p:cNvSpPr/>
            <p:nvPr/>
          </p:nvSpPr>
          <p:spPr>
            <a:xfrm>
              <a:off x="4606639" y="2590250"/>
              <a:ext cx="711011" cy="456885"/>
            </a:xfrm>
            <a:custGeom>
              <a:avLst/>
              <a:gdLst/>
              <a:ahLst/>
              <a:cxnLst/>
              <a:rect l="l" t="t" r="r" b="b"/>
              <a:pathLst>
                <a:path w="24182" h="15539" extrusionOk="0">
                  <a:moveTo>
                    <a:pt x="0" y="15538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16"/>
            <p:cNvSpPr/>
            <p:nvPr/>
          </p:nvSpPr>
          <p:spPr>
            <a:xfrm>
              <a:off x="4606639" y="2654673"/>
              <a:ext cx="711011" cy="456533"/>
            </a:xfrm>
            <a:custGeom>
              <a:avLst/>
              <a:gdLst/>
              <a:ahLst/>
              <a:cxnLst/>
              <a:rect l="l" t="t" r="r" b="b"/>
              <a:pathLst>
                <a:path w="24182" h="15527" extrusionOk="0">
                  <a:moveTo>
                    <a:pt x="0" y="15526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348;p16"/>
            <p:cNvSpPr/>
            <p:nvPr/>
          </p:nvSpPr>
          <p:spPr>
            <a:xfrm>
              <a:off x="4606639" y="2719096"/>
              <a:ext cx="711011" cy="456533"/>
            </a:xfrm>
            <a:custGeom>
              <a:avLst/>
              <a:gdLst/>
              <a:ahLst/>
              <a:cxnLst/>
              <a:rect l="l" t="t" r="r" b="b"/>
              <a:pathLst>
                <a:path w="24182" h="15527" extrusionOk="0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1349;p16"/>
            <p:cNvSpPr/>
            <p:nvPr/>
          </p:nvSpPr>
          <p:spPr>
            <a:xfrm>
              <a:off x="4606639" y="2833916"/>
              <a:ext cx="711011" cy="456533"/>
            </a:xfrm>
            <a:custGeom>
              <a:avLst/>
              <a:gdLst/>
              <a:ahLst/>
              <a:cxnLst/>
              <a:rect l="l" t="t" r="r" b="b"/>
              <a:pathLst>
                <a:path w="24182" h="15527" extrusionOk="0">
                  <a:moveTo>
                    <a:pt x="0" y="15526"/>
                  </a:moveTo>
                  <a:lnTo>
                    <a:pt x="24182" y="1560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16"/>
            <p:cNvSpPr/>
            <p:nvPr/>
          </p:nvSpPr>
          <p:spPr>
            <a:xfrm>
              <a:off x="4606639" y="2898339"/>
              <a:ext cx="711011" cy="456533"/>
            </a:xfrm>
            <a:custGeom>
              <a:avLst/>
              <a:gdLst/>
              <a:ahLst/>
              <a:cxnLst/>
              <a:rect l="l" t="t" r="r" b="b"/>
              <a:pathLst>
                <a:path w="24182" h="15527" extrusionOk="0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16"/>
            <p:cNvSpPr/>
            <p:nvPr/>
          </p:nvSpPr>
          <p:spPr>
            <a:xfrm>
              <a:off x="4606639" y="2962762"/>
              <a:ext cx="711011" cy="456503"/>
            </a:xfrm>
            <a:custGeom>
              <a:avLst/>
              <a:gdLst/>
              <a:ahLst/>
              <a:cxnLst/>
              <a:rect l="l" t="t" r="r" b="b"/>
              <a:pathLst>
                <a:path w="24182" h="15526" extrusionOk="0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54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16"/>
            <p:cNvSpPr/>
            <p:nvPr/>
          </p:nvSpPr>
          <p:spPr>
            <a:xfrm>
              <a:off x="4606639" y="3026803"/>
              <a:ext cx="711011" cy="456885"/>
            </a:xfrm>
            <a:custGeom>
              <a:avLst/>
              <a:gdLst/>
              <a:ahLst/>
              <a:cxnLst/>
              <a:rect l="l" t="t" r="r" b="b"/>
              <a:pathLst>
                <a:path w="24182" h="15539" extrusionOk="0">
                  <a:moveTo>
                    <a:pt x="0" y="15539"/>
                  </a:moveTo>
                  <a:lnTo>
                    <a:pt x="24182" y="1573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16"/>
            <p:cNvSpPr/>
            <p:nvPr/>
          </p:nvSpPr>
          <p:spPr>
            <a:xfrm>
              <a:off x="4606639" y="3091226"/>
              <a:ext cx="711011" cy="456533"/>
            </a:xfrm>
            <a:custGeom>
              <a:avLst/>
              <a:gdLst/>
              <a:ahLst/>
              <a:cxnLst/>
              <a:rect l="l" t="t" r="r" b="b"/>
              <a:pathLst>
                <a:path w="24182" h="15527" extrusionOk="0">
                  <a:moveTo>
                    <a:pt x="0" y="15526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16"/>
            <p:cNvSpPr/>
            <p:nvPr/>
          </p:nvSpPr>
          <p:spPr>
            <a:xfrm>
              <a:off x="4606639" y="3206046"/>
              <a:ext cx="711011" cy="456533"/>
            </a:xfrm>
            <a:custGeom>
              <a:avLst/>
              <a:gdLst/>
              <a:ahLst/>
              <a:cxnLst/>
              <a:rect l="l" t="t" r="r" b="b"/>
              <a:pathLst>
                <a:path w="24182" h="15527" extrusionOk="0">
                  <a:moveTo>
                    <a:pt x="0" y="15527"/>
                  </a:moveTo>
                  <a:lnTo>
                    <a:pt x="24182" y="1573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1355;p16"/>
            <p:cNvSpPr/>
            <p:nvPr/>
          </p:nvSpPr>
          <p:spPr>
            <a:xfrm>
              <a:off x="4606639" y="3270469"/>
              <a:ext cx="711011" cy="456533"/>
            </a:xfrm>
            <a:custGeom>
              <a:avLst/>
              <a:gdLst/>
              <a:ahLst/>
              <a:cxnLst/>
              <a:rect l="l" t="t" r="r" b="b"/>
              <a:pathLst>
                <a:path w="24182" h="15527" extrusionOk="0">
                  <a:moveTo>
                    <a:pt x="0" y="15526"/>
                  </a:moveTo>
                  <a:lnTo>
                    <a:pt x="24182" y="1560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56;p16"/>
            <p:cNvSpPr/>
            <p:nvPr/>
          </p:nvSpPr>
          <p:spPr>
            <a:xfrm>
              <a:off x="4606639" y="3334892"/>
              <a:ext cx="711011" cy="456533"/>
            </a:xfrm>
            <a:custGeom>
              <a:avLst/>
              <a:gdLst/>
              <a:ahLst/>
              <a:cxnLst/>
              <a:rect l="l" t="t" r="r" b="b"/>
              <a:pathLst>
                <a:path w="24182" h="15527" extrusionOk="0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16"/>
            <p:cNvSpPr/>
            <p:nvPr/>
          </p:nvSpPr>
          <p:spPr>
            <a:xfrm>
              <a:off x="4606639" y="3399315"/>
              <a:ext cx="711011" cy="456503"/>
            </a:xfrm>
            <a:custGeom>
              <a:avLst/>
              <a:gdLst/>
              <a:ahLst/>
              <a:cxnLst/>
              <a:rect l="l" t="t" r="r" b="b"/>
              <a:pathLst>
                <a:path w="24182" h="15526" extrusionOk="0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16"/>
            <p:cNvSpPr/>
            <p:nvPr/>
          </p:nvSpPr>
          <p:spPr>
            <a:xfrm>
              <a:off x="4606639" y="3463385"/>
              <a:ext cx="711011" cy="456856"/>
            </a:xfrm>
            <a:custGeom>
              <a:avLst/>
              <a:gdLst/>
              <a:ahLst/>
              <a:cxnLst/>
              <a:rect l="l" t="t" r="r" b="b"/>
              <a:pathLst>
                <a:path w="24182" h="15538" extrusionOk="0">
                  <a:moveTo>
                    <a:pt x="0" y="15538"/>
                  </a:moveTo>
                  <a:lnTo>
                    <a:pt x="24182" y="1572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59" name="Google Shape;1359;p16"/>
            <p:cNvGrpSpPr/>
            <p:nvPr/>
          </p:nvGrpSpPr>
          <p:grpSpPr>
            <a:xfrm>
              <a:off x="3478424" y="1308364"/>
              <a:ext cx="2180470" cy="1878295"/>
              <a:chOff x="5553063" y="1487604"/>
              <a:chExt cx="1981525" cy="1707075"/>
            </a:xfrm>
          </p:grpSpPr>
          <p:sp>
            <p:nvSpPr>
              <p:cNvPr id="1360" name="Google Shape;1360;p16"/>
              <p:cNvSpPr/>
              <p:nvPr/>
            </p:nvSpPr>
            <p:spPr>
              <a:xfrm>
                <a:off x="5563488" y="2071829"/>
                <a:ext cx="1960975" cy="1122850"/>
              </a:xfrm>
              <a:custGeom>
                <a:avLst/>
                <a:gdLst/>
                <a:ahLst/>
                <a:cxnLst/>
                <a:rect l="l" t="t" r="r" b="b"/>
                <a:pathLst>
                  <a:path w="78439" h="44914" extrusionOk="0">
                    <a:moveTo>
                      <a:pt x="12" y="1"/>
                    </a:moveTo>
                    <a:cubicBezTo>
                      <a:pt x="12" y="72"/>
                      <a:pt x="12" y="132"/>
                      <a:pt x="12" y="191"/>
                    </a:cubicBezTo>
                    <a:cubicBezTo>
                      <a:pt x="12" y="263"/>
                      <a:pt x="12" y="322"/>
                      <a:pt x="12" y="394"/>
                    </a:cubicBezTo>
                    <a:cubicBezTo>
                      <a:pt x="12" y="453"/>
                      <a:pt x="12" y="525"/>
                      <a:pt x="12" y="584"/>
                    </a:cubicBezTo>
                    <a:cubicBezTo>
                      <a:pt x="12" y="656"/>
                      <a:pt x="12" y="715"/>
                      <a:pt x="12" y="775"/>
                    </a:cubicBezTo>
                    <a:cubicBezTo>
                      <a:pt x="12" y="846"/>
                      <a:pt x="12" y="906"/>
                      <a:pt x="12" y="977"/>
                    </a:cubicBezTo>
                    <a:cubicBezTo>
                      <a:pt x="12" y="1037"/>
                      <a:pt x="12" y="1108"/>
                      <a:pt x="12" y="1167"/>
                    </a:cubicBezTo>
                    <a:cubicBezTo>
                      <a:pt x="12" y="1239"/>
                      <a:pt x="12" y="1298"/>
                      <a:pt x="12" y="1358"/>
                    </a:cubicBezTo>
                    <a:cubicBezTo>
                      <a:pt x="12" y="1429"/>
                      <a:pt x="12" y="1489"/>
                      <a:pt x="12" y="1560"/>
                    </a:cubicBezTo>
                    <a:cubicBezTo>
                      <a:pt x="12" y="1620"/>
                      <a:pt x="12" y="1691"/>
                      <a:pt x="12" y="1751"/>
                    </a:cubicBezTo>
                    <a:cubicBezTo>
                      <a:pt x="12" y="1822"/>
                      <a:pt x="12" y="1882"/>
                      <a:pt x="12" y="1941"/>
                    </a:cubicBezTo>
                    <a:cubicBezTo>
                      <a:pt x="12" y="2013"/>
                      <a:pt x="12" y="2072"/>
                      <a:pt x="12" y="2144"/>
                    </a:cubicBezTo>
                    <a:cubicBezTo>
                      <a:pt x="12" y="2203"/>
                      <a:pt x="12" y="2275"/>
                      <a:pt x="12" y="2334"/>
                    </a:cubicBezTo>
                    <a:cubicBezTo>
                      <a:pt x="12" y="2406"/>
                      <a:pt x="12" y="2465"/>
                      <a:pt x="12" y="2525"/>
                    </a:cubicBezTo>
                    <a:cubicBezTo>
                      <a:pt x="12" y="2596"/>
                      <a:pt x="12" y="2656"/>
                      <a:pt x="12" y="2727"/>
                    </a:cubicBezTo>
                    <a:cubicBezTo>
                      <a:pt x="12" y="2787"/>
                      <a:pt x="12" y="2858"/>
                      <a:pt x="12" y="2918"/>
                    </a:cubicBezTo>
                    <a:cubicBezTo>
                      <a:pt x="12" y="2989"/>
                      <a:pt x="12" y="3049"/>
                      <a:pt x="12" y="3108"/>
                    </a:cubicBezTo>
                    <a:cubicBezTo>
                      <a:pt x="12" y="3180"/>
                      <a:pt x="12" y="3239"/>
                      <a:pt x="12" y="3311"/>
                    </a:cubicBezTo>
                    <a:cubicBezTo>
                      <a:pt x="12" y="3370"/>
                      <a:pt x="12" y="3442"/>
                      <a:pt x="12" y="3501"/>
                    </a:cubicBezTo>
                    <a:cubicBezTo>
                      <a:pt x="12" y="3573"/>
                      <a:pt x="12" y="3632"/>
                      <a:pt x="12" y="3692"/>
                    </a:cubicBezTo>
                    <a:cubicBezTo>
                      <a:pt x="12" y="3763"/>
                      <a:pt x="12" y="3823"/>
                      <a:pt x="12" y="3894"/>
                    </a:cubicBezTo>
                    <a:cubicBezTo>
                      <a:pt x="12" y="3954"/>
                      <a:pt x="12" y="4025"/>
                      <a:pt x="12" y="4085"/>
                    </a:cubicBezTo>
                    <a:cubicBezTo>
                      <a:pt x="12" y="4156"/>
                      <a:pt x="12" y="4215"/>
                      <a:pt x="12" y="4275"/>
                    </a:cubicBezTo>
                    <a:cubicBezTo>
                      <a:pt x="12" y="4346"/>
                      <a:pt x="12" y="4406"/>
                      <a:pt x="12" y="4477"/>
                    </a:cubicBezTo>
                    <a:cubicBezTo>
                      <a:pt x="12" y="4537"/>
                      <a:pt x="12" y="4608"/>
                      <a:pt x="12" y="4668"/>
                    </a:cubicBezTo>
                    <a:cubicBezTo>
                      <a:pt x="12" y="4739"/>
                      <a:pt x="12" y="4799"/>
                      <a:pt x="12" y="4858"/>
                    </a:cubicBezTo>
                    <a:cubicBezTo>
                      <a:pt x="12" y="4930"/>
                      <a:pt x="12" y="4989"/>
                      <a:pt x="12" y="5061"/>
                    </a:cubicBezTo>
                    <a:cubicBezTo>
                      <a:pt x="12" y="5120"/>
                      <a:pt x="12" y="5192"/>
                      <a:pt x="12" y="5251"/>
                    </a:cubicBezTo>
                    <a:cubicBezTo>
                      <a:pt x="12" y="5323"/>
                      <a:pt x="12" y="5382"/>
                      <a:pt x="12" y="5442"/>
                    </a:cubicBezTo>
                    <a:cubicBezTo>
                      <a:pt x="12" y="5513"/>
                      <a:pt x="12" y="5573"/>
                      <a:pt x="12" y="5644"/>
                    </a:cubicBezTo>
                    <a:cubicBezTo>
                      <a:pt x="12" y="5704"/>
                      <a:pt x="12" y="5775"/>
                      <a:pt x="12" y="5835"/>
                    </a:cubicBezTo>
                    <a:cubicBezTo>
                      <a:pt x="12" y="5906"/>
                      <a:pt x="12" y="5966"/>
                      <a:pt x="12" y="6025"/>
                    </a:cubicBezTo>
                    <a:cubicBezTo>
                      <a:pt x="12" y="6097"/>
                      <a:pt x="12" y="6156"/>
                      <a:pt x="12" y="6228"/>
                    </a:cubicBezTo>
                    <a:cubicBezTo>
                      <a:pt x="12" y="6287"/>
                      <a:pt x="12" y="6359"/>
                      <a:pt x="12" y="6418"/>
                    </a:cubicBezTo>
                    <a:cubicBezTo>
                      <a:pt x="12" y="6490"/>
                      <a:pt x="12" y="6549"/>
                      <a:pt x="12" y="6609"/>
                    </a:cubicBezTo>
                    <a:cubicBezTo>
                      <a:pt x="12" y="6680"/>
                      <a:pt x="12" y="6740"/>
                      <a:pt x="12" y="6811"/>
                    </a:cubicBezTo>
                    <a:cubicBezTo>
                      <a:pt x="12" y="6871"/>
                      <a:pt x="12" y="6942"/>
                      <a:pt x="12" y="7002"/>
                    </a:cubicBezTo>
                    <a:cubicBezTo>
                      <a:pt x="12" y="7073"/>
                      <a:pt x="12" y="7132"/>
                      <a:pt x="12" y="7192"/>
                    </a:cubicBezTo>
                    <a:cubicBezTo>
                      <a:pt x="12" y="7263"/>
                      <a:pt x="12" y="7323"/>
                      <a:pt x="12" y="7394"/>
                    </a:cubicBezTo>
                    <a:cubicBezTo>
                      <a:pt x="12" y="7454"/>
                      <a:pt x="12" y="7525"/>
                      <a:pt x="12" y="7585"/>
                    </a:cubicBezTo>
                    <a:cubicBezTo>
                      <a:pt x="12" y="7656"/>
                      <a:pt x="12" y="7716"/>
                      <a:pt x="12" y="7775"/>
                    </a:cubicBezTo>
                    <a:cubicBezTo>
                      <a:pt x="12" y="7847"/>
                      <a:pt x="12" y="7906"/>
                      <a:pt x="12" y="7978"/>
                    </a:cubicBezTo>
                    <a:cubicBezTo>
                      <a:pt x="12" y="8037"/>
                      <a:pt x="12" y="8109"/>
                      <a:pt x="12" y="8168"/>
                    </a:cubicBezTo>
                    <a:cubicBezTo>
                      <a:pt x="12" y="8228"/>
                      <a:pt x="12" y="8299"/>
                      <a:pt x="12" y="8359"/>
                    </a:cubicBezTo>
                    <a:cubicBezTo>
                      <a:pt x="12" y="8430"/>
                      <a:pt x="12" y="8490"/>
                      <a:pt x="12" y="8561"/>
                    </a:cubicBezTo>
                    <a:cubicBezTo>
                      <a:pt x="12" y="8621"/>
                      <a:pt x="12" y="8692"/>
                      <a:pt x="12" y="8752"/>
                    </a:cubicBezTo>
                    <a:cubicBezTo>
                      <a:pt x="12" y="8811"/>
                      <a:pt x="12" y="8883"/>
                      <a:pt x="12" y="8942"/>
                    </a:cubicBezTo>
                    <a:cubicBezTo>
                      <a:pt x="12" y="9014"/>
                      <a:pt x="12" y="9073"/>
                      <a:pt x="12" y="9145"/>
                    </a:cubicBezTo>
                    <a:cubicBezTo>
                      <a:pt x="12" y="9204"/>
                      <a:pt x="12" y="9276"/>
                      <a:pt x="12" y="9335"/>
                    </a:cubicBezTo>
                    <a:cubicBezTo>
                      <a:pt x="12" y="9395"/>
                      <a:pt x="12" y="9466"/>
                      <a:pt x="12" y="9526"/>
                    </a:cubicBezTo>
                    <a:cubicBezTo>
                      <a:pt x="12" y="9597"/>
                      <a:pt x="12" y="9657"/>
                      <a:pt x="12" y="9728"/>
                    </a:cubicBezTo>
                    <a:cubicBezTo>
                      <a:pt x="12" y="9788"/>
                      <a:pt x="12" y="9859"/>
                      <a:pt x="12" y="9919"/>
                    </a:cubicBezTo>
                    <a:cubicBezTo>
                      <a:pt x="12" y="9978"/>
                      <a:pt x="12" y="10050"/>
                      <a:pt x="12" y="10109"/>
                    </a:cubicBezTo>
                    <a:cubicBezTo>
                      <a:pt x="12" y="10180"/>
                      <a:pt x="12" y="10240"/>
                      <a:pt x="12" y="10311"/>
                    </a:cubicBezTo>
                    <a:cubicBezTo>
                      <a:pt x="12" y="10371"/>
                      <a:pt x="12" y="10442"/>
                      <a:pt x="12" y="10502"/>
                    </a:cubicBezTo>
                    <a:cubicBezTo>
                      <a:pt x="12" y="10561"/>
                      <a:pt x="12" y="10633"/>
                      <a:pt x="12" y="10692"/>
                    </a:cubicBezTo>
                    <a:cubicBezTo>
                      <a:pt x="12" y="10764"/>
                      <a:pt x="12" y="10823"/>
                      <a:pt x="12" y="10895"/>
                    </a:cubicBezTo>
                    <a:cubicBezTo>
                      <a:pt x="12" y="10954"/>
                      <a:pt x="12" y="11026"/>
                      <a:pt x="12" y="11085"/>
                    </a:cubicBezTo>
                    <a:cubicBezTo>
                      <a:pt x="12" y="11145"/>
                      <a:pt x="12" y="11216"/>
                      <a:pt x="12" y="11276"/>
                    </a:cubicBezTo>
                    <a:cubicBezTo>
                      <a:pt x="12" y="11347"/>
                      <a:pt x="12" y="11407"/>
                      <a:pt x="12" y="11478"/>
                    </a:cubicBezTo>
                    <a:cubicBezTo>
                      <a:pt x="12" y="11538"/>
                      <a:pt x="12" y="11609"/>
                      <a:pt x="12" y="11669"/>
                    </a:cubicBezTo>
                    <a:cubicBezTo>
                      <a:pt x="12" y="11728"/>
                      <a:pt x="12" y="11800"/>
                      <a:pt x="12" y="11859"/>
                    </a:cubicBezTo>
                    <a:cubicBezTo>
                      <a:pt x="12" y="11931"/>
                      <a:pt x="12" y="11990"/>
                      <a:pt x="12" y="12062"/>
                    </a:cubicBezTo>
                    <a:cubicBezTo>
                      <a:pt x="12" y="12121"/>
                      <a:pt x="12" y="12193"/>
                      <a:pt x="12" y="12252"/>
                    </a:cubicBezTo>
                    <a:cubicBezTo>
                      <a:pt x="12" y="12312"/>
                      <a:pt x="12" y="12383"/>
                      <a:pt x="12" y="12443"/>
                    </a:cubicBezTo>
                    <a:cubicBezTo>
                      <a:pt x="12" y="12514"/>
                      <a:pt x="12" y="12574"/>
                      <a:pt x="12" y="12645"/>
                    </a:cubicBezTo>
                    <a:cubicBezTo>
                      <a:pt x="12" y="12705"/>
                      <a:pt x="12" y="12776"/>
                      <a:pt x="12" y="12836"/>
                    </a:cubicBezTo>
                    <a:cubicBezTo>
                      <a:pt x="12" y="12895"/>
                      <a:pt x="12" y="12967"/>
                      <a:pt x="12" y="13026"/>
                    </a:cubicBezTo>
                    <a:cubicBezTo>
                      <a:pt x="12" y="13098"/>
                      <a:pt x="12" y="13157"/>
                      <a:pt x="12" y="13228"/>
                    </a:cubicBezTo>
                    <a:cubicBezTo>
                      <a:pt x="12" y="13288"/>
                      <a:pt x="12" y="13359"/>
                      <a:pt x="12" y="13419"/>
                    </a:cubicBezTo>
                    <a:cubicBezTo>
                      <a:pt x="12" y="13479"/>
                      <a:pt x="12" y="13550"/>
                      <a:pt x="12" y="13609"/>
                    </a:cubicBezTo>
                    <a:cubicBezTo>
                      <a:pt x="12" y="13681"/>
                      <a:pt x="12" y="13740"/>
                      <a:pt x="12" y="13812"/>
                    </a:cubicBezTo>
                    <a:cubicBezTo>
                      <a:pt x="12" y="13871"/>
                      <a:pt x="12" y="13943"/>
                      <a:pt x="12" y="14002"/>
                    </a:cubicBezTo>
                    <a:cubicBezTo>
                      <a:pt x="12" y="14062"/>
                      <a:pt x="12" y="14133"/>
                      <a:pt x="12" y="14193"/>
                    </a:cubicBezTo>
                    <a:cubicBezTo>
                      <a:pt x="12" y="14264"/>
                      <a:pt x="12" y="14324"/>
                      <a:pt x="12" y="14395"/>
                    </a:cubicBezTo>
                    <a:cubicBezTo>
                      <a:pt x="12" y="14455"/>
                      <a:pt x="12" y="14526"/>
                      <a:pt x="12" y="14586"/>
                    </a:cubicBezTo>
                    <a:cubicBezTo>
                      <a:pt x="12" y="14645"/>
                      <a:pt x="12" y="14717"/>
                      <a:pt x="12" y="14776"/>
                    </a:cubicBezTo>
                    <a:cubicBezTo>
                      <a:pt x="12" y="14848"/>
                      <a:pt x="12" y="14907"/>
                      <a:pt x="12" y="14979"/>
                    </a:cubicBezTo>
                    <a:cubicBezTo>
                      <a:pt x="12" y="15038"/>
                      <a:pt x="12" y="15110"/>
                      <a:pt x="12" y="15169"/>
                    </a:cubicBezTo>
                    <a:cubicBezTo>
                      <a:pt x="12" y="15229"/>
                      <a:pt x="12" y="15300"/>
                      <a:pt x="12" y="15360"/>
                    </a:cubicBezTo>
                    <a:cubicBezTo>
                      <a:pt x="12" y="15431"/>
                      <a:pt x="12" y="15491"/>
                      <a:pt x="12" y="15562"/>
                    </a:cubicBezTo>
                    <a:cubicBezTo>
                      <a:pt x="12" y="15622"/>
                      <a:pt x="12" y="15693"/>
                      <a:pt x="12" y="15753"/>
                    </a:cubicBezTo>
                    <a:cubicBezTo>
                      <a:pt x="12" y="15812"/>
                      <a:pt x="12" y="15884"/>
                      <a:pt x="12" y="15943"/>
                    </a:cubicBezTo>
                    <a:cubicBezTo>
                      <a:pt x="12" y="16015"/>
                      <a:pt x="12" y="16074"/>
                      <a:pt x="12" y="16146"/>
                    </a:cubicBezTo>
                    <a:cubicBezTo>
                      <a:pt x="12" y="16205"/>
                      <a:pt x="12" y="16276"/>
                      <a:pt x="12" y="16336"/>
                    </a:cubicBezTo>
                    <a:cubicBezTo>
                      <a:pt x="12" y="16396"/>
                      <a:pt x="12" y="16467"/>
                      <a:pt x="12" y="16527"/>
                    </a:cubicBezTo>
                    <a:cubicBezTo>
                      <a:pt x="12" y="16598"/>
                      <a:pt x="12" y="16657"/>
                      <a:pt x="12" y="16729"/>
                    </a:cubicBezTo>
                    <a:cubicBezTo>
                      <a:pt x="12" y="16788"/>
                      <a:pt x="12" y="16860"/>
                      <a:pt x="12" y="16919"/>
                    </a:cubicBezTo>
                    <a:cubicBezTo>
                      <a:pt x="12" y="16979"/>
                      <a:pt x="12" y="17050"/>
                      <a:pt x="12" y="17110"/>
                    </a:cubicBezTo>
                    <a:cubicBezTo>
                      <a:pt x="12" y="17181"/>
                      <a:pt x="12" y="17241"/>
                      <a:pt x="12" y="17312"/>
                    </a:cubicBezTo>
                    <a:cubicBezTo>
                      <a:pt x="12" y="17372"/>
                      <a:pt x="12" y="17443"/>
                      <a:pt x="12" y="17503"/>
                    </a:cubicBezTo>
                    <a:cubicBezTo>
                      <a:pt x="12" y="17562"/>
                      <a:pt x="12" y="17634"/>
                      <a:pt x="12" y="17693"/>
                    </a:cubicBezTo>
                    <a:cubicBezTo>
                      <a:pt x="12" y="17765"/>
                      <a:pt x="12" y="17824"/>
                      <a:pt x="12" y="17896"/>
                    </a:cubicBezTo>
                    <a:cubicBezTo>
                      <a:pt x="12" y="17955"/>
                      <a:pt x="12" y="18015"/>
                      <a:pt x="12" y="18086"/>
                    </a:cubicBezTo>
                    <a:cubicBezTo>
                      <a:pt x="12" y="18146"/>
                      <a:pt x="12" y="18217"/>
                      <a:pt x="12" y="18277"/>
                    </a:cubicBezTo>
                    <a:cubicBezTo>
                      <a:pt x="12" y="18348"/>
                      <a:pt x="12" y="18408"/>
                      <a:pt x="12" y="18479"/>
                    </a:cubicBezTo>
                    <a:cubicBezTo>
                      <a:pt x="12" y="18539"/>
                      <a:pt x="12" y="18598"/>
                      <a:pt x="12" y="18670"/>
                    </a:cubicBezTo>
                    <a:cubicBezTo>
                      <a:pt x="12" y="18729"/>
                      <a:pt x="12" y="18801"/>
                      <a:pt x="12" y="18860"/>
                    </a:cubicBezTo>
                    <a:cubicBezTo>
                      <a:pt x="12" y="18932"/>
                      <a:pt x="12" y="18991"/>
                      <a:pt x="12" y="19063"/>
                    </a:cubicBezTo>
                    <a:cubicBezTo>
                      <a:pt x="12" y="19122"/>
                      <a:pt x="12" y="19182"/>
                      <a:pt x="12" y="19253"/>
                    </a:cubicBezTo>
                    <a:cubicBezTo>
                      <a:pt x="12" y="19313"/>
                      <a:pt x="12" y="19384"/>
                      <a:pt x="12" y="19444"/>
                    </a:cubicBezTo>
                    <a:cubicBezTo>
                      <a:pt x="12" y="19515"/>
                      <a:pt x="12" y="19575"/>
                      <a:pt x="12" y="19646"/>
                    </a:cubicBezTo>
                    <a:cubicBezTo>
                      <a:pt x="12" y="19705"/>
                      <a:pt x="12" y="19765"/>
                      <a:pt x="12" y="19836"/>
                    </a:cubicBezTo>
                    <a:cubicBezTo>
                      <a:pt x="12" y="19896"/>
                      <a:pt x="12" y="19967"/>
                      <a:pt x="12" y="20027"/>
                    </a:cubicBezTo>
                    <a:cubicBezTo>
                      <a:pt x="12" y="20098"/>
                      <a:pt x="12" y="20158"/>
                      <a:pt x="12" y="20229"/>
                    </a:cubicBezTo>
                    <a:cubicBezTo>
                      <a:pt x="12" y="20289"/>
                      <a:pt x="12" y="20348"/>
                      <a:pt x="12" y="20420"/>
                    </a:cubicBezTo>
                    <a:cubicBezTo>
                      <a:pt x="12" y="20479"/>
                      <a:pt x="12" y="20551"/>
                      <a:pt x="12" y="20610"/>
                    </a:cubicBezTo>
                    <a:cubicBezTo>
                      <a:pt x="12" y="20682"/>
                      <a:pt x="12" y="20741"/>
                      <a:pt x="12" y="20813"/>
                    </a:cubicBezTo>
                    <a:cubicBezTo>
                      <a:pt x="12" y="20872"/>
                      <a:pt x="12" y="20932"/>
                      <a:pt x="12" y="21003"/>
                    </a:cubicBezTo>
                    <a:cubicBezTo>
                      <a:pt x="12" y="21063"/>
                      <a:pt x="12" y="21134"/>
                      <a:pt x="12" y="21194"/>
                    </a:cubicBezTo>
                    <a:cubicBezTo>
                      <a:pt x="12" y="21265"/>
                      <a:pt x="12" y="21325"/>
                      <a:pt x="12" y="21396"/>
                    </a:cubicBezTo>
                    <a:cubicBezTo>
                      <a:pt x="12" y="21456"/>
                      <a:pt x="12" y="21515"/>
                      <a:pt x="12" y="21587"/>
                    </a:cubicBezTo>
                    <a:cubicBezTo>
                      <a:pt x="0" y="22515"/>
                      <a:pt x="500" y="23373"/>
                      <a:pt x="1310" y="23837"/>
                    </a:cubicBezTo>
                    <a:lnTo>
                      <a:pt x="36612" y="44208"/>
                    </a:lnTo>
                    <a:cubicBezTo>
                      <a:pt x="37416" y="44679"/>
                      <a:pt x="38315" y="44914"/>
                      <a:pt x="39215" y="44914"/>
                    </a:cubicBezTo>
                    <a:cubicBezTo>
                      <a:pt x="40115" y="44914"/>
                      <a:pt x="41017" y="44679"/>
                      <a:pt x="41827" y="44208"/>
                    </a:cubicBezTo>
                    <a:lnTo>
                      <a:pt x="77129" y="23837"/>
                    </a:lnTo>
                    <a:cubicBezTo>
                      <a:pt x="77939" y="23373"/>
                      <a:pt x="78439" y="22515"/>
                      <a:pt x="78427" y="21587"/>
                    </a:cubicBezTo>
                    <a:lnTo>
                      <a:pt x="78427" y="21384"/>
                    </a:lnTo>
                    <a:lnTo>
                      <a:pt x="78427" y="21194"/>
                    </a:lnTo>
                    <a:lnTo>
                      <a:pt x="78427" y="21003"/>
                    </a:lnTo>
                    <a:lnTo>
                      <a:pt x="78427" y="20801"/>
                    </a:lnTo>
                    <a:lnTo>
                      <a:pt x="78427" y="20610"/>
                    </a:lnTo>
                    <a:lnTo>
                      <a:pt x="78427" y="20420"/>
                    </a:lnTo>
                    <a:lnTo>
                      <a:pt x="78427" y="20217"/>
                    </a:lnTo>
                    <a:lnTo>
                      <a:pt x="78427" y="20027"/>
                    </a:lnTo>
                    <a:lnTo>
                      <a:pt x="78427" y="19836"/>
                    </a:lnTo>
                    <a:lnTo>
                      <a:pt x="78427" y="19634"/>
                    </a:lnTo>
                    <a:lnTo>
                      <a:pt x="78427" y="19444"/>
                    </a:lnTo>
                    <a:lnTo>
                      <a:pt x="78427" y="19253"/>
                    </a:lnTo>
                    <a:lnTo>
                      <a:pt x="78427" y="19051"/>
                    </a:lnTo>
                    <a:lnTo>
                      <a:pt x="78427" y="18860"/>
                    </a:lnTo>
                    <a:lnTo>
                      <a:pt x="78427" y="18670"/>
                    </a:lnTo>
                    <a:lnTo>
                      <a:pt x="78427" y="18467"/>
                    </a:lnTo>
                    <a:lnTo>
                      <a:pt x="78427" y="18277"/>
                    </a:lnTo>
                    <a:lnTo>
                      <a:pt x="78427" y="18086"/>
                    </a:lnTo>
                    <a:lnTo>
                      <a:pt x="78427" y="17884"/>
                    </a:lnTo>
                    <a:lnTo>
                      <a:pt x="78427" y="17693"/>
                    </a:lnTo>
                    <a:lnTo>
                      <a:pt x="78427" y="17503"/>
                    </a:lnTo>
                    <a:lnTo>
                      <a:pt x="78427" y="17300"/>
                    </a:lnTo>
                    <a:lnTo>
                      <a:pt x="78427" y="17110"/>
                    </a:lnTo>
                    <a:lnTo>
                      <a:pt x="78427" y="16919"/>
                    </a:lnTo>
                    <a:lnTo>
                      <a:pt x="78427" y="16717"/>
                    </a:lnTo>
                    <a:lnTo>
                      <a:pt x="78427" y="16527"/>
                    </a:lnTo>
                    <a:lnTo>
                      <a:pt x="78427" y="16336"/>
                    </a:lnTo>
                    <a:lnTo>
                      <a:pt x="78427" y="16146"/>
                    </a:lnTo>
                    <a:lnTo>
                      <a:pt x="78427" y="15943"/>
                    </a:lnTo>
                    <a:lnTo>
                      <a:pt x="78427" y="15753"/>
                    </a:lnTo>
                    <a:lnTo>
                      <a:pt x="78427" y="15562"/>
                    </a:lnTo>
                    <a:lnTo>
                      <a:pt x="78427" y="15360"/>
                    </a:lnTo>
                    <a:lnTo>
                      <a:pt x="78427" y="15169"/>
                    </a:lnTo>
                    <a:lnTo>
                      <a:pt x="78427" y="14979"/>
                    </a:lnTo>
                    <a:lnTo>
                      <a:pt x="78427" y="14776"/>
                    </a:lnTo>
                    <a:lnTo>
                      <a:pt x="78427" y="14586"/>
                    </a:lnTo>
                    <a:lnTo>
                      <a:pt x="78427" y="14395"/>
                    </a:lnTo>
                    <a:lnTo>
                      <a:pt x="78427" y="14193"/>
                    </a:lnTo>
                    <a:lnTo>
                      <a:pt x="78427" y="14002"/>
                    </a:lnTo>
                    <a:lnTo>
                      <a:pt x="78427" y="13812"/>
                    </a:lnTo>
                    <a:lnTo>
                      <a:pt x="78427" y="13609"/>
                    </a:lnTo>
                    <a:lnTo>
                      <a:pt x="78427" y="13419"/>
                    </a:lnTo>
                    <a:lnTo>
                      <a:pt x="78427" y="13228"/>
                    </a:lnTo>
                    <a:lnTo>
                      <a:pt x="78427" y="13026"/>
                    </a:lnTo>
                    <a:lnTo>
                      <a:pt x="78427" y="12836"/>
                    </a:lnTo>
                    <a:lnTo>
                      <a:pt x="78427" y="12645"/>
                    </a:lnTo>
                    <a:lnTo>
                      <a:pt x="78427" y="12443"/>
                    </a:lnTo>
                    <a:lnTo>
                      <a:pt x="78427" y="12252"/>
                    </a:lnTo>
                    <a:lnTo>
                      <a:pt x="78427" y="12062"/>
                    </a:lnTo>
                    <a:lnTo>
                      <a:pt x="78427" y="11859"/>
                    </a:lnTo>
                    <a:lnTo>
                      <a:pt x="78427" y="11669"/>
                    </a:lnTo>
                    <a:lnTo>
                      <a:pt x="78427" y="11478"/>
                    </a:lnTo>
                    <a:lnTo>
                      <a:pt x="78427" y="11276"/>
                    </a:lnTo>
                    <a:lnTo>
                      <a:pt x="78427" y="11085"/>
                    </a:lnTo>
                    <a:lnTo>
                      <a:pt x="78427" y="10895"/>
                    </a:lnTo>
                    <a:lnTo>
                      <a:pt x="78427" y="10692"/>
                    </a:lnTo>
                    <a:lnTo>
                      <a:pt x="78427" y="10502"/>
                    </a:lnTo>
                    <a:lnTo>
                      <a:pt x="78427" y="10311"/>
                    </a:lnTo>
                    <a:lnTo>
                      <a:pt x="78427" y="10109"/>
                    </a:lnTo>
                    <a:lnTo>
                      <a:pt x="78427" y="9919"/>
                    </a:lnTo>
                    <a:lnTo>
                      <a:pt x="78427" y="9728"/>
                    </a:lnTo>
                    <a:lnTo>
                      <a:pt x="78427" y="9526"/>
                    </a:lnTo>
                    <a:lnTo>
                      <a:pt x="78427" y="9335"/>
                    </a:lnTo>
                    <a:lnTo>
                      <a:pt x="78427" y="9145"/>
                    </a:lnTo>
                    <a:lnTo>
                      <a:pt x="78427" y="8942"/>
                    </a:lnTo>
                    <a:lnTo>
                      <a:pt x="78427" y="8752"/>
                    </a:lnTo>
                    <a:lnTo>
                      <a:pt x="78427" y="8561"/>
                    </a:lnTo>
                    <a:lnTo>
                      <a:pt x="78427" y="8359"/>
                    </a:lnTo>
                    <a:lnTo>
                      <a:pt x="78427" y="8168"/>
                    </a:lnTo>
                    <a:lnTo>
                      <a:pt x="78427" y="7978"/>
                    </a:lnTo>
                    <a:lnTo>
                      <a:pt x="78427" y="7775"/>
                    </a:lnTo>
                    <a:lnTo>
                      <a:pt x="78427" y="7585"/>
                    </a:lnTo>
                    <a:lnTo>
                      <a:pt x="78427" y="7394"/>
                    </a:lnTo>
                    <a:lnTo>
                      <a:pt x="78427" y="7192"/>
                    </a:lnTo>
                    <a:lnTo>
                      <a:pt x="78427" y="7002"/>
                    </a:lnTo>
                    <a:lnTo>
                      <a:pt x="78427" y="6811"/>
                    </a:lnTo>
                    <a:lnTo>
                      <a:pt x="78427" y="6609"/>
                    </a:lnTo>
                    <a:lnTo>
                      <a:pt x="78427" y="6418"/>
                    </a:lnTo>
                    <a:lnTo>
                      <a:pt x="78427" y="6228"/>
                    </a:lnTo>
                    <a:lnTo>
                      <a:pt x="78427" y="6025"/>
                    </a:lnTo>
                    <a:lnTo>
                      <a:pt x="78427" y="5835"/>
                    </a:lnTo>
                    <a:lnTo>
                      <a:pt x="78427" y="5644"/>
                    </a:lnTo>
                    <a:lnTo>
                      <a:pt x="78427" y="5442"/>
                    </a:lnTo>
                    <a:lnTo>
                      <a:pt x="78427" y="5251"/>
                    </a:lnTo>
                    <a:lnTo>
                      <a:pt x="78427" y="5061"/>
                    </a:lnTo>
                    <a:lnTo>
                      <a:pt x="78427" y="4858"/>
                    </a:lnTo>
                    <a:lnTo>
                      <a:pt x="78427" y="4668"/>
                    </a:lnTo>
                    <a:lnTo>
                      <a:pt x="78427" y="4477"/>
                    </a:lnTo>
                    <a:lnTo>
                      <a:pt x="78427" y="4275"/>
                    </a:lnTo>
                    <a:lnTo>
                      <a:pt x="78427" y="4085"/>
                    </a:lnTo>
                    <a:lnTo>
                      <a:pt x="78427" y="3894"/>
                    </a:lnTo>
                    <a:lnTo>
                      <a:pt x="78427" y="3692"/>
                    </a:lnTo>
                    <a:lnTo>
                      <a:pt x="78427" y="3501"/>
                    </a:lnTo>
                    <a:lnTo>
                      <a:pt x="78427" y="3311"/>
                    </a:lnTo>
                    <a:lnTo>
                      <a:pt x="78427" y="3108"/>
                    </a:lnTo>
                    <a:lnTo>
                      <a:pt x="78427" y="2918"/>
                    </a:lnTo>
                    <a:lnTo>
                      <a:pt x="78427" y="2727"/>
                    </a:lnTo>
                    <a:lnTo>
                      <a:pt x="78427" y="2525"/>
                    </a:lnTo>
                    <a:lnTo>
                      <a:pt x="78427" y="2334"/>
                    </a:lnTo>
                    <a:lnTo>
                      <a:pt x="78427" y="2144"/>
                    </a:lnTo>
                    <a:lnTo>
                      <a:pt x="78427" y="1941"/>
                    </a:lnTo>
                    <a:lnTo>
                      <a:pt x="78427" y="1751"/>
                    </a:lnTo>
                    <a:lnTo>
                      <a:pt x="78427" y="1560"/>
                    </a:lnTo>
                    <a:lnTo>
                      <a:pt x="78427" y="1358"/>
                    </a:lnTo>
                    <a:lnTo>
                      <a:pt x="78427" y="1167"/>
                    </a:lnTo>
                    <a:lnTo>
                      <a:pt x="78427" y="977"/>
                    </a:lnTo>
                    <a:lnTo>
                      <a:pt x="78427" y="775"/>
                    </a:lnTo>
                    <a:lnTo>
                      <a:pt x="78427" y="584"/>
                    </a:lnTo>
                    <a:lnTo>
                      <a:pt x="78427" y="394"/>
                    </a:lnTo>
                    <a:lnTo>
                      <a:pt x="78427" y="191"/>
                    </a:lnTo>
                    <a:lnTo>
                      <a:pt x="78427" y="1"/>
                    </a:lnTo>
                    <a:lnTo>
                      <a:pt x="78212" y="1"/>
                    </a:lnTo>
                    <a:cubicBezTo>
                      <a:pt x="78224" y="858"/>
                      <a:pt x="77760" y="1644"/>
                      <a:pt x="77022" y="2072"/>
                    </a:cubicBezTo>
                    <a:lnTo>
                      <a:pt x="41720" y="22444"/>
                    </a:lnTo>
                    <a:cubicBezTo>
                      <a:pt x="40946" y="22890"/>
                      <a:pt x="40083" y="23114"/>
                      <a:pt x="39218" y="23114"/>
                    </a:cubicBezTo>
                    <a:cubicBezTo>
                      <a:pt x="38353" y="23114"/>
                      <a:pt x="37487" y="22890"/>
                      <a:pt x="36707" y="22444"/>
                    </a:cubicBezTo>
                    <a:lnTo>
                      <a:pt x="1417" y="2072"/>
                    </a:lnTo>
                    <a:cubicBezTo>
                      <a:pt x="667" y="1644"/>
                      <a:pt x="215" y="858"/>
                      <a:pt x="226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A0FDF1">
                      <a:alpha val="41568"/>
                      <a:alpha val="41520"/>
                    </a:srgbClr>
                  </a:gs>
                  <a:gs pos="100000">
                    <a:srgbClr val="FFFFFF">
                      <a:alpha val="37254"/>
                      <a:alpha val="415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Google Shape;1361;p16"/>
              <p:cNvSpPr/>
              <p:nvPr/>
            </p:nvSpPr>
            <p:spPr>
              <a:xfrm>
                <a:off x="5553063" y="1487604"/>
                <a:ext cx="1981525" cy="1164300"/>
              </a:xfrm>
              <a:custGeom>
                <a:avLst/>
                <a:gdLst/>
                <a:ahLst/>
                <a:cxnLst/>
                <a:rect l="l" t="t" r="r" b="b"/>
                <a:pathLst>
                  <a:path w="79261" h="46572" extrusionOk="0">
                    <a:moveTo>
                      <a:pt x="39635" y="1"/>
                    </a:moveTo>
                    <a:cubicBezTo>
                      <a:pt x="38749" y="1"/>
                      <a:pt x="37862" y="230"/>
                      <a:pt x="37065" y="688"/>
                    </a:cubicBezTo>
                    <a:lnTo>
                      <a:pt x="1679" y="21119"/>
                    </a:lnTo>
                    <a:cubicBezTo>
                      <a:pt x="1" y="22084"/>
                      <a:pt x="1" y="24489"/>
                      <a:pt x="1679" y="25453"/>
                    </a:cubicBezTo>
                    <a:lnTo>
                      <a:pt x="37065" y="45884"/>
                    </a:lnTo>
                    <a:cubicBezTo>
                      <a:pt x="37862" y="46343"/>
                      <a:pt x="38749" y="46572"/>
                      <a:pt x="39635" y="46572"/>
                    </a:cubicBezTo>
                    <a:cubicBezTo>
                      <a:pt x="40520" y="46572"/>
                      <a:pt x="41405" y="46343"/>
                      <a:pt x="42196" y="45884"/>
                    </a:cubicBezTo>
                    <a:lnTo>
                      <a:pt x="77594" y="25453"/>
                    </a:lnTo>
                    <a:cubicBezTo>
                      <a:pt x="79260" y="24489"/>
                      <a:pt x="79260" y="22084"/>
                      <a:pt x="77594" y="21119"/>
                    </a:cubicBezTo>
                    <a:lnTo>
                      <a:pt x="42196" y="688"/>
                    </a:lnTo>
                    <a:cubicBezTo>
                      <a:pt x="41405" y="230"/>
                      <a:pt x="40520" y="1"/>
                      <a:pt x="39635" y="1"/>
                    </a:cubicBezTo>
                    <a:close/>
                  </a:path>
                </a:pathLst>
              </a:custGeom>
              <a:solidFill>
                <a:srgbClr val="A0FDF1">
                  <a:alpha val="415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62" name="Google Shape;1362;p16"/>
          <p:cNvGrpSpPr/>
          <p:nvPr/>
        </p:nvGrpSpPr>
        <p:grpSpPr>
          <a:xfrm>
            <a:off x="2926243" y="2030519"/>
            <a:ext cx="1165988" cy="1568666"/>
            <a:chOff x="3478424" y="1308364"/>
            <a:chExt cx="2187185" cy="2942536"/>
          </a:xfrm>
        </p:grpSpPr>
        <p:sp>
          <p:nvSpPr>
            <p:cNvPr id="1363" name="Google Shape;1363;p16"/>
            <p:cNvSpPr/>
            <p:nvPr/>
          </p:nvSpPr>
          <p:spPr>
            <a:xfrm>
              <a:off x="3485139" y="2969821"/>
              <a:ext cx="2180470" cy="1281079"/>
            </a:xfrm>
            <a:custGeom>
              <a:avLst/>
              <a:gdLst/>
              <a:ahLst/>
              <a:cxnLst/>
              <a:rect l="l" t="t" r="r" b="b"/>
              <a:pathLst>
                <a:path w="79261" h="46572" extrusionOk="0">
                  <a:moveTo>
                    <a:pt x="39635" y="1"/>
                  </a:moveTo>
                  <a:cubicBezTo>
                    <a:pt x="38749" y="1"/>
                    <a:pt x="37862" y="230"/>
                    <a:pt x="37065" y="688"/>
                  </a:cubicBezTo>
                  <a:lnTo>
                    <a:pt x="1679" y="21119"/>
                  </a:lnTo>
                  <a:cubicBezTo>
                    <a:pt x="1" y="22084"/>
                    <a:pt x="1" y="24489"/>
                    <a:pt x="1679" y="25453"/>
                  </a:cubicBezTo>
                  <a:lnTo>
                    <a:pt x="37065" y="45884"/>
                  </a:lnTo>
                  <a:cubicBezTo>
                    <a:pt x="37862" y="46343"/>
                    <a:pt x="38749" y="46572"/>
                    <a:pt x="39635" y="46572"/>
                  </a:cubicBezTo>
                  <a:cubicBezTo>
                    <a:pt x="40520" y="46572"/>
                    <a:pt x="41405" y="46343"/>
                    <a:pt x="42196" y="45884"/>
                  </a:cubicBezTo>
                  <a:lnTo>
                    <a:pt x="77594" y="25453"/>
                  </a:lnTo>
                  <a:cubicBezTo>
                    <a:pt x="79260" y="24489"/>
                    <a:pt x="79260" y="22084"/>
                    <a:pt x="77594" y="21119"/>
                  </a:cubicBezTo>
                  <a:lnTo>
                    <a:pt x="42196" y="688"/>
                  </a:lnTo>
                  <a:cubicBezTo>
                    <a:pt x="41405" y="230"/>
                    <a:pt x="40520" y="1"/>
                    <a:pt x="396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16"/>
            <p:cNvSpPr/>
            <p:nvPr/>
          </p:nvSpPr>
          <p:spPr>
            <a:xfrm>
              <a:off x="3793045" y="1947520"/>
              <a:ext cx="1550129" cy="2096604"/>
            </a:xfrm>
            <a:custGeom>
              <a:avLst/>
              <a:gdLst/>
              <a:ahLst/>
              <a:cxnLst/>
              <a:rect l="l" t="t" r="r" b="b"/>
              <a:pathLst>
                <a:path w="52721" h="71307" extrusionOk="0">
                  <a:moveTo>
                    <a:pt x="52709" y="0"/>
                  </a:moveTo>
                  <a:lnTo>
                    <a:pt x="0" y="0"/>
                  </a:lnTo>
                  <a:lnTo>
                    <a:pt x="0" y="55495"/>
                  </a:lnTo>
                  <a:cubicBezTo>
                    <a:pt x="0" y="56090"/>
                    <a:pt x="321" y="56650"/>
                    <a:pt x="845" y="56948"/>
                  </a:cubicBezTo>
                  <a:lnTo>
                    <a:pt x="24646" y="70699"/>
                  </a:lnTo>
                  <a:cubicBezTo>
                    <a:pt x="25706" y="71306"/>
                    <a:pt x="27027" y="71306"/>
                    <a:pt x="28087" y="70699"/>
                  </a:cubicBezTo>
                  <a:lnTo>
                    <a:pt x="51876" y="56948"/>
                  </a:lnTo>
                  <a:cubicBezTo>
                    <a:pt x="52399" y="56650"/>
                    <a:pt x="52721" y="56090"/>
                    <a:pt x="52721" y="55495"/>
                  </a:cubicBezTo>
                  <a:lnTo>
                    <a:pt x="52721" y="5549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16"/>
            <p:cNvSpPr/>
            <p:nvPr/>
          </p:nvSpPr>
          <p:spPr>
            <a:xfrm>
              <a:off x="3784988" y="1482593"/>
              <a:ext cx="1566242" cy="929825"/>
            </a:xfrm>
            <a:custGeom>
              <a:avLst/>
              <a:gdLst/>
              <a:ahLst/>
              <a:cxnLst/>
              <a:rect l="l" t="t" r="r" b="b"/>
              <a:pathLst>
                <a:path w="53269" h="31624" extrusionOk="0">
                  <a:moveTo>
                    <a:pt x="24920" y="31004"/>
                  </a:moveTo>
                  <a:lnTo>
                    <a:pt x="1119" y="17265"/>
                  </a:lnTo>
                  <a:cubicBezTo>
                    <a:pt x="0" y="16622"/>
                    <a:pt x="0" y="15002"/>
                    <a:pt x="1119" y="14359"/>
                  </a:cubicBezTo>
                  <a:lnTo>
                    <a:pt x="24920" y="620"/>
                  </a:lnTo>
                  <a:cubicBezTo>
                    <a:pt x="25980" y="1"/>
                    <a:pt x="27301" y="1"/>
                    <a:pt x="28361" y="620"/>
                  </a:cubicBezTo>
                  <a:lnTo>
                    <a:pt x="52150" y="14359"/>
                  </a:lnTo>
                  <a:cubicBezTo>
                    <a:pt x="53269" y="15002"/>
                    <a:pt x="53269" y="16622"/>
                    <a:pt x="52150" y="17265"/>
                  </a:cubicBezTo>
                  <a:lnTo>
                    <a:pt x="28361" y="31004"/>
                  </a:lnTo>
                  <a:cubicBezTo>
                    <a:pt x="27289" y="31624"/>
                    <a:pt x="25980" y="31624"/>
                    <a:pt x="24920" y="3100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16"/>
            <p:cNvSpPr/>
            <p:nvPr/>
          </p:nvSpPr>
          <p:spPr>
            <a:xfrm>
              <a:off x="3818244" y="2089627"/>
              <a:ext cx="711364" cy="456533"/>
            </a:xfrm>
            <a:custGeom>
              <a:avLst/>
              <a:gdLst/>
              <a:ahLst/>
              <a:cxnLst/>
              <a:rect l="l" t="t" r="r" b="b"/>
              <a:pathLst>
                <a:path w="24194" h="15527" extrusionOk="0">
                  <a:moveTo>
                    <a:pt x="24194" y="15527"/>
                  </a:moveTo>
                  <a:lnTo>
                    <a:pt x="0" y="1561"/>
                  </a:lnTo>
                  <a:lnTo>
                    <a:pt x="0" y="1"/>
                  </a:lnTo>
                  <a:lnTo>
                    <a:pt x="24194" y="1395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16"/>
            <p:cNvSpPr/>
            <p:nvPr/>
          </p:nvSpPr>
          <p:spPr>
            <a:xfrm>
              <a:off x="3818244" y="2153697"/>
              <a:ext cx="711364" cy="456885"/>
            </a:xfrm>
            <a:custGeom>
              <a:avLst/>
              <a:gdLst/>
              <a:ahLst/>
              <a:cxnLst/>
              <a:rect l="l" t="t" r="r" b="b"/>
              <a:pathLst>
                <a:path w="24194" h="15539" extrusionOk="0">
                  <a:moveTo>
                    <a:pt x="24194" y="15538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16"/>
            <p:cNvSpPr/>
            <p:nvPr/>
          </p:nvSpPr>
          <p:spPr>
            <a:xfrm>
              <a:off x="3818244" y="2218120"/>
              <a:ext cx="711364" cy="456533"/>
            </a:xfrm>
            <a:custGeom>
              <a:avLst/>
              <a:gdLst/>
              <a:ahLst/>
              <a:cxnLst/>
              <a:rect l="l" t="t" r="r" b="b"/>
              <a:pathLst>
                <a:path w="24194" h="15527" extrusionOk="0">
                  <a:moveTo>
                    <a:pt x="24194" y="15526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1369;p16"/>
            <p:cNvSpPr/>
            <p:nvPr/>
          </p:nvSpPr>
          <p:spPr>
            <a:xfrm>
              <a:off x="3818244" y="2282543"/>
              <a:ext cx="711364" cy="456533"/>
            </a:xfrm>
            <a:custGeom>
              <a:avLst/>
              <a:gdLst/>
              <a:ahLst/>
              <a:cxnLst/>
              <a:rect l="l" t="t" r="r" b="b"/>
              <a:pathLst>
                <a:path w="24194" h="15527" extrusionOk="0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16"/>
            <p:cNvSpPr/>
            <p:nvPr/>
          </p:nvSpPr>
          <p:spPr>
            <a:xfrm>
              <a:off x="3818244" y="2346966"/>
              <a:ext cx="711364" cy="456503"/>
            </a:xfrm>
            <a:custGeom>
              <a:avLst/>
              <a:gdLst/>
              <a:ahLst/>
              <a:cxnLst/>
              <a:rect l="l" t="t" r="r" b="b"/>
              <a:pathLst>
                <a:path w="24194" h="15526" extrusionOk="0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16"/>
            <p:cNvSpPr/>
            <p:nvPr/>
          </p:nvSpPr>
          <p:spPr>
            <a:xfrm>
              <a:off x="3818244" y="2461786"/>
              <a:ext cx="711364" cy="456533"/>
            </a:xfrm>
            <a:custGeom>
              <a:avLst/>
              <a:gdLst/>
              <a:ahLst/>
              <a:cxnLst/>
              <a:rect l="l" t="t" r="r" b="b"/>
              <a:pathLst>
                <a:path w="24194" h="15527" extrusionOk="0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16"/>
            <p:cNvSpPr/>
            <p:nvPr/>
          </p:nvSpPr>
          <p:spPr>
            <a:xfrm>
              <a:off x="3818244" y="2526209"/>
              <a:ext cx="711364" cy="456503"/>
            </a:xfrm>
            <a:custGeom>
              <a:avLst/>
              <a:gdLst/>
              <a:ahLst/>
              <a:cxnLst/>
              <a:rect l="l" t="t" r="r" b="b"/>
              <a:pathLst>
                <a:path w="24194" h="15526" extrusionOk="0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54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16"/>
            <p:cNvSpPr/>
            <p:nvPr/>
          </p:nvSpPr>
          <p:spPr>
            <a:xfrm>
              <a:off x="3818244" y="2590250"/>
              <a:ext cx="711364" cy="456885"/>
            </a:xfrm>
            <a:custGeom>
              <a:avLst/>
              <a:gdLst/>
              <a:ahLst/>
              <a:cxnLst/>
              <a:rect l="l" t="t" r="r" b="b"/>
              <a:pathLst>
                <a:path w="24194" h="15539" extrusionOk="0">
                  <a:moveTo>
                    <a:pt x="24194" y="15538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374;p16"/>
            <p:cNvSpPr/>
            <p:nvPr/>
          </p:nvSpPr>
          <p:spPr>
            <a:xfrm>
              <a:off x="3818244" y="2654673"/>
              <a:ext cx="711364" cy="456533"/>
            </a:xfrm>
            <a:custGeom>
              <a:avLst/>
              <a:gdLst/>
              <a:ahLst/>
              <a:cxnLst/>
              <a:rect l="l" t="t" r="r" b="b"/>
              <a:pathLst>
                <a:path w="24194" h="15527" extrusionOk="0">
                  <a:moveTo>
                    <a:pt x="24194" y="15526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16"/>
            <p:cNvSpPr/>
            <p:nvPr/>
          </p:nvSpPr>
          <p:spPr>
            <a:xfrm>
              <a:off x="3818244" y="2719096"/>
              <a:ext cx="711364" cy="456533"/>
            </a:xfrm>
            <a:custGeom>
              <a:avLst/>
              <a:gdLst/>
              <a:ahLst/>
              <a:cxnLst/>
              <a:rect l="l" t="t" r="r" b="b"/>
              <a:pathLst>
                <a:path w="24194" h="15527" extrusionOk="0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16"/>
            <p:cNvSpPr/>
            <p:nvPr/>
          </p:nvSpPr>
          <p:spPr>
            <a:xfrm>
              <a:off x="3818244" y="2833916"/>
              <a:ext cx="711364" cy="456533"/>
            </a:xfrm>
            <a:custGeom>
              <a:avLst/>
              <a:gdLst/>
              <a:ahLst/>
              <a:cxnLst/>
              <a:rect l="l" t="t" r="r" b="b"/>
              <a:pathLst>
                <a:path w="24194" h="15527" extrusionOk="0">
                  <a:moveTo>
                    <a:pt x="24194" y="15526"/>
                  </a:moveTo>
                  <a:lnTo>
                    <a:pt x="0" y="1560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16"/>
            <p:cNvSpPr/>
            <p:nvPr/>
          </p:nvSpPr>
          <p:spPr>
            <a:xfrm>
              <a:off x="3818244" y="2898339"/>
              <a:ext cx="711364" cy="456533"/>
            </a:xfrm>
            <a:custGeom>
              <a:avLst/>
              <a:gdLst/>
              <a:ahLst/>
              <a:cxnLst/>
              <a:rect l="l" t="t" r="r" b="b"/>
              <a:pathLst>
                <a:path w="24194" h="15527" extrusionOk="0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16"/>
            <p:cNvSpPr/>
            <p:nvPr/>
          </p:nvSpPr>
          <p:spPr>
            <a:xfrm>
              <a:off x="3818244" y="2962762"/>
              <a:ext cx="711364" cy="456503"/>
            </a:xfrm>
            <a:custGeom>
              <a:avLst/>
              <a:gdLst/>
              <a:ahLst/>
              <a:cxnLst/>
              <a:rect l="l" t="t" r="r" b="b"/>
              <a:pathLst>
                <a:path w="24194" h="15526" extrusionOk="0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54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1379;p16"/>
            <p:cNvSpPr/>
            <p:nvPr/>
          </p:nvSpPr>
          <p:spPr>
            <a:xfrm>
              <a:off x="3818244" y="3026803"/>
              <a:ext cx="711364" cy="456885"/>
            </a:xfrm>
            <a:custGeom>
              <a:avLst/>
              <a:gdLst/>
              <a:ahLst/>
              <a:cxnLst/>
              <a:rect l="l" t="t" r="r" b="b"/>
              <a:pathLst>
                <a:path w="24194" h="15539" extrusionOk="0">
                  <a:moveTo>
                    <a:pt x="24194" y="15539"/>
                  </a:moveTo>
                  <a:lnTo>
                    <a:pt x="0" y="1573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380;p16"/>
            <p:cNvSpPr/>
            <p:nvPr/>
          </p:nvSpPr>
          <p:spPr>
            <a:xfrm>
              <a:off x="3818244" y="3091226"/>
              <a:ext cx="711364" cy="456533"/>
            </a:xfrm>
            <a:custGeom>
              <a:avLst/>
              <a:gdLst/>
              <a:ahLst/>
              <a:cxnLst/>
              <a:rect l="l" t="t" r="r" b="b"/>
              <a:pathLst>
                <a:path w="24194" h="15527" extrusionOk="0">
                  <a:moveTo>
                    <a:pt x="24194" y="15526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1381;p16"/>
            <p:cNvSpPr/>
            <p:nvPr/>
          </p:nvSpPr>
          <p:spPr>
            <a:xfrm>
              <a:off x="3818244" y="3206046"/>
              <a:ext cx="711364" cy="456533"/>
            </a:xfrm>
            <a:custGeom>
              <a:avLst/>
              <a:gdLst/>
              <a:ahLst/>
              <a:cxnLst/>
              <a:rect l="l" t="t" r="r" b="b"/>
              <a:pathLst>
                <a:path w="24194" h="15527" extrusionOk="0">
                  <a:moveTo>
                    <a:pt x="24194" y="15527"/>
                  </a:moveTo>
                  <a:lnTo>
                    <a:pt x="0" y="1573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1382;p16"/>
            <p:cNvSpPr/>
            <p:nvPr/>
          </p:nvSpPr>
          <p:spPr>
            <a:xfrm>
              <a:off x="3818244" y="3270469"/>
              <a:ext cx="711364" cy="456533"/>
            </a:xfrm>
            <a:custGeom>
              <a:avLst/>
              <a:gdLst/>
              <a:ahLst/>
              <a:cxnLst/>
              <a:rect l="l" t="t" r="r" b="b"/>
              <a:pathLst>
                <a:path w="24194" h="15527" extrusionOk="0">
                  <a:moveTo>
                    <a:pt x="24194" y="15526"/>
                  </a:moveTo>
                  <a:lnTo>
                    <a:pt x="0" y="1560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383;p16"/>
            <p:cNvSpPr/>
            <p:nvPr/>
          </p:nvSpPr>
          <p:spPr>
            <a:xfrm>
              <a:off x="3818244" y="3334892"/>
              <a:ext cx="711364" cy="456533"/>
            </a:xfrm>
            <a:custGeom>
              <a:avLst/>
              <a:gdLst/>
              <a:ahLst/>
              <a:cxnLst/>
              <a:rect l="l" t="t" r="r" b="b"/>
              <a:pathLst>
                <a:path w="24194" h="15527" extrusionOk="0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Google Shape;1384;p16"/>
            <p:cNvSpPr/>
            <p:nvPr/>
          </p:nvSpPr>
          <p:spPr>
            <a:xfrm>
              <a:off x="3818244" y="3399315"/>
              <a:ext cx="711364" cy="456503"/>
            </a:xfrm>
            <a:custGeom>
              <a:avLst/>
              <a:gdLst/>
              <a:ahLst/>
              <a:cxnLst/>
              <a:rect l="l" t="t" r="r" b="b"/>
              <a:pathLst>
                <a:path w="24194" h="15526" extrusionOk="0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1385;p16"/>
            <p:cNvSpPr/>
            <p:nvPr/>
          </p:nvSpPr>
          <p:spPr>
            <a:xfrm>
              <a:off x="3818244" y="3463385"/>
              <a:ext cx="711364" cy="456856"/>
            </a:xfrm>
            <a:custGeom>
              <a:avLst/>
              <a:gdLst/>
              <a:ahLst/>
              <a:cxnLst/>
              <a:rect l="l" t="t" r="r" b="b"/>
              <a:pathLst>
                <a:path w="24194" h="15538" extrusionOk="0">
                  <a:moveTo>
                    <a:pt x="24194" y="15538"/>
                  </a:moveTo>
                  <a:lnTo>
                    <a:pt x="0" y="1572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16"/>
            <p:cNvSpPr/>
            <p:nvPr/>
          </p:nvSpPr>
          <p:spPr>
            <a:xfrm>
              <a:off x="4606639" y="2089627"/>
              <a:ext cx="711011" cy="456533"/>
            </a:xfrm>
            <a:custGeom>
              <a:avLst/>
              <a:gdLst/>
              <a:ahLst/>
              <a:cxnLst/>
              <a:rect l="l" t="t" r="r" b="b"/>
              <a:pathLst>
                <a:path w="24182" h="15527" extrusionOk="0">
                  <a:moveTo>
                    <a:pt x="0" y="15527"/>
                  </a:moveTo>
                  <a:lnTo>
                    <a:pt x="24182" y="1561"/>
                  </a:lnTo>
                  <a:lnTo>
                    <a:pt x="24182" y="1"/>
                  </a:lnTo>
                  <a:lnTo>
                    <a:pt x="0" y="1395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16"/>
            <p:cNvSpPr/>
            <p:nvPr/>
          </p:nvSpPr>
          <p:spPr>
            <a:xfrm>
              <a:off x="4606639" y="2153697"/>
              <a:ext cx="711011" cy="456885"/>
            </a:xfrm>
            <a:custGeom>
              <a:avLst/>
              <a:gdLst/>
              <a:ahLst/>
              <a:cxnLst/>
              <a:rect l="l" t="t" r="r" b="b"/>
              <a:pathLst>
                <a:path w="24182" h="15539" extrusionOk="0">
                  <a:moveTo>
                    <a:pt x="0" y="15538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16"/>
            <p:cNvSpPr/>
            <p:nvPr/>
          </p:nvSpPr>
          <p:spPr>
            <a:xfrm>
              <a:off x="4606639" y="2218120"/>
              <a:ext cx="711011" cy="456533"/>
            </a:xfrm>
            <a:custGeom>
              <a:avLst/>
              <a:gdLst/>
              <a:ahLst/>
              <a:cxnLst/>
              <a:rect l="l" t="t" r="r" b="b"/>
              <a:pathLst>
                <a:path w="24182" h="15527" extrusionOk="0">
                  <a:moveTo>
                    <a:pt x="0" y="15526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16"/>
            <p:cNvSpPr/>
            <p:nvPr/>
          </p:nvSpPr>
          <p:spPr>
            <a:xfrm>
              <a:off x="4606639" y="2282543"/>
              <a:ext cx="711011" cy="456533"/>
            </a:xfrm>
            <a:custGeom>
              <a:avLst/>
              <a:gdLst/>
              <a:ahLst/>
              <a:cxnLst/>
              <a:rect l="l" t="t" r="r" b="b"/>
              <a:pathLst>
                <a:path w="24182" h="15527" extrusionOk="0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16"/>
            <p:cNvSpPr/>
            <p:nvPr/>
          </p:nvSpPr>
          <p:spPr>
            <a:xfrm>
              <a:off x="4606639" y="2346966"/>
              <a:ext cx="711011" cy="456503"/>
            </a:xfrm>
            <a:custGeom>
              <a:avLst/>
              <a:gdLst/>
              <a:ahLst/>
              <a:cxnLst/>
              <a:rect l="l" t="t" r="r" b="b"/>
              <a:pathLst>
                <a:path w="24182" h="15526" extrusionOk="0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16"/>
            <p:cNvSpPr/>
            <p:nvPr/>
          </p:nvSpPr>
          <p:spPr>
            <a:xfrm>
              <a:off x="4606639" y="2461786"/>
              <a:ext cx="711011" cy="456533"/>
            </a:xfrm>
            <a:custGeom>
              <a:avLst/>
              <a:gdLst/>
              <a:ahLst/>
              <a:cxnLst/>
              <a:rect l="l" t="t" r="r" b="b"/>
              <a:pathLst>
                <a:path w="24182" h="15527" extrusionOk="0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16"/>
            <p:cNvSpPr/>
            <p:nvPr/>
          </p:nvSpPr>
          <p:spPr>
            <a:xfrm>
              <a:off x="4606639" y="2526209"/>
              <a:ext cx="711011" cy="456503"/>
            </a:xfrm>
            <a:custGeom>
              <a:avLst/>
              <a:gdLst/>
              <a:ahLst/>
              <a:cxnLst/>
              <a:rect l="l" t="t" r="r" b="b"/>
              <a:pathLst>
                <a:path w="24182" h="15526" extrusionOk="0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54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16"/>
            <p:cNvSpPr/>
            <p:nvPr/>
          </p:nvSpPr>
          <p:spPr>
            <a:xfrm>
              <a:off x="4606639" y="2590250"/>
              <a:ext cx="711011" cy="456885"/>
            </a:xfrm>
            <a:custGeom>
              <a:avLst/>
              <a:gdLst/>
              <a:ahLst/>
              <a:cxnLst/>
              <a:rect l="l" t="t" r="r" b="b"/>
              <a:pathLst>
                <a:path w="24182" h="15539" extrusionOk="0">
                  <a:moveTo>
                    <a:pt x="0" y="15538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16"/>
            <p:cNvSpPr/>
            <p:nvPr/>
          </p:nvSpPr>
          <p:spPr>
            <a:xfrm>
              <a:off x="4606639" y="2654673"/>
              <a:ext cx="711011" cy="456533"/>
            </a:xfrm>
            <a:custGeom>
              <a:avLst/>
              <a:gdLst/>
              <a:ahLst/>
              <a:cxnLst/>
              <a:rect l="l" t="t" r="r" b="b"/>
              <a:pathLst>
                <a:path w="24182" h="15527" extrusionOk="0">
                  <a:moveTo>
                    <a:pt x="0" y="15526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16"/>
            <p:cNvSpPr/>
            <p:nvPr/>
          </p:nvSpPr>
          <p:spPr>
            <a:xfrm>
              <a:off x="4606639" y="2719096"/>
              <a:ext cx="711011" cy="456533"/>
            </a:xfrm>
            <a:custGeom>
              <a:avLst/>
              <a:gdLst/>
              <a:ahLst/>
              <a:cxnLst/>
              <a:rect l="l" t="t" r="r" b="b"/>
              <a:pathLst>
                <a:path w="24182" h="15527" extrusionOk="0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16"/>
            <p:cNvSpPr/>
            <p:nvPr/>
          </p:nvSpPr>
          <p:spPr>
            <a:xfrm>
              <a:off x="4606639" y="2833916"/>
              <a:ext cx="711011" cy="456533"/>
            </a:xfrm>
            <a:custGeom>
              <a:avLst/>
              <a:gdLst/>
              <a:ahLst/>
              <a:cxnLst/>
              <a:rect l="l" t="t" r="r" b="b"/>
              <a:pathLst>
                <a:path w="24182" h="15527" extrusionOk="0">
                  <a:moveTo>
                    <a:pt x="0" y="15526"/>
                  </a:moveTo>
                  <a:lnTo>
                    <a:pt x="24182" y="1560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16"/>
            <p:cNvSpPr/>
            <p:nvPr/>
          </p:nvSpPr>
          <p:spPr>
            <a:xfrm>
              <a:off x="4606639" y="2898339"/>
              <a:ext cx="711011" cy="456533"/>
            </a:xfrm>
            <a:custGeom>
              <a:avLst/>
              <a:gdLst/>
              <a:ahLst/>
              <a:cxnLst/>
              <a:rect l="l" t="t" r="r" b="b"/>
              <a:pathLst>
                <a:path w="24182" h="15527" extrusionOk="0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16"/>
            <p:cNvSpPr/>
            <p:nvPr/>
          </p:nvSpPr>
          <p:spPr>
            <a:xfrm>
              <a:off x="4606639" y="2962762"/>
              <a:ext cx="711011" cy="456503"/>
            </a:xfrm>
            <a:custGeom>
              <a:avLst/>
              <a:gdLst/>
              <a:ahLst/>
              <a:cxnLst/>
              <a:rect l="l" t="t" r="r" b="b"/>
              <a:pathLst>
                <a:path w="24182" h="15526" extrusionOk="0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54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16"/>
            <p:cNvSpPr/>
            <p:nvPr/>
          </p:nvSpPr>
          <p:spPr>
            <a:xfrm>
              <a:off x="4606639" y="3026803"/>
              <a:ext cx="711011" cy="456885"/>
            </a:xfrm>
            <a:custGeom>
              <a:avLst/>
              <a:gdLst/>
              <a:ahLst/>
              <a:cxnLst/>
              <a:rect l="l" t="t" r="r" b="b"/>
              <a:pathLst>
                <a:path w="24182" h="15539" extrusionOk="0">
                  <a:moveTo>
                    <a:pt x="0" y="15539"/>
                  </a:moveTo>
                  <a:lnTo>
                    <a:pt x="24182" y="1573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16"/>
            <p:cNvSpPr/>
            <p:nvPr/>
          </p:nvSpPr>
          <p:spPr>
            <a:xfrm>
              <a:off x="4606639" y="3091226"/>
              <a:ext cx="711011" cy="456533"/>
            </a:xfrm>
            <a:custGeom>
              <a:avLst/>
              <a:gdLst/>
              <a:ahLst/>
              <a:cxnLst/>
              <a:rect l="l" t="t" r="r" b="b"/>
              <a:pathLst>
                <a:path w="24182" h="15527" extrusionOk="0">
                  <a:moveTo>
                    <a:pt x="0" y="15526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16"/>
            <p:cNvSpPr/>
            <p:nvPr/>
          </p:nvSpPr>
          <p:spPr>
            <a:xfrm>
              <a:off x="4606639" y="3206046"/>
              <a:ext cx="711011" cy="456533"/>
            </a:xfrm>
            <a:custGeom>
              <a:avLst/>
              <a:gdLst/>
              <a:ahLst/>
              <a:cxnLst/>
              <a:rect l="l" t="t" r="r" b="b"/>
              <a:pathLst>
                <a:path w="24182" h="15527" extrusionOk="0">
                  <a:moveTo>
                    <a:pt x="0" y="15527"/>
                  </a:moveTo>
                  <a:lnTo>
                    <a:pt x="24182" y="1573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16"/>
            <p:cNvSpPr/>
            <p:nvPr/>
          </p:nvSpPr>
          <p:spPr>
            <a:xfrm>
              <a:off x="4606639" y="3270469"/>
              <a:ext cx="711011" cy="456533"/>
            </a:xfrm>
            <a:custGeom>
              <a:avLst/>
              <a:gdLst/>
              <a:ahLst/>
              <a:cxnLst/>
              <a:rect l="l" t="t" r="r" b="b"/>
              <a:pathLst>
                <a:path w="24182" h="15527" extrusionOk="0">
                  <a:moveTo>
                    <a:pt x="0" y="15526"/>
                  </a:moveTo>
                  <a:lnTo>
                    <a:pt x="24182" y="1560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16"/>
            <p:cNvSpPr/>
            <p:nvPr/>
          </p:nvSpPr>
          <p:spPr>
            <a:xfrm>
              <a:off x="4606639" y="3334892"/>
              <a:ext cx="711011" cy="456533"/>
            </a:xfrm>
            <a:custGeom>
              <a:avLst/>
              <a:gdLst/>
              <a:ahLst/>
              <a:cxnLst/>
              <a:rect l="l" t="t" r="r" b="b"/>
              <a:pathLst>
                <a:path w="24182" h="15527" extrusionOk="0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16"/>
            <p:cNvSpPr/>
            <p:nvPr/>
          </p:nvSpPr>
          <p:spPr>
            <a:xfrm>
              <a:off x="4606639" y="3399315"/>
              <a:ext cx="711011" cy="456503"/>
            </a:xfrm>
            <a:custGeom>
              <a:avLst/>
              <a:gdLst/>
              <a:ahLst/>
              <a:cxnLst/>
              <a:rect l="l" t="t" r="r" b="b"/>
              <a:pathLst>
                <a:path w="24182" h="15526" extrusionOk="0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405;p16"/>
            <p:cNvSpPr/>
            <p:nvPr/>
          </p:nvSpPr>
          <p:spPr>
            <a:xfrm>
              <a:off x="4606639" y="3463385"/>
              <a:ext cx="711011" cy="456856"/>
            </a:xfrm>
            <a:custGeom>
              <a:avLst/>
              <a:gdLst/>
              <a:ahLst/>
              <a:cxnLst/>
              <a:rect l="l" t="t" r="r" b="b"/>
              <a:pathLst>
                <a:path w="24182" h="15538" extrusionOk="0">
                  <a:moveTo>
                    <a:pt x="0" y="15538"/>
                  </a:moveTo>
                  <a:lnTo>
                    <a:pt x="24182" y="1572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06" name="Google Shape;1406;p16"/>
            <p:cNvGrpSpPr/>
            <p:nvPr/>
          </p:nvGrpSpPr>
          <p:grpSpPr>
            <a:xfrm>
              <a:off x="3478424" y="1308364"/>
              <a:ext cx="2180470" cy="1878295"/>
              <a:chOff x="5553063" y="1487604"/>
              <a:chExt cx="1981525" cy="1707075"/>
            </a:xfrm>
          </p:grpSpPr>
          <p:sp>
            <p:nvSpPr>
              <p:cNvPr id="1407" name="Google Shape;1407;p16"/>
              <p:cNvSpPr/>
              <p:nvPr/>
            </p:nvSpPr>
            <p:spPr>
              <a:xfrm>
                <a:off x="5563488" y="2071829"/>
                <a:ext cx="1960975" cy="1122850"/>
              </a:xfrm>
              <a:custGeom>
                <a:avLst/>
                <a:gdLst/>
                <a:ahLst/>
                <a:cxnLst/>
                <a:rect l="l" t="t" r="r" b="b"/>
                <a:pathLst>
                  <a:path w="78439" h="44914" extrusionOk="0">
                    <a:moveTo>
                      <a:pt x="12" y="1"/>
                    </a:moveTo>
                    <a:cubicBezTo>
                      <a:pt x="12" y="72"/>
                      <a:pt x="12" y="132"/>
                      <a:pt x="12" y="191"/>
                    </a:cubicBezTo>
                    <a:cubicBezTo>
                      <a:pt x="12" y="263"/>
                      <a:pt x="12" y="322"/>
                      <a:pt x="12" y="394"/>
                    </a:cubicBezTo>
                    <a:cubicBezTo>
                      <a:pt x="12" y="453"/>
                      <a:pt x="12" y="525"/>
                      <a:pt x="12" y="584"/>
                    </a:cubicBezTo>
                    <a:cubicBezTo>
                      <a:pt x="12" y="656"/>
                      <a:pt x="12" y="715"/>
                      <a:pt x="12" y="775"/>
                    </a:cubicBezTo>
                    <a:cubicBezTo>
                      <a:pt x="12" y="846"/>
                      <a:pt x="12" y="906"/>
                      <a:pt x="12" y="977"/>
                    </a:cubicBezTo>
                    <a:cubicBezTo>
                      <a:pt x="12" y="1037"/>
                      <a:pt x="12" y="1108"/>
                      <a:pt x="12" y="1167"/>
                    </a:cubicBezTo>
                    <a:cubicBezTo>
                      <a:pt x="12" y="1239"/>
                      <a:pt x="12" y="1298"/>
                      <a:pt x="12" y="1358"/>
                    </a:cubicBezTo>
                    <a:cubicBezTo>
                      <a:pt x="12" y="1429"/>
                      <a:pt x="12" y="1489"/>
                      <a:pt x="12" y="1560"/>
                    </a:cubicBezTo>
                    <a:cubicBezTo>
                      <a:pt x="12" y="1620"/>
                      <a:pt x="12" y="1691"/>
                      <a:pt x="12" y="1751"/>
                    </a:cubicBezTo>
                    <a:cubicBezTo>
                      <a:pt x="12" y="1822"/>
                      <a:pt x="12" y="1882"/>
                      <a:pt x="12" y="1941"/>
                    </a:cubicBezTo>
                    <a:cubicBezTo>
                      <a:pt x="12" y="2013"/>
                      <a:pt x="12" y="2072"/>
                      <a:pt x="12" y="2144"/>
                    </a:cubicBezTo>
                    <a:cubicBezTo>
                      <a:pt x="12" y="2203"/>
                      <a:pt x="12" y="2275"/>
                      <a:pt x="12" y="2334"/>
                    </a:cubicBezTo>
                    <a:cubicBezTo>
                      <a:pt x="12" y="2406"/>
                      <a:pt x="12" y="2465"/>
                      <a:pt x="12" y="2525"/>
                    </a:cubicBezTo>
                    <a:cubicBezTo>
                      <a:pt x="12" y="2596"/>
                      <a:pt x="12" y="2656"/>
                      <a:pt x="12" y="2727"/>
                    </a:cubicBezTo>
                    <a:cubicBezTo>
                      <a:pt x="12" y="2787"/>
                      <a:pt x="12" y="2858"/>
                      <a:pt x="12" y="2918"/>
                    </a:cubicBezTo>
                    <a:cubicBezTo>
                      <a:pt x="12" y="2989"/>
                      <a:pt x="12" y="3049"/>
                      <a:pt x="12" y="3108"/>
                    </a:cubicBezTo>
                    <a:cubicBezTo>
                      <a:pt x="12" y="3180"/>
                      <a:pt x="12" y="3239"/>
                      <a:pt x="12" y="3311"/>
                    </a:cubicBezTo>
                    <a:cubicBezTo>
                      <a:pt x="12" y="3370"/>
                      <a:pt x="12" y="3442"/>
                      <a:pt x="12" y="3501"/>
                    </a:cubicBezTo>
                    <a:cubicBezTo>
                      <a:pt x="12" y="3573"/>
                      <a:pt x="12" y="3632"/>
                      <a:pt x="12" y="3692"/>
                    </a:cubicBezTo>
                    <a:cubicBezTo>
                      <a:pt x="12" y="3763"/>
                      <a:pt x="12" y="3823"/>
                      <a:pt x="12" y="3894"/>
                    </a:cubicBezTo>
                    <a:cubicBezTo>
                      <a:pt x="12" y="3954"/>
                      <a:pt x="12" y="4025"/>
                      <a:pt x="12" y="4085"/>
                    </a:cubicBezTo>
                    <a:cubicBezTo>
                      <a:pt x="12" y="4156"/>
                      <a:pt x="12" y="4215"/>
                      <a:pt x="12" y="4275"/>
                    </a:cubicBezTo>
                    <a:cubicBezTo>
                      <a:pt x="12" y="4346"/>
                      <a:pt x="12" y="4406"/>
                      <a:pt x="12" y="4477"/>
                    </a:cubicBezTo>
                    <a:cubicBezTo>
                      <a:pt x="12" y="4537"/>
                      <a:pt x="12" y="4608"/>
                      <a:pt x="12" y="4668"/>
                    </a:cubicBezTo>
                    <a:cubicBezTo>
                      <a:pt x="12" y="4739"/>
                      <a:pt x="12" y="4799"/>
                      <a:pt x="12" y="4858"/>
                    </a:cubicBezTo>
                    <a:cubicBezTo>
                      <a:pt x="12" y="4930"/>
                      <a:pt x="12" y="4989"/>
                      <a:pt x="12" y="5061"/>
                    </a:cubicBezTo>
                    <a:cubicBezTo>
                      <a:pt x="12" y="5120"/>
                      <a:pt x="12" y="5192"/>
                      <a:pt x="12" y="5251"/>
                    </a:cubicBezTo>
                    <a:cubicBezTo>
                      <a:pt x="12" y="5323"/>
                      <a:pt x="12" y="5382"/>
                      <a:pt x="12" y="5442"/>
                    </a:cubicBezTo>
                    <a:cubicBezTo>
                      <a:pt x="12" y="5513"/>
                      <a:pt x="12" y="5573"/>
                      <a:pt x="12" y="5644"/>
                    </a:cubicBezTo>
                    <a:cubicBezTo>
                      <a:pt x="12" y="5704"/>
                      <a:pt x="12" y="5775"/>
                      <a:pt x="12" y="5835"/>
                    </a:cubicBezTo>
                    <a:cubicBezTo>
                      <a:pt x="12" y="5906"/>
                      <a:pt x="12" y="5966"/>
                      <a:pt x="12" y="6025"/>
                    </a:cubicBezTo>
                    <a:cubicBezTo>
                      <a:pt x="12" y="6097"/>
                      <a:pt x="12" y="6156"/>
                      <a:pt x="12" y="6228"/>
                    </a:cubicBezTo>
                    <a:cubicBezTo>
                      <a:pt x="12" y="6287"/>
                      <a:pt x="12" y="6359"/>
                      <a:pt x="12" y="6418"/>
                    </a:cubicBezTo>
                    <a:cubicBezTo>
                      <a:pt x="12" y="6490"/>
                      <a:pt x="12" y="6549"/>
                      <a:pt x="12" y="6609"/>
                    </a:cubicBezTo>
                    <a:cubicBezTo>
                      <a:pt x="12" y="6680"/>
                      <a:pt x="12" y="6740"/>
                      <a:pt x="12" y="6811"/>
                    </a:cubicBezTo>
                    <a:cubicBezTo>
                      <a:pt x="12" y="6871"/>
                      <a:pt x="12" y="6942"/>
                      <a:pt x="12" y="7002"/>
                    </a:cubicBezTo>
                    <a:cubicBezTo>
                      <a:pt x="12" y="7073"/>
                      <a:pt x="12" y="7132"/>
                      <a:pt x="12" y="7192"/>
                    </a:cubicBezTo>
                    <a:cubicBezTo>
                      <a:pt x="12" y="7263"/>
                      <a:pt x="12" y="7323"/>
                      <a:pt x="12" y="7394"/>
                    </a:cubicBezTo>
                    <a:cubicBezTo>
                      <a:pt x="12" y="7454"/>
                      <a:pt x="12" y="7525"/>
                      <a:pt x="12" y="7585"/>
                    </a:cubicBezTo>
                    <a:cubicBezTo>
                      <a:pt x="12" y="7656"/>
                      <a:pt x="12" y="7716"/>
                      <a:pt x="12" y="7775"/>
                    </a:cubicBezTo>
                    <a:cubicBezTo>
                      <a:pt x="12" y="7847"/>
                      <a:pt x="12" y="7906"/>
                      <a:pt x="12" y="7978"/>
                    </a:cubicBezTo>
                    <a:cubicBezTo>
                      <a:pt x="12" y="8037"/>
                      <a:pt x="12" y="8109"/>
                      <a:pt x="12" y="8168"/>
                    </a:cubicBezTo>
                    <a:cubicBezTo>
                      <a:pt x="12" y="8228"/>
                      <a:pt x="12" y="8299"/>
                      <a:pt x="12" y="8359"/>
                    </a:cubicBezTo>
                    <a:cubicBezTo>
                      <a:pt x="12" y="8430"/>
                      <a:pt x="12" y="8490"/>
                      <a:pt x="12" y="8561"/>
                    </a:cubicBezTo>
                    <a:cubicBezTo>
                      <a:pt x="12" y="8621"/>
                      <a:pt x="12" y="8692"/>
                      <a:pt x="12" y="8752"/>
                    </a:cubicBezTo>
                    <a:cubicBezTo>
                      <a:pt x="12" y="8811"/>
                      <a:pt x="12" y="8883"/>
                      <a:pt x="12" y="8942"/>
                    </a:cubicBezTo>
                    <a:cubicBezTo>
                      <a:pt x="12" y="9014"/>
                      <a:pt x="12" y="9073"/>
                      <a:pt x="12" y="9145"/>
                    </a:cubicBezTo>
                    <a:cubicBezTo>
                      <a:pt x="12" y="9204"/>
                      <a:pt x="12" y="9276"/>
                      <a:pt x="12" y="9335"/>
                    </a:cubicBezTo>
                    <a:cubicBezTo>
                      <a:pt x="12" y="9395"/>
                      <a:pt x="12" y="9466"/>
                      <a:pt x="12" y="9526"/>
                    </a:cubicBezTo>
                    <a:cubicBezTo>
                      <a:pt x="12" y="9597"/>
                      <a:pt x="12" y="9657"/>
                      <a:pt x="12" y="9728"/>
                    </a:cubicBezTo>
                    <a:cubicBezTo>
                      <a:pt x="12" y="9788"/>
                      <a:pt x="12" y="9859"/>
                      <a:pt x="12" y="9919"/>
                    </a:cubicBezTo>
                    <a:cubicBezTo>
                      <a:pt x="12" y="9978"/>
                      <a:pt x="12" y="10050"/>
                      <a:pt x="12" y="10109"/>
                    </a:cubicBezTo>
                    <a:cubicBezTo>
                      <a:pt x="12" y="10180"/>
                      <a:pt x="12" y="10240"/>
                      <a:pt x="12" y="10311"/>
                    </a:cubicBezTo>
                    <a:cubicBezTo>
                      <a:pt x="12" y="10371"/>
                      <a:pt x="12" y="10442"/>
                      <a:pt x="12" y="10502"/>
                    </a:cubicBezTo>
                    <a:cubicBezTo>
                      <a:pt x="12" y="10561"/>
                      <a:pt x="12" y="10633"/>
                      <a:pt x="12" y="10692"/>
                    </a:cubicBezTo>
                    <a:cubicBezTo>
                      <a:pt x="12" y="10764"/>
                      <a:pt x="12" y="10823"/>
                      <a:pt x="12" y="10895"/>
                    </a:cubicBezTo>
                    <a:cubicBezTo>
                      <a:pt x="12" y="10954"/>
                      <a:pt x="12" y="11026"/>
                      <a:pt x="12" y="11085"/>
                    </a:cubicBezTo>
                    <a:cubicBezTo>
                      <a:pt x="12" y="11145"/>
                      <a:pt x="12" y="11216"/>
                      <a:pt x="12" y="11276"/>
                    </a:cubicBezTo>
                    <a:cubicBezTo>
                      <a:pt x="12" y="11347"/>
                      <a:pt x="12" y="11407"/>
                      <a:pt x="12" y="11478"/>
                    </a:cubicBezTo>
                    <a:cubicBezTo>
                      <a:pt x="12" y="11538"/>
                      <a:pt x="12" y="11609"/>
                      <a:pt x="12" y="11669"/>
                    </a:cubicBezTo>
                    <a:cubicBezTo>
                      <a:pt x="12" y="11728"/>
                      <a:pt x="12" y="11800"/>
                      <a:pt x="12" y="11859"/>
                    </a:cubicBezTo>
                    <a:cubicBezTo>
                      <a:pt x="12" y="11931"/>
                      <a:pt x="12" y="11990"/>
                      <a:pt x="12" y="12062"/>
                    </a:cubicBezTo>
                    <a:cubicBezTo>
                      <a:pt x="12" y="12121"/>
                      <a:pt x="12" y="12193"/>
                      <a:pt x="12" y="12252"/>
                    </a:cubicBezTo>
                    <a:cubicBezTo>
                      <a:pt x="12" y="12312"/>
                      <a:pt x="12" y="12383"/>
                      <a:pt x="12" y="12443"/>
                    </a:cubicBezTo>
                    <a:cubicBezTo>
                      <a:pt x="12" y="12514"/>
                      <a:pt x="12" y="12574"/>
                      <a:pt x="12" y="12645"/>
                    </a:cubicBezTo>
                    <a:cubicBezTo>
                      <a:pt x="12" y="12705"/>
                      <a:pt x="12" y="12776"/>
                      <a:pt x="12" y="12836"/>
                    </a:cubicBezTo>
                    <a:cubicBezTo>
                      <a:pt x="12" y="12895"/>
                      <a:pt x="12" y="12967"/>
                      <a:pt x="12" y="13026"/>
                    </a:cubicBezTo>
                    <a:cubicBezTo>
                      <a:pt x="12" y="13098"/>
                      <a:pt x="12" y="13157"/>
                      <a:pt x="12" y="13228"/>
                    </a:cubicBezTo>
                    <a:cubicBezTo>
                      <a:pt x="12" y="13288"/>
                      <a:pt x="12" y="13359"/>
                      <a:pt x="12" y="13419"/>
                    </a:cubicBezTo>
                    <a:cubicBezTo>
                      <a:pt x="12" y="13479"/>
                      <a:pt x="12" y="13550"/>
                      <a:pt x="12" y="13609"/>
                    </a:cubicBezTo>
                    <a:cubicBezTo>
                      <a:pt x="12" y="13681"/>
                      <a:pt x="12" y="13740"/>
                      <a:pt x="12" y="13812"/>
                    </a:cubicBezTo>
                    <a:cubicBezTo>
                      <a:pt x="12" y="13871"/>
                      <a:pt x="12" y="13943"/>
                      <a:pt x="12" y="14002"/>
                    </a:cubicBezTo>
                    <a:cubicBezTo>
                      <a:pt x="12" y="14062"/>
                      <a:pt x="12" y="14133"/>
                      <a:pt x="12" y="14193"/>
                    </a:cubicBezTo>
                    <a:cubicBezTo>
                      <a:pt x="12" y="14264"/>
                      <a:pt x="12" y="14324"/>
                      <a:pt x="12" y="14395"/>
                    </a:cubicBezTo>
                    <a:cubicBezTo>
                      <a:pt x="12" y="14455"/>
                      <a:pt x="12" y="14526"/>
                      <a:pt x="12" y="14586"/>
                    </a:cubicBezTo>
                    <a:cubicBezTo>
                      <a:pt x="12" y="14645"/>
                      <a:pt x="12" y="14717"/>
                      <a:pt x="12" y="14776"/>
                    </a:cubicBezTo>
                    <a:cubicBezTo>
                      <a:pt x="12" y="14848"/>
                      <a:pt x="12" y="14907"/>
                      <a:pt x="12" y="14979"/>
                    </a:cubicBezTo>
                    <a:cubicBezTo>
                      <a:pt x="12" y="15038"/>
                      <a:pt x="12" y="15110"/>
                      <a:pt x="12" y="15169"/>
                    </a:cubicBezTo>
                    <a:cubicBezTo>
                      <a:pt x="12" y="15229"/>
                      <a:pt x="12" y="15300"/>
                      <a:pt x="12" y="15360"/>
                    </a:cubicBezTo>
                    <a:cubicBezTo>
                      <a:pt x="12" y="15431"/>
                      <a:pt x="12" y="15491"/>
                      <a:pt x="12" y="15562"/>
                    </a:cubicBezTo>
                    <a:cubicBezTo>
                      <a:pt x="12" y="15622"/>
                      <a:pt x="12" y="15693"/>
                      <a:pt x="12" y="15753"/>
                    </a:cubicBezTo>
                    <a:cubicBezTo>
                      <a:pt x="12" y="15812"/>
                      <a:pt x="12" y="15884"/>
                      <a:pt x="12" y="15943"/>
                    </a:cubicBezTo>
                    <a:cubicBezTo>
                      <a:pt x="12" y="16015"/>
                      <a:pt x="12" y="16074"/>
                      <a:pt x="12" y="16146"/>
                    </a:cubicBezTo>
                    <a:cubicBezTo>
                      <a:pt x="12" y="16205"/>
                      <a:pt x="12" y="16276"/>
                      <a:pt x="12" y="16336"/>
                    </a:cubicBezTo>
                    <a:cubicBezTo>
                      <a:pt x="12" y="16396"/>
                      <a:pt x="12" y="16467"/>
                      <a:pt x="12" y="16527"/>
                    </a:cubicBezTo>
                    <a:cubicBezTo>
                      <a:pt x="12" y="16598"/>
                      <a:pt x="12" y="16657"/>
                      <a:pt x="12" y="16729"/>
                    </a:cubicBezTo>
                    <a:cubicBezTo>
                      <a:pt x="12" y="16788"/>
                      <a:pt x="12" y="16860"/>
                      <a:pt x="12" y="16919"/>
                    </a:cubicBezTo>
                    <a:cubicBezTo>
                      <a:pt x="12" y="16979"/>
                      <a:pt x="12" y="17050"/>
                      <a:pt x="12" y="17110"/>
                    </a:cubicBezTo>
                    <a:cubicBezTo>
                      <a:pt x="12" y="17181"/>
                      <a:pt x="12" y="17241"/>
                      <a:pt x="12" y="17312"/>
                    </a:cubicBezTo>
                    <a:cubicBezTo>
                      <a:pt x="12" y="17372"/>
                      <a:pt x="12" y="17443"/>
                      <a:pt x="12" y="17503"/>
                    </a:cubicBezTo>
                    <a:cubicBezTo>
                      <a:pt x="12" y="17562"/>
                      <a:pt x="12" y="17634"/>
                      <a:pt x="12" y="17693"/>
                    </a:cubicBezTo>
                    <a:cubicBezTo>
                      <a:pt x="12" y="17765"/>
                      <a:pt x="12" y="17824"/>
                      <a:pt x="12" y="17896"/>
                    </a:cubicBezTo>
                    <a:cubicBezTo>
                      <a:pt x="12" y="17955"/>
                      <a:pt x="12" y="18015"/>
                      <a:pt x="12" y="18086"/>
                    </a:cubicBezTo>
                    <a:cubicBezTo>
                      <a:pt x="12" y="18146"/>
                      <a:pt x="12" y="18217"/>
                      <a:pt x="12" y="18277"/>
                    </a:cubicBezTo>
                    <a:cubicBezTo>
                      <a:pt x="12" y="18348"/>
                      <a:pt x="12" y="18408"/>
                      <a:pt x="12" y="18479"/>
                    </a:cubicBezTo>
                    <a:cubicBezTo>
                      <a:pt x="12" y="18539"/>
                      <a:pt x="12" y="18598"/>
                      <a:pt x="12" y="18670"/>
                    </a:cubicBezTo>
                    <a:cubicBezTo>
                      <a:pt x="12" y="18729"/>
                      <a:pt x="12" y="18801"/>
                      <a:pt x="12" y="18860"/>
                    </a:cubicBezTo>
                    <a:cubicBezTo>
                      <a:pt x="12" y="18932"/>
                      <a:pt x="12" y="18991"/>
                      <a:pt x="12" y="19063"/>
                    </a:cubicBezTo>
                    <a:cubicBezTo>
                      <a:pt x="12" y="19122"/>
                      <a:pt x="12" y="19182"/>
                      <a:pt x="12" y="19253"/>
                    </a:cubicBezTo>
                    <a:cubicBezTo>
                      <a:pt x="12" y="19313"/>
                      <a:pt x="12" y="19384"/>
                      <a:pt x="12" y="19444"/>
                    </a:cubicBezTo>
                    <a:cubicBezTo>
                      <a:pt x="12" y="19515"/>
                      <a:pt x="12" y="19575"/>
                      <a:pt x="12" y="19646"/>
                    </a:cubicBezTo>
                    <a:cubicBezTo>
                      <a:pt x="12" y="19705"/>
                      <a:pt x="12" y="19765"/>
                      <a:pt x="12" y="19836"/>
                    </a:cubicBezTo>
                    <a:cubicBezTo>
                      <a:pt x="12" y="19896"/>
                      <a:pt x="12" y="19967"/>
                      <a:pt x="12" y="20027"/>
                    </a:cubicBezTo>
                    <a:cubicBezTo>
                      <a:pt x="12" y="20098"/>
                      <a:pt x="12" y="20158"/>
                      <a:pt x="12" y="20229"/>
                    </a:cubicBezTo>
                    <a:cubicBezTo>
                      <a:pt x="12" y="20289"/>
                      <a:pt x="12" y="20348"/>
                      <a:pt x="12" y="20420"/>
                    </a:cubicBezTo>
                    <a:cubicBezTo>
                      <a:pt x="12" y="20479"/>
                      <a:pt x="12" y="20551"/>
                      <a:pt x="12" y="20610"/>
                    </a:cubicBezTo>
                    <a:cubicBezTo>
                      <a:pt x="12" y="20682"/>
                      <a:pt x="12" y="20741"/>
                      <a:pt x="12" y="20813"/>
                    </a:cubicBezTo>
                    <a:cubicBezTo>
                      <a:pt x="12" y="20872"/>
                      <a:pt x="12" y="20932"/>
                      <a:pt x="12" y="21003"/>
                    </a:cubicBezTo>
                    <a:cubicBezTo>
                      <a:pt x="12" y="21063"/>
                      <a:pt x="12" y="21134"/>
                      <a:pt x="12" y="21194"/>
                    </a:cubicBezTo>
                    <a:cubicBezTo>
                      <a:pt x="12" y="21265"/>
                      <a:pt x="12" y="21325"/>
                      <a:pt x="12" y="21396"/>
                    </a:cubicBezTo>
                    <a:cubicBezTo>
                      <a:pt x="12" y="21456"/>
                      <a:pt x="12" y="21515"/>
                      <a:pt x="12" y="21587"/>
                    </a:cubicBezTo>
                    <a:cubicBezTo>
                      <a:pt x="0" y="22515"/>
                      <a:pt x="500" y="23373"/>
                      <a:pt x="1310" y="23837"/>
                    </a:cubicBezTo>
                    <a:lnTo>
                      <a:pt x="36612" y="44208"/>
                    </a:lnTo>
                    <a:cubicBezTo>
                      <a:pt x="37416" y="44679"/>
                      <a:pt x="38315" y="44914"/>
                      <a:pt x="39215" y="44914"/>
                    </a:cubicBezTo>
                    <a:cubicBezTo>
                      <a:pt x="40115" y="44914"/>
                      <a:pt x="41017" y="44679"/>
                      <a:pt x="41827" y="44208"/>
                    </a:cubicBezTo>
                    <a:lnTo>
                      <a:pt x="77129" y="23837"/>
                    </a:lnTo>
                    <a:cubicBezTo>
                      <a:pt x="77939" y="23373"/>
                      <a:pt x="78439" y="22515"/>
                      <a:pt x="78427" y="21587"/>
                    </a:cubicBezTo>
                    <a:lnTo>
                      <a:pt x="78427" y="21384"/>
                    </a:lnTo>
                    <a:lnTo>
                      <a:pt x="78427" y="21194"/>
                    </a:lnTo>
                    <a:lnTo>
                      <a:pt x="78427" y="21003"/>
                    </a:lnTo>
                    <a:lnTo>
                      <a:pt x="78427" y="20801"/>
                    </a:lnTo>
                    <a:lnTo>
                      <a:pt x="78427" y="20610"/>
                    </a:lnTo>
                    <a:lnTo>
                      <a:pt x="78427" y="20420"/>
                    </a:lnTo>
                    <a:lnTo>
                      <a:pt x="78427" y="20217"/>
                    </a:lnTo>
                    <a:lnTo>
                      <a:pt x="78427" y="20027"/>
                    </a:lnTo>
                    <a:lnTo>
                      <a:pt x="78427" y="19836"/>
                    </a:lnTo>
                    <a:lnTo>
                      <a:pt x="78427" y="19634"/>
                    </a:lnTo>
                    <a:lnTo>
                      <a:pt x="78427" y="19444"/>
                    </a:lnTo>
                    <a:lnTo>
                      <a:pt x="78427" y="19253"/>
                    </a:lnTo>
                    <a:lnTo>
                      <a:pt x="78427" y="19051"/>
                    </a:lnTo>
                    <a:lnTo>
                      <a:pt x="78427" y="18860"/>
                    </a:lnTo>
                    <a:lnTo>
                      <a:pt x="78427" y="18670"/>
                    </a:lnTo>
                    <a:lnTo>
                      <a:pt x="78427" y="18467"/>
                    </a:lnTo>
                    <a:lnTo>
                      <a:pt x="78427" y="18277"/>
                    </a:lnTo>
                    <a:lnTo>
                      <a:pt x="78427" y="18086"/>
                    </a:lnTo>
                    <a:lnTo>
                      <a:pt x="78427" y="17884"/>
                    </a:lnTo>
                    <a:lnTo>
                      <a:pt x="78427" y="17693"/>
                    </a:lnTo>
                    <a:lnTo>
                      <a:pt x="78427" y="17503"/>
                    </a:lnTo>
                    <a:lnTo>
                      <a:pt x="78427" y="17300"/>
                    </a:lnTo>
                    <a:lnTo>
                      <a:pt x="78427" y="17110"/>
                    </a:lnTo>
                    <a:lnTo>
                      <a:pt x="78427" y="16919"/>
                    </a:lnTo>
                    <a:lnTo>
                      <a:pt x="78427" y="16717"/>
                    </a:lnTo>
                    <a:lnTo>
                      <a:pt x="78427" y="16527"/>
                    </a:lnTo>
                    <a:lnTo>
                      <a:pt x="78427" y="16336"/>
                    </a:lnTo>
                    <a:lnTo>
                      <a:pt x="78427" y="16146"/>
                    </a:lnTo>
                    <a:lnTo>
                      <a:pt x="78427" y="15943"/>
                    </a:lnTo>
                    <a:lnTo>
                      <a:pt x="78427" y="15753"/>
                    </a:lnTo>
                    <a:lnTo>
                      <a:pt x="78427" y="15562"/>
                    </a:lnTo>
                    <a:lnTo>
                      <a:pt x="78427" y="15360"/>
                    </a:lnTo>
                    <a:lnTo>
                      <a:pt x="78427" y="15169"/>
                    </a:lnTo>
                    <a:lnTo>
                      <a:pt x="78427" y="14979"/>
                    </a:lnTo>
                    <a:lnTo>
                      <a:pt x="78427" y="14776"/>
                    </a:lnTo>
                    <a:lnTo>
                      <a:pt x="78427" y="14586"/>
                    </a:lnTo>
                    <a:lnTo>
                      <a:pt x="78427" y="14395"/>
                    </a:lnTo>
                    <a:lnTo>
                      <a:pt x="78427" y="14193"/>
                    </a:lnTo>
                    <a:lnTo>
                      <a:pt x="78427" y="14002"/>
                    </a:lnTo>
                    <a:lnTo>
                      <a:pt x="78427" y="13812"/>
                    </a:lnTo>
                    <a:lnTo>
                      <a:pt x="78427" y="13609"/>
                    </a:lnTo>
                    <a:lnTo>
                      <a:pt x="78427" y="13419"/>
                    </a:lnTo>
                    <a:lnTo>
                      <a:pt x="78427" y="13228"/>
                    </a:lnTo>
                    <a:lnTo>
                      <a:pt x="78427" y="13026"/>
                    </a:lnTo>
                    <a:lnTo>
                      <a:pt x="78427" y="12836"/>
                    </a:lnTo>
                    <a:lnTo>
                      <a:pt x="78427" y="12645"/>
                    </a:lnTo>
                    <a:lnTo>
                      <a:pt x="78427" y="12443"/>
                    </a:lnTo>
                    <a:lnTo>
                      <a:pt x="78427" y="12252"/>
                    </a:lnTo>
                    <a:lnTo>
                      <a:pt x="78427" y="12062"/>
                    </a:lnTo>
                    <a:lnTo>
                      <a:pt x="78427" y="11859"/>
                    </a:lnTo>
                    <a:lnTo>
                      <a:pt x="78427" y="11669"/>
                    </a:lnTo>
                    <a:lnTo>
                      <a:pt x="78427" y="11478"/>
                    </a:lnTo>
                    <a:lnTo>
                      <a:pt x="78427" y="11276"/>
                    </a:lnTo>
                    <a:lnTo>
                      <a:pt x="78427" y="11085"/>
                    </a:lnTo>
                    <a:lnTo>
                      <a:pt x="78427" y="10895"/>
                    </a:lnTo>
                    <a:lnTo>
                      <a:pt x="78427" y="10692"/>
                    </a:lnTo>
                    <a:lnTo>
                      <a:pt x="78427" y="10502"/>
                    </a:lnTo>
                    <a:lnTo>
                      <a:pt x="78427" y="10311"/>
                    </a:lnTo>
                    <a:lnTo>
                      <a:pt x="78427" y="10109"/>
                    </a:lnTo>
                    <a:lnTo>
                      <a:pt x="78427" y="9919"/>
                    </a:lnTo>
                    <a:lnTo>
                      <a:pt x="78427" y="9728"/>
                    </a:lnTo>
                    <a:lnTo>
                      <a:pt x="78427" y="9526"/>
                    </a:lnTo>
                    <a:lnTo>
                      <a:pt x="78427" y="9335"/>
                    </a:lnTo>
                    <a:lnTo>
                      <a:pt x="78427" y="9145"/>
                    </a:lnTo>
                    <a:lnTo>
                      <a:pt x="78427" y="8942"/>
                    </a:lnTo>
                    <a:lnTo>
                      <a:pt x="78427" y="8752"/>
                    </a:lnTo>
                    <a:lnTo>
                      <a:pt x="78427" y="8561"/>
                    </a:lnTo>
                    <a:lnTo>
                      <a:pt x="78427" y="8359"/>
                    </a:lnTo>
                    <a:lnTo>
                      <a:pt x="78427" y="8168"/>
                    </a:lnTo>
                    <a:lnTo>
                      <a:pt x="78427" y="7978"/>
                    </a:lnTo>
                    <a:lnTo>
                      <a:pt x="78427" y="7775"/>
                    </a:lnTo>
                    <a:lnTo>
                      <a:pt x="78427" y="7585"/>
                    </a:lnTo>
                    <a:lnTo>
                      <a:pt x="78427" y="7394"/>
                    </a:lnTo>
                    <a:lnTo>
                      <a:pt x="78427" y="7192"/>
                    </a:lnTo>
                    <a:lnTo>
                      <a:pt x="78427" y="7002"/>
                    </a:lnTo>
                    <a:lnTo>
                      <a:pt x="78427" y="6811"/>
                    </a:lnTo>
                    <a:lnTo>
                      <a:pt x="78427" y="6609"/>
                    </a:lnTo>
                    <a:lnTo>
                      <a:pt x="78427" y="6418"/>
                    </a:lnTo>
                    <a:lnTo>
                      <a:pt x="78427" y="6228"/>
                    </a:lnTo>
                    <a:lnTo>
                      <a:pt x="78427" y="6025"/>
                    </a:lnTo>
                    <a:lnTo>
                      <a:pt x="78427" y="5835"/>
                    </a:lnTo>
                    <a:lnTo>
                      <a:pt x="78427" y="5644"/>
                    </a:lnTo>
                    <a:lnTo>
                      <a:pt x="78427" y="5442"/>
                    </a:lnTo>
                    <a:lnTo>
                      <a:pt x="78427" y="5251"/>
                    </a:lnTo>
                    <a:lnTo>
                      <a:pt x="78427" y="5061"/>
                    </a:lnTo>
                    <a:lnTo>
                      <a:pt x="78427" y="4858"/>
                    </a:lnTo>
                    <a:lnTo>
                      <a:pt x="78427" y="4668"/>
                    </a:lnTo>
                    <a:lnTo>
                      <a:pt x="78427" y="4477"/>
                    </a:lnTo>
                    <a:lnTo>
                      <a:pt x="78427" y="4275"/>
                    </a:lnTo>
                    <a:lnTo>
                      <a:pt x="78427" y="4085"/>
                    </a:lnTo>
                    <a:lnTo>
                      <a:pt x="78427" y="3894"/>
                    </a:lnTo>
                    <a:lnTo>
                      <a:pt x="78427" y="3692"/>
                    </a:lnTo>
                    <a:lnTo>
                      <a:pt x="78427" y="3501"/>
                    </a:lnTo>
                    <a:lnTo>
                      <a:pt x="78427" y="3311"/>
                    </a:lnTo>
                    <a:lnTo>
                      <a:pt x="78427" y="3108"/>
                    </a:lnTo>
                    <a:lnTo>
                      <a:pt x="78427" y="2918"/>
                    </a:lnTo>
                    <a:lnTo>
                      <a:pt x="78427" y="2727"/>
                    </a:lnTo>
                    <a:lnTo>
                      <a:pt x="78427" y="2525"/>
                    </a:lnTo>
                    <a:lnTo>
                      <a:pt x="78427" y="2334"/>
                    </a:lnTo>
                    <a:lnTo>
                      <a:pt x="78427" y="2144"/>
                    </a:lnTo>
                    <a:lnTo>
                      <a:pt x="78427" y="1941"/>
                    </a:lnTo>
                    <a:lnTo>
                      <a:pt x="78427" y="1751"/>
                    </a:lnTo>
                    <a:lnTo>
                      <a:pt x="78427" y="1560"/>
                    </a:lnTo>
                    <a:lnTo>
                      <a:pt x="78427" y="1358"/>
                    </a:lnTo>
                    <a:lnTo>
                      <a:pt x="78427" y="1167"/>
                    </a:lnTo>
                    <a:lnTo>
                      <a:pt x="78427" y="977"/>
                    </a:lnTo>
                    <a:lnTo>
                      <a:pt x="78427" y="775"/>
                    </a:lnTo>
                    <a:lnTo>
                      <a:pt x="78427" y="584"/>
                    </a:lnTo>
                    <a:lnTo>
                      <a:pt x="78427" y="394"/>
                    </a:lnTo>
                    <a:lnTo>
                      <a:pt x="78427" y="191"/>
                    </a:lnTo>
                    <a:lnTo>
                      <a:pt x="78427" y="1"/>
                    </a:lnTo>
                    <a:lnTo>
                      <a:pt x="78212" y="1"/>
                    </a:lnTo>
                    <a:cubicBezTo>
                      <a:pt x="78224" y="858"/>
                      <a:pt x="77760" y="1644"/>
                      <a:pt x="77022" y="2072"/>
                    </a:cubicBezTo>
                    <a:lnTo>
                      <a:pt x="41720" y="22444"/>
                    </a:lnTo>
                    <a:cubicBezTo>
                      <a:pt x="40946" y="22890"/>
                      <a:pt x="40083" y="23114"/>
                      <a:pt x="39218" y="23114"/>
                    </a:cubicBezTo>
                    <a:cubicBezTo>
                      <a:pt x="38353" y="23114"/>
                      <a:pt x="37487" y="22890"/>
                      <a:pt x="36707" y="22444"/>
                    </a:cubicBezTo>
                    <a:lnTo>
                      <a:pt x="1417" y="2072"/>
                    </a:lnTo>
                    <a:cubicBezTo>
                      <a:pt x="667" y="1644"/>
                      <a:pt x="215" y="858"/>
                      <a:pt x="226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A0FDF1">
                      <a:alpha val="41568"/>
                      <a:alpha val="41520"/>
                    </a:srgbClr>
                  </a:gs>
                  <a:gs pos="100000">
                    <a:srgbClr val="FFFFFF">
                      <a:alpha val="37254"/>
                      <a:alpha val="415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Google Shape;1408;p16"/>
              <p:cNvSpPr/>
              <p:nvPr/>
            </p:nvSpPr>
            <p:spPr>
              <a:xfrm>
                <a:off x="5553063" y="1487604"/>
                <a:ext cx="1981525" cy="1164300"/>
              </a:xfrm>
              <a:custGeom>
                <a:avLst/>
                <a:gdLst/>
                <a:ahLst/>
                <a:cxnLst/>
                <a:rect l="l" t="t" r="r" b="b"/>
                <a:pathLst>
                  <a:path w="79261" h="46572" extrusionOk="0">
                    <a:moveTo>
                      <a:pt x="39635" y="1"/>
                    </a:moveTo>
                    <a:cubicBezTo>
                      <a:pt x="38749" y="1"/>
                      <a:pt x="37862" y="230"/>
                      <a:pt x="37065" y="688"/>
                    </a:cubicBezTo>
                    <a:lnTo>
                      <a:pt x="1679" y="21119"/>
                    </a:lnTo>
                    <a:cubicBezTo>
                      <a:pt x="1" y="22084"/>
                      <a:pt x="1" y="24489"/>
                      <a:pt x="1679" y="25453"/>
                    </a:cubicBezTo>
                    <a:lnTo>
                      <a:pt x="37065" y="45884"/>
                    </a:lnTo>
                    <a:cubicBezTo>
                      <a:pt x="37862" y="46343"/>
                      <a:pt x="38749" y="46572"/>
                      <a:pt x="39635" y="46572"/>
                    </a:cubicBezTo>
                    <a:cubicBezTo>
                      <a:pt x="40520" y="46572"/>
                      <a:pt x="41405" y="46343"/>
                      <a:pt x="42196" y="45884"/>
                    </a:cubicBezTo>
                    <a:lnTo>
                      <a:pt x="77594" y="25453"/>
                    </a:lnTo>
                    <a:cubicBezTo>
                      <a:pt x="79260" y="24489"/>
                      <a:pt x="79260" y="22084"/>
                      <a:pt x="77594" y="21119"/>
                    </a:cubicBezTo>
                    <a:lnTo>
                      <a:pt x="42196" y="688"/>
                    </a:lnTo>
                    <a:cubicBezTo>
                      <a:pt x="41405" y="230"/>
                      <a:pt x="40520" y="1"/>
                      <a:pt x="39635" y="1"/>
                    </a:cubicBezTo>
                    <a:close/>
                  </a:path>
                </a:pathLst>
              </a:custGeom>
              <a:solidFill>
                <a:srgbClr val="A0FDF1">
                  <a:alpha val="415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09" name="Google Shape;1409;p16"/>
          <p:cNvGrpSpPr/>
          <p:nvPr/>
        </p:nvGrpSpPr>
        <p:grpSpPr>
          <a:xfrm>
            <a:off x="4046765" y="2683491"/>
            <a:ext cx="1165988" cy="1568666"/>
            <a:chOff x="3478424" y="1308364"/>
            <a:chExt cx="2187185" cy="2942536"/>
          </a:xfrm>
        </p:grpSpPr>
        <p:sp>
          <p:nvSpPr>
            <p:cNvPr id="1410" name="Google Shape;1410;p16"/>
            <p:cNvSpPr/>
            <p:nvPr/>
          </p:nvSpPr>
          <p:spPr>
            <a:xfrm>
              <a:off x="3485139" y="2969821"/>
              <a:ext cx="2180470" cy="1281079"/>
            </a:xfrm>
            <a:custGeom>
              <a:avLst/>
              <a:gdLst/>
              <a:ahLst/>
              <a:cxnLst/>
              <a:rect l="l" t="t" r="r" b="b"/>
              <a:pathLst>
                <a:path w="79261" h="46572" extrusionOk="0">
                  <a:moveTo>
                    <a:pt x="39635" y="1"/>
                  </a:moveTo>
                  <a:cubicBezTo>
                    <a:pt x="38749" y="1"/>
                    <a:pt x="37862" y="230"/>
                    <a:pt x="37065" y="688"/>
                  </a:cubicBezTo>
                  <a:lnTo>
                    <a:pt x="1679" y="21119"/>
                  </a:lnTo>
                  <a:cubicBezTo>
                    <a:pt x="1" y="22084"/>
                    <a:pt x="1" y="24489"/>
                    <a:pt x="1679" y="25453"/>
                  </a:cubicBezTo>
                  <a:lnTo>
                    <a:pt x="37065" y="45884"/>
                  </a:lnTo>
                  <a:cubicBezTo>
                    <a:pt x="37862" y="46343"/>
                    <a:pt x="38749" y="46572"/>
                    <a:pt x="39635" y="46572"/>
                  </a:cubicBezTo>
                  <a:cubicBezTo>
                    <a:pt x="40520" y="46572"/>
                    <a:pt x="41405" y="46343"/>
                    <a:pt x="42196" y="45884"/>
                  </a:cubicBezTo>
                  <a:lnTo>
                    <a:pt x="77594" y="25453"/>
                  </a:lnTo>
                  <a:cubicBezTo>
                    <a:pt x="79260" y="24489"/>
                    <a:pt x="79260" y="22084"/>
                    <a:pt x="77594" y="21119"/>
                  </a:cubicBezTo>
                  <a:lnTo>
                    <a:pt x="42196" y="688"/>
                  </a:lnTo>
                  <a:cubicBezTo>
                    <a:pt x="41405" y="230"/>
                    <a:pt x="40520" y="1"/>
                    <a:pt x="396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16"/>
            <p:cNvSpPr/>
            <p:nvPr/>
          </p:nvSpPr>
          <p:spPr>
            <a:xfrm>
              <a:off x="3793045" y="1947520"/>
              <a:ext cx="1550129" cy="2096604"/>
            </a:xfrm>
            <a:custGeom>
              <a:avLst/>
              <a:gdLst/>
              <a:ahLst/>
              <a:cxnLst/>
              <a:rect l="l" t="t" r="r" b="b"/>
              <a:pathLst>
                <a:path w="52721" h="71307" extrusionOk="0">
                  <a:moveTo>
                    <a:pt x="52709" y="0"/>
                  </a:moveTo>
                  <a:lnTo>
                    <a:pt x="0" y="0"/>
                  </a:lnTo>
                  <a:lnTo>
                    <a:pt x="0" y="55495"/>
                  </a:lnTo>
                  <a:cubicBezTo>
                    <a:pt x="0" y="56090"/>
                    <a:pt x="321" y="56650"/>
                    <a:pt x="845" y="56948"/>
                  </a:cubicBezTo>
                  <a:lnTo>
                    <a:pt x="24646" y="70699"/>
                  </a:lnTo>
                  <a:cubicBezTo>
                    <a:pt x="25706" y="71306"/>
                    <a:pt x="27027" y="71306"/>
                    <a:pt x="28087" y="70699"/>
                  </a:cubicBezTo>
                  <a:lnTo>
                    <a:pt x="51876" y="56948"/>
                  </a:lnTo>
                  <a:cubicBezTo>
                    <a:pt x="52399" y="56650"/>
                    <a:pt x="52721" y="56090"/>
                    <a:pt x="52721" y="55495"/>
                  </a:cubicBezTo>
                  <a:lnTo>
                    <a:pt x="52721" y="5549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16"/>
            <p:cNvSpPr/>
            <p:nvPr/>
          </p:nvSpPr>
          <p:spPr>
            <a:xfrm>
              <a:off x="3784988" y="1482593"/>
              <a:ext cx="1566242" cy="929825"/>
            </a:xfrm>
            <a:custGeom>
              <a:avLst/>
              <a:gdLst/>
              <a:ahLst/>
              <a:cxnLst/>
              <a:rect l="l" t="t" r="r" b="b"/>
              <a:pathLst>
                <a:path w="53269" h="31624" extrusionOk="0">
                  <a:moveTo>
                    <a:pt x="24920" y="31004"/>
                  </a:moveTo>
                  <a:lnTo>
                    <a:pt x="1119" y="17265"/>
                  </a:lnTo>
                  <a:cubicBezTo>
                    <a:pt x="0" y="16622"/>
                    <a:pt x="0" y="15002"/>
                    <a:pt x="1119" y="14359"/>
                  </a:cubicBezTo>
                  <a:lnTo>
                    <a:pt x="24920" y="620"/>
                  </a:lnTo>
                  <a:cubicBezTo>
                    <a:pt x="25980" y="1"/>
                    <a:pt x="27301" y="1"/>
                    <a:pt x="28361" y="620"/>
                  </a:cubicBezTo>
                  <a:lnTo>
                    <a:pt x="52150" y="14359"/>
                  </a:lnTo>
                  <a:cubicBezTo>
                    <a:pt x="53269" y="15002"/>
                    <a:pt x="53269" y="16622"/>
                    <a:pt x="52150" y="17265"/>
                  </a:cubicBezTo>
                  <a:lnTo>
                    <a:pt x="28361" y="31004"/>
                  </a:lnTo>
                  <a:cubicBezTo>
                    <a:pt x="27289" y="31624"/>
                    <a:pt x="25980" y="31624"/>
                    <a:pt x="24920" y="3100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16"/>
            <p:cNvSpPr/>
            <p:nvPr/>
          </p:nvSpPr>
          <p:spPr>
            <a:xfrm>
              <a:off x="3818244" y="2089627"/>
              <a:ext cx="711364" cy="456533"/>
            </a:xfrm>
            <a:custGeom>
              <a:avLst/>
              <a:gdLst/>
              <a:ahLst/>
              <a:cxnLst/>
              <a:rect l="l" t="t" r="r" b="b"/>
              <a:pathLst>
                <a:path w="24194" h="15527" extrusionOk="0">
                  <a:moveTo>
                    <a:pt x="24194" y="15527"/>
                  </a:moveTo>
                  <a:lnTo>
                    <a:pt x="0" y="1561"/>
                  </a:lnTo>
                  <a:lnTo>
                    <a:pt x="0" y="1"/>
                  </a:lnTo>
                  <a:lnTo>
                    <a:pt x="24194" y="1395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16"/>
            <p:cNvSpPr/>
            <p:nvPr/>
          </p:nvSpPr>
          <p:spPr>
            <a:xfrm>
              <a:off x="3818244" y="2153697"/>
              <a:ext cx="711364" cy="456885"/>
            </a:xfrm>
            <a:custGeom>
              <a:avLst/>
              <a:gdLst/>
              <a:ahLst/>
              <a:cxnLst/>
              <a:rect l="l" t="t" r="r" b="b"/>
              <a:pathLst>
                <a:path w="24194" h="15539" extrusionOk="0">
                  <a:moveTo>
                    <a:pt x="24194" y="15538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16"/>
            <p:cNvSpPr/>
            <p:nvPr/>
          </p:nvSpPr>
          <p:spPr>
            <a:xfrm>
              <a:off x="3818244" y="2218120"/>
              <a:ext cx="711364" cy="456533"/>
            </a:xfrm>
            <a:custGeom>
              <a:avLst/>
              <a:gdLst/>
              <a:ahLst/>
              <a:cxnLst/>
              <a:rect l="l" t="t" r="r" b="b"/>
              <a:pathLst>
                <a:path w="24194" h="15527" extrusionOk="0">
                  <a:moveTo>
                    <a:pt x="24194" y="15526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16"/>
            <p:cNvSpPr/>
            <p:nvPr/>
          </p:nvSpPr>
          <p:spPr>
            <a:xfrm>
              <a:off x="3818244" y="2282543"/>
              <a:ext cx="711364" cy="456533"/>
            </a:xfrm>
            <a:custGeom>
              <a:avLst/>
              <a:gdLst/>
              <a:ahLst/>
              <a:cxnLst/>
              <a:rect l="l" t="t" r="r" b="b"/>
              <a:pathLst>
                <a:path w="24194" h="15527" extrusionOk="0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16"/>
            <p:cNvSpPr/>
            <p:nvPr/>
          </p:nvSpPr>
          <p:spPr>
            <a:xfrm>
              <a:off x="3818244" y="2346966"/>
              <a:ext cx="711364" cy="456503"/>
            </a:xfrm>
            <a:custGeom>
              <a:avLst/>
              <a:gdLst/>
              <a:ahLst/>
              <a:cxnLst/>
              <a:rect l="l" t="t" r="r" b="b"/>
              <a:pathLst>
                <a:path w="24194" h="15526" extrusionOk="0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16"/>
            <p:cNvSpPr/>
            <p:nvPr/>
          </p:nvSpPr>
          <p:spPr>
            <a:xfrm>
              <a:off x="3818244" y="2461786"/>
              <a:ext cx="711364" cy="456533"/>
            </a:xfrm>
            <a:custGeom>
              <a:avLst/>
              <a:gdLst/>
              <a:ahLst/>
              <a:cxnLst/>
              <a:rect l="l" t="t" r="r" b="b"/>
              <a:pathLst>
                <a:path w="24194" h="15527" extrusionOk="0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16"/>
            <p:cNvSpPr/>
            <p:nvPr/>
          </p:nvSpPr>
          <p:spPr>
            <a:xfrm>
              <a:off x="3818244" y="2526209"/>
              <a:ext cx="711364" cy="456503"/>
            </a:xfrm>
            <a:custGeom>
              <a:avLst/>
              <a:gdLst/>
              <a:ahLst/>
              <a:cxnLst/>
              <a:rect l="l" t="t" r="r" b="b"/>
              <a:pathLst>
                <a:path w="24194" h="15526" extrusionOk="0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54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16"/>
            <p:cNvSpPr/>
            <p:nvPr/>
          </p:nvSpPr>
          <p:spPr>
            <a:xfrm>
              <a:off x="3818244" y="2590250"/>
              <a:ext cx="711364" cy="456885"/>
            </a:xfrm>
            <a:custGeom>
              <a:avLst/>
              <a:gdLst/>
              <a:ahLst/>
              <a:cxnLst/>
              <a:rect l="l" t="t" r="r" b="b"/>
              <a:pathLst>
                <a:path w="24194" h="15539" extrusionOk="0">
                  <a:moveTo>
                    <a:pt x="24194" y="15538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16"/>
            <p:cNvSpPr/>
            <p:nvPr/>
          </p:nvSpPr>
          <p:spPr>
            <a:xfrm>
              <a:off x="3818244" y="2654673"/>
              <a:ext cx="711364" cy="456533"/>
            </a:xfrm>
            <a:custGeom>
              <a:avLst/>
              <a:gdLst/>
              <a:ahLst/>
              <a:cxnLst/>
              <a:rect l="l" t="t" r="r" b="b"/>
              <a:pathLst>
                <a:path w="24194" h="15527" extrusionOk="0">
                  <a:moveTo>
                    <a:pt x="24194" y="15526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16"/>
            <p:cNvSpPr/>
            <p:nvPr/>
          </p:nvSpPr>
          <p:spPr>
            <a:xfrm>
              <a:off x="3818244" y="2719096"/>
              <a:ext cx="711364" cy="456533"/>
            </a:xfrm>
            <a:custGeom>
              <a:avLst/>
              <a:gdLst/>
              <a:ahLst/>
              <a:cxnLst/>
              <a:rect l="l" t="t" r="r" b="b"/>
              <a:pathLst>
                <a:path w="24194" h="15527" extrusionOk="0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16"/>
            <p:cNvSpPr/>
            <p:nvPr/>
          </p:nvSpPr>
          <p:spPr>
            <a:xfrm>
              <a:off x="3818244" y="2833916"/>
              <a:ext cx="711364" cy="456533"/>
            </a:xfrm>
            <a:custGeom>
              <a:avLst/>
              <a:gdLst/>
              <a:ahLst/>
              <a:cxnLst/>
              <a:rect l="l" t="t" r="r" b="b"/>
              <a:pathLst>
                <a:path w="24194" h="15527" extrusionOk="0">
                  <a:moveTo>
                    <a:pt x="24194" y="15526"/>
                  </a:moveTo>
                  <a:lnTo>
                    <a:pt x="0" y="1560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16"/>
            <p:cNvSpPr/>
            <p:nvPr/>
          </p:nvSpPr>
          <p:spPr>
            <a:xfrm>
              <a:off x="3818244" y="2898339"/>
              <a:ext cx="711364" cy="456533"/>
            </a:xfrm>
            <a:custGeom>
              <a:avLst/>
              <a:gdLst/>
              <a:ahLst/>
              <a:cxnLst/>
              <a:rect l="l" t="t" r="r" b="b"/>
              <a:pathLst>
                <a:path w="24194" h="15527" extrusionOk="0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16"/>
            <p:cNvSpPr/>
            <p:nvPr/>
          </p:nvSpPr>
          <p:spPr>
            <a:xfrm>
              <a:off x="3818244" y="2962762"/>
              <a:ext cx="711364" cy="456503"/>
            </a:xfrm>
            <a:custGeom>
              <a:avLst/>
              <a:gdLst/>
              <a:ahLst/>
              <a:cxnLst/>
              <a:rect l="l" t="t" r="r" b="b"/>
              <a:pathLst>
                <a:path w="24194" h="15526" extrusionOk="0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54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16"/>
            <p:cNvSpPr/>
            <p:nvPr/>
          </p:nvSpPr>
          <p:spPr>
            <a:xfrm>
              <a:off x="3818244" y="3026803"/>
              <a:ext cx="711364" cy="456885"/>
            </a:xfrm>
            <a:custGeom>
              <a:avLst/>
              <a:gdLst/>
              <a:ahLst/>
              <a:cxnLst/>
              <a:rect l="l" t="t" r="r" b="b"/>
              <a:pathLst>
                <a:path w="24194" h="15539" extrusionOk="0">
                  <a:moveTo>
                    <a:pt x="24194" y="15539"/>
                  </a:moveTo>
                  <a:lnTo>
                    <a:pt x="0" y="1573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1427;p16"/>
            <p:cNvSpPr/>
            <p:nvPr/>
          </p:nvSpPr>
          <p:spPr>
            <a:xfrm>
              <a:off x="3818244" y="3091226"/>
              <a:ext cx="711364" cy="456533"/>
            </a:xfrm>
            <a:custGeom>
              <a:avLst/>
              <a:gdLst/>
              <a:ahLst/>
              <a:cxnLst/>
              <a:rect l="l" t="t" r="r" b="b"/>
              <a:pathLst>
                <a:path w="24194" h="15527" extrusionOk="0">
                  <a:moveTo>
                    <a:pt x="24194" y="15526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428;p16"/>
            <p:cNvSpPr/>
            <p:nvPr/>
          </p:nvSpPr>
          <p:spPr>
            <a:xfrm>
              <a:off x="3818244" y="3206046"/>
              <a:ext cx="711364" cy="456533"/>
            </a:xfrm>
            <a:custGeom>
              <a:avLst/>
              <a:gdLst/>
              <a:ahLst/>
              <a:cxnLst/>
              <a:rect l="l" t="t" r="r" b="b"/>
              <a:pathLst>
                <a:path w="24194" h="15527" extrusionOk="0">
                  <a:moveTo>
                    <a:pt x="24194" y="15527"/>
                  </a:moveTo>
                  <a:lnTo>
                    <a:pt x="0" y="1573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429;p16"/>
            <p:cNvSpPr/>
            <p:nvPr/>
          </p:nvSpPr>
          <p:spPr>
            <a:xfrm>
              <a:off x="3818244" y="3270469"/>
              <a:ext cx="711364" cy="456533"/>
            </a:xfrm>
            <a:custGeom>
              <a:avLst/>
              <a:gdLst/>
              <a:ahLst/>
              <a:cxnLst/>
              <a:rect l="l" t="t" r="r" b="b"/>
              <a:pathLst>
                <a:path w="24194" h="15527" extrusionOk="0">
                  <a:moveTo>
                    <a:pt x="24194" y="15526"/>
                  </a:moveTo>
                  <a:lnTo>
                    <a:pt x="0" y="1560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430;p16"/>
            <p:cNvSpPr/>
            <p:nvPr/>
          </p:nvSpPr>
          <p:spPr>
            <a:xfrm>
              <a:off x="3818244" y="3334892"/>
              <a:ext cx="711364" cy="456533"/>
            </a:xfrm>
            <a:custGeom>
              <a:avLst/>
              <a:gdLst/>
              <a:ahLst/>
              <a:cxnLst/>
              <a:rect l="l" t="t" r="r" b="b"/>
              <a:pathLst>
                <a:path w="24194" h="15527" extrusionOk="0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431;p16"/>
            <p:cNvSpPr/>
            <p:nvPr/>
          </p:nvSpPr>
          <p:spPr>
            <a:xfrm>
              <a:off x="3818244" y="3399315"/>
              <a:ext cx="711364" cy="456503"/>
            </a:xfrm>
            <a:custGeom>
              <a:avLst/>
              <a:gdLst/>
              <a:ahLst/>
              <a:cxnLst/>
              <a:rect l="l" t="t" r="r" b="b"/>
              <a:pathLst>
                <a:path w="24194" h="15526" extrusionOk="0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1432;p16"/>
            <p:cNvSpPr/>
            <p:nvPr/>
          </p:nvSpPr>
          <p:spPr>
            <a:xfrm>
              <a:off x="3818244" y="3463385"/>
              <a:ext cx="711364" cy="456856"/>
            </a:xfrm>
            <a:custGeom>
              <a:avLst/>
              <a:gdLst/>
              <a:ahLst/>
              <a:cxnLst/>
              <a:rect l="l" t="t" r="r" b="b"/>
              <a:pathLst>
                <a:path w="24194" h="15538" extrusionOk="0">
                  <a:moveTo>
                    <a:pt x="24194" y="15538"/>
                  </a:moveTo>
                  <a:lnTo>
                    <a:pt x="0" y="1572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1433;p16"/>
            <p:cNvSpPr/>
            <p:nvPr/>
          </p:nvSpPr>
          <p:spPr>
            <a:xfrm>
              <a:off x="4606639" y="2089627"/>
              <a:ext cx="711011" cy="456533"/>
            </a:xfrm>
            <a:custGeom>
              <a:avLst/>
              <a:gdLst/>
              <a:ahLst/>
              <a:cxnLst/>
              <a:rect l="l" t="t" r="r" b="b"/>
              <a:pathLst>
                <a:path w="24182" h="15527" extrusionOk="0">
                  <a:moveTo>
                    <a:pt x="0" y="15527"/>
                  </a:moveTo>
                  <a:lnTo>
                    <a:pt x="24182" y="1561"/>
                  </a:lnTo>
                  <a:lnTo>
                    <a:pt x="24182" y="1"/>
                  </a:lnTo>
                  <a:lnTo>
                    <a:pt x="0" y="1395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16"/>
            <p:cNvSpPr/>
            <p:nvPr/>
          </p:nvSpPr>
          <p:spPr>
            <a:xfrm>
              <a:off x="4606639" y="2153697"/>
              <a:ext cx="711011" cy="456885"/>
            </a:xfrm>
            <a:custGeom>
              <a:avLst/>
              <a:gdLst/>
              <a:ahLst/>
              <a:cxnLst/>
              <a:rect l="l" t="t" r="r" b="b"/>
              <a:pathLst>
                <a:path w="24182" h="15539" extrusionOk="0">
                  <a:moveTo>
                    <a:pt x="0" y="15538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16"/>
            <p:cNvSpPr/>
            <p:nvPr/>
          </p:nvSpPr>
          <p:spPr>
            <a:xfrm>
              <a:off x="4606639" y="2218120"/>
              <a:ext cx="711011" cy="456533"/>
            </a:xfrm>
            <a:custGeom>
              <a:avLst/>
              <a:gdLst/>
              <a:ahLst/>
              <a:cxnLst/>
              <a:rect l="l" t="t" r="r" b="b"/>
              <a:pathLst>
                <a:path w="24182" h="15527" extrusionOk="0">
                  <a:moveTo>
                    <a:pt x="0" y="15526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1436;p16"/>
            <p:cNvSpPr/>
            <p:nvPr/>
          </p:nvSpPr>
          <p:spPr>
            <a:xfrm>
              <a:off x="4606639" y="2282543"/>
              <a:ext cx="711011" cy="456533"/>
            </a:xfrm>
            <a:custGeom>
              <a:avLst/>
              <a:gdLst/>
              <a:ahLst/>
              <a:cxnLst/>
              <a:rect l="l" t="t" r="r" b="b"/>
              <a:pathLst>
                <a:path w="24182" h="15527" extrusionOk="0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16"/>
            <p:cNvSpPr/>
            <p:nvPr/>
          </p:nvSpPr>
          <p:spPr>
            <a:xfrm>
              <a:off x="4606639" y="2346966"/>
              <a:ext cx="711011" cy="456503"/>
            </a:xfrm>
            <a:custGeom>
              <a:avLst/>
              <a:gdLst/>
              <a:ahLst/>
              <a:cxnLst/>
              <a:rect l="l" t="t" r="r" b="b"/>
              <a:pathLst>
                <a:path w="24182" h="15526" extrusionOk="0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16"/>
            <p:cNvSpPr/>
            <p:nvPr/>
          </p:nvSpPr>
          <p:spPr>
            <a:xfrm>
              <a:off x="4606639" y="2461786"/>
              <a:ext cx="711011" cy="456533"/>
            </a:xfrm>
            <a:custGeom>
              <a:avLst/>
              <a:gdLst/>
              <a:ahLst/>
              <a:cxnLst/>
              <a:rect l="l" t="t" r="r" b="b"/>
              <a:pathLst>
                <a:path w="24182" h="15527" extrusionOk="0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Google Shape;1439;p16"/>
            <p:cNvSpPr/>
            <p:nvPr/>
          </p:nvSpPr>
          <p:spPr>
            <a:xfrm>
              <a:off x="4606639" y="2526209"/>
              <a:ext cx="711011" cy="456503"/>
            </a:xfrm>
            <a:custGeom>
              <a:avLst/>
              <a:gdLst/>
              <a:ahLst/>
              <a:cxnLst/>
              <a:rect l="l" t="t" r="r" b="b"/>
              <a:pathLst>
                <a:path w="24182" h="15526" extrusionOk="0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54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1440;p16"/>
            <p:cNvSpPr/>
            <p:nvPr/>
          </p:nvSpPr>
          <p:spPr>
            <a:xfrm>
              <a:off x="4606639" y="2590250"/>
              <a:ext cx="711011" cy="456885"/>
            </a:xfrm>
            <a:custGeom>
              <a:avLst/>
              <a:gdLst/>
              <a:ahLst/>
              <a:cxnLst/>
              <a:rect l="l" t="t" r="r" b="b"/>
              <a:pathLst>
                <a:path w="24182" h="15539" extrusionOk="0">
                  <a:moveTo>
                    <a:pt x="0" y="15538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441;p16"/>
            <p:cNvSpPr/>
            <p:nvPr/>
          </p:nvSpPr>
          <p:spPr>
            <a:xfrm>
              <a:off x="4606639" y="2654673"/>
              <a:ext cx="711011" cy="456533"/>
            </a:xfrm>
            <a:custGeom>
              <a:avLst/>
              <a:gdLst/>
              <a:ahLst/>
              <a:cxnLst/>
              <a:rect l="l" t="t" r="r" b="b"/>
              <a:pathLst>
                <a:path w="24182" h="15527" extrusionOk="0">
                  <a:moveTo>
                    <a:pt x="0" y="15526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1442;p16"/>
            <p:cNvSpPr/>
            <p:nvPr/>
          </p:nvSpPr>
          <p:spPr>
            <a:xfrm>
              <a:off x="4606639" y="2719096"/>
              <a:ext cx="711011" cy="456533"/>
            </a:xfrm>
            <a:custGeom>
              <a:avLst/>
              <a:gdLst/>
              <a:ahLst/>
              <a:cxnLst/>
              <a:rect l="l" t="t" r="r" b="b"/>
              <a:pathLst>
                <a:path w="24182" h="15527" extrusionOk="0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1443;p16"/>
            <p:cNvSpPr/>
            <p:nvPr/>
          </p:nvSpPr>
          <p:spPr>
            <a:xfrm>
              <a:off x="4606639" y="2833916"/>
              <a:ext cx="711011" cy="456533"/>
            </a:xfrm>
            <a:custGeom>
              <a:avLst/>
              <a:gdLst/>
              <a:ahLst/>
              <a:cxnLst/>
              <a:rect l="l" t="t" r="r" b="b"/>
              <a:pathLst>
                <a:path w="24182" h="15527" extrusionOk="0">
                  <a:moveTo>
                    <a:pt x="0" y="15526"/>
                  </a:moveTo>
                  <a:lnTo>
                    <a:pt x="24182" y="1560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1444;p16"/>
            <p:cNvSpPr/>
            <p:nvPr/>
          </p:nvSpPr>
          <p:spPr>
            <a:xfrm>
              <a:off x="4606639" y="2898339"/>
              <a:ext cx="711011" cy="456533"/>
            </a:xfrm>
            <a:custGeom>
              <a:avLst/>
              <a:gdLst/>
              <a:ahLst/>
              <a:cxnLst/>
              <a:rect l="l" t="t" r="r" b="b"/>
              <a:pathLst>
                <a:path w="24182" h="15527" extrusionOk="0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Google Shape;1445;p16"/>
            <p:cNvSpPr/>
            <p:nvPr/>
          </p:nvSpPr>
          <p:spPr>
            <a:xfrm>
              <a:off x="4606639" y="2962762"/>
              <a:ext cx="711011" cy="456503"/>
            </a:xfrm>
            <a:custGeom>
              <a:avLst/>
              <a:gdLst/>
              <a:ahLst/>
              <a:cxnLst/>
              <a:rect l="l" t="t" r="r" b="b"/>
              <a:pathLst>
                <a:path w="24182" h="15526" extrusionOk="0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54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Google Shape;1446;p16"/>
            <p:cNvSpPr/>
            <p:nvPr/>
          </p:nvSpPr>
          <p:spPr>
            <a:xfrm>
              <a:off x="4606639" y="3026803"/>
              <a:ext cx="711011" cy="456885"/>
            </a:xfrm>
            <a:custGeom>
              <a:avLst/>
              <a:gdLst/>
              <a:ahLst/>
              <a:cxnLst/>
              <a:rect l="l" t="t" r="r" b="b"/>
              <a:pathLst>
                <a:path w="24182" h="15539" extrusionOk="0">
                  <a:moveTo>
                    <a:pt x="0" y="15539"/>
                  </a:moveTo>
                  <a:lnTo>
                    <a:pt x="24182" y="1573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Google Shape;1447;p16"/>
            <p:cNvSpPr/>
            <p:nvPr/>
          </p:nvSpPr>
          <p:spPr>
            <a:xfrm>
              <a:off x="4606639" y="3091226"/>
              <a:ext cx="711011" cy="456533"/>
            </a:xfrm>
            <a:custGeom>
              <a:avLst/>
              <a:gdLst/>
              <a:ahLst/>
              <a:cxnLst/>
              <a:rect l="l" t="t" r="r" b="b"/>
              <a:pathLst>
                <a:path w="24182" h="15527" extrusionOk="0">
                  <a:moveTo>
                    <a:pt x="0" y="15526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1448;p16"/>
            <p:cNvSpPr/>
            <p:nvPr/>
          </p:nvSpPr>
          <p:spPr>
            <a:xfrm>
              <a:off x="4606639" y="3206046"/>
              <a:ext cx="711011" cy="456533"/>
            </a:xfrm>
            <a:custGeom>
              <a:avLst/>
              <a:gdLst/>
              <a:ahLst/>
              <a:cxnLst/>
              <a:rect l="l" t="t" r="r" b="b"/>
              <a:pathLst>
                <a:path w="24182" h="15527" extrusionOk="0">
                  <a:moveTo>
                    <a:pt x="0" y="15527"/>
                  </a:moveTo>
                  <a:lnTo>
                    <a:pt x="24182" y="1573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Google Shape;1449;p16"/>
            <p:cNvSpPr/>
            <p:nvPr/>
          </p:nvSpPr>
          <p:spPr>
            <a:xfrm>
              <a:off x="4606639" y="3270469"/>
              <a:ext cx="711011" cy="456533"/>
            </a:xfrm>
            <a:custGeom>
              <a:avLst/>
              <a:gdLst/>
              <a:ahLst/>
              <a:cxnLst/>
              <a:rect l="l" t="t" r="r" b="b"/>
              <a:pathLst>
                <a:path w="24182" h="15527" extrusionOk="0">
                  <a:moveTo>
                    <a:pt x="0" y="15526"/>
                  </a:moveTo>
                  <a:lnTo>
                    <a:pt x="24182" y="1560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1450;p16"/>
            <p:cNvSpPr/>
            <p:nvPr/>
          </p:nvSpPr>
          <p:spPr>
            <a:xfrm>
              <a:off x="4606639" y="3334892"/>
              <a:ext cx="711011" cy="456533"/>
            </a:xfrm>
            <a:custGeom>
              <a:avLst/>
              <a:gdLst/>
              <a:ahLst/>
              <a:cxnLst/>
              <a:rect l="l" t="t" r="r" b="b"/>
              <a:pathLst>
                <a:path w="24182" h="15527" extrusionOk="0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1451;p16"/>
            <p:cNvSpPr/>
            <p:nvPr/>
          </p:nvSpPr>
          <p:spPr>
            <a:xfrm>
              <a:off x="4606639" y="3399315"/>
              <a:ext cx="711011" cy="456503"/>
            </a:xfrm>
            <a:custGeom>
              <a:avLst/>
              <a:gdLst/>
              <a:ahLst/>
              <a:cxnLst/>
              <a:rect l="l" t="t" r="r" b="b"/>
              <a:pathLst>
                <a:path w="24182" h="15526" extrusionOk="0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1452;p16"/>
            <p:cNvSpPr/>
            <p:nvPr/>
          </p:nvSpPr>
          <p:spPr>
            <a:xfrm>
              <a:off x="4606639" y="3463385"/>
              <a:ext cx="711011" cy="456856"/>
            </a:xfrm>
            <a:custGeom>
              <a:avLst/>
              <a:gdLst/>
              <a:ahLst/>
              <a:cxnLst/>
              <a:rect l="l" t="t" r="r" b="b"/>
              <a:pathLst>
                <a:path w="24182" h="15538" extrusionOk="0">
                  <a:moveTo>
                    <a:pt x="0" y="15538"/>
                  </a:moveTo>
                  <a:lnTo>
                    <a:pt x="24182" y="1572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53" name="Google Shape;1453;p16"/>
            <p:cNvGrpSpPr/>
            <p:nvPr/>
          </p:nvGrpSpPr>
          <p:grpSpPr>
            <a:xfrm>
              <a:off x="3478424" y="1308364"/>
              <a:ext cx="2180470" cy="1878295"/>
              <a:chOff x="5553063" y="1487604"/>
              <a:chExt cx="1981525" cy="1707075"/>
            </a:xfrm>
          </p:grpSpPr>
          <p:sp>
            <p:nvSpPr>
              <p:cNvPr id="1454" name="Google Shape;1454;p16"/>
              <p:cNvSpPr/>
              <p:nvPr/>
            </p:nvSpPr>
            <p:spPr>
              <a:xfrm>
                <a:off x="5563488" y="2071829"/>
                <a:ext cx="1960975" cy="1122850"/>
              </a:xfrm>
              <a:custGeom>
                <a:avLst/>
                <a:gdLst/>
                <a:ahLst/>
                <a:cxnLst/>
                <a:rect l="l" t="t" r="r" b="b"/>
                <a:pathLst>
                  <a:path w="78439" h="44914" extrusionOk="0">
                    <a:moveTo>
                      <a:pt x="12" y="1"/>
                    </a:moveTo>
                    <a:cubicBezTo>
                      <a:pt x="12" y="72"/>
                      <a:pt x="12" y="132"/>
                      <a:pt x="12" y="191"/>
                    </a:cubicBezTo>
                    <a:cubicBezTo>
                      <a:pt x="12" y="263"/>
                      <a:pt x="12" y="322"/>
                      <a:pt x="12" y="394"/>
                    </a:cubicBezTo>
                    <a:cubicBezTo>
                      <a:pt x="12" y="453"/>
                      <a:pt x="12" y="525"/>
                      <a:pt x="12" y="584"/>
                    </a:cubicBezTo>
                    <a:cubicBezTo>
                      <a:pt x="12" y="656"/>
                      <a:pt x="12" y="715"/>
                      <a:pt x="12" y="775"/>
                    </a:cubicBezTo>
                    <a:cubicBezTo>
                      <a:pt x="12" y="846"/>
                      <a:pt x="12" y="906"/>
                      <a:pt x="12" y="977"/>
                    </a:cubicBezTo>
                    <a:cubicBezTo>
                      <a:pt x="12" y="1037"/>
                      <a:pt x="12" y="1108"/>
                      <a:pt x="12" y="1167"/>
                    </a:cubicBezTo>
                    <a:cubicBezTo>
                      <a:pt x="12" y="1239"/>
                      <a:pt x="12" y="1298"/>
                      <a:pt x="12" y="1358"/>
                    </a:cubicBezTo>
                    <a:cubicBezTo>
                      <a:pt x="12" y="1429"/>
                      <a:pt x="12" y="1489"/>
                      <a:pt x="12" y="1560"/>
                    </a:cubicBezTo>
                    <a:cubicBezTo>
                      <a:pt x="12" y="1620"/>
                      <a:pt x="12" y="1691"/>
                      <a:pt x="12" y="1751"/>
                    </a:cubicBezTo>
                    <a:cubicBezTo>
                      <a:pt x="12" y="1822"/>
                      <a:pt x="12" y="1882"/>
                      <a:pt x="12" y="1941"/>
                    </a:cubicBezTo>
                    <a:cubicBezTo>
                      <a:pt x="12" y="2013"/>
                      <a:pt x="12" y="2072"/>
                      <a:pt x="12" y="2144"/>
                    </a:cubicBezTo>
                    <a:cubicBezTo>
                      <a:pt x="12" y="2203"/>
                      <a:pt x="12" y="2275"/>
                      <a:pt x="12" y="2334"/>
                    </a:cubicBezTo>
                    <a:cubicBezTo>
                      <a:pt x="12" y="2406"/>
                      <a:pt x="12" y="2465"/>
                      <a:pt x="12" y="2525"/>
                    </a:cubicBezTo>
                    <a:cubicBezTo>
                      <a:pt x="12" y="2596"/>
                      <a:pt x="12" y="2656"/>
                      <a:pt x="12" y="2727"/>
                    </a:cubicBezTo>
                    <a:cubicBezTo>
                      <a:pt x="12" y="2787"/>
                      <a:pt x="12" y="2858"/>
                      <a:pt x="12" y="2918"/>
                    </a:cubicBezTo>
                    <a:cubicBezTo>
                      <a:pt x="12" y="2989"/>
                      <a:pt x="12" y="3049"/>
                      <a:pt x="12" y="3108"/>
                    </a:cubicBezTo>
                    <a:cubicBezTo>
                      <a:pt x="12" y="3180"/>
                      <a:pt x="12" y="3239"/>
                      <a:pt x="12" y="3311"/>
                    </a:cubicBezTo>
                    <a:cubicBezTo>
                      <a:pt x="12" y="3370"/>
                      <a:pt x="12" y="3442"/>
                      <a:pt x="12" y="3501"/>
                    </a:cubicBezTo>
                    <a:cubicBezTo>
                      <a:pt x="12" y="3573"/>
                      <a:pt x="12" y="3632"/>
                      <a:pt x="12" y="3692"/>
                    </a:cubicBezTo>
                    <a:cubicBezTo>
                      <a:pt x="12" y="3763"/>
                      <a:pt x="12" y="3823"/>
                      <a:pt x="12" y="3894"/>
                    </a:cubicBezTo>
                    <a:cubicBezTo>
                      <a:pt x="12" y="3954"/>
                      <a:pt x="12" y="4025"/>
                      <a:pt x="12" y="4085"/>
                    </a:cubicBezTo>
                    <a:cubicBezTo>
                      <a:pt x="12" y="4156"/>
                      <a:pt x="12" y="4215"/>
                      <a:pt x="12" y="4275"/>
                    </a:cubicBezTo>
                    <a:cubicBezTo>
                      <a:pt x="12" y="4346"/>
                      <a:pt x="12" y="4406"/>
                      <a:pt x="12" y="4477"/>
                    </a:cubicBezTo>
                    <a:cubicBezTo>
                      <a:pt x="12" y="4537"/>
                      <a:pt x="12" y="4608"/>
                      <a:pt x="12" y="4668"/>
                    </a:cubicBezTo>
                    <a:cubicBezTo>
                      <a:pt x="12" y="4739"/>
                      <a:pt x="12" y="4799"/>
                      <a:pt x="12" y="4858"/>
                    </a:cubicBezTo>
                    <a:cubicBezTo>
                      <a:pt x="12" y="4930"/>
                      <a:pt x="12" y="4989"/>
                      <a:pt x="12" y="5061"/>
                    </a:cubicBezTo>
                    <a:cubicBezTo>
                      <a:pt x="12" y="5120"/>
                      <a:pt x="12" y="5192"/>
                      <a:pt x="12" y="5251"/>
                    </a:cubicBezTo>
                    <a:cubicBezTo>
                      <a:pt x="12" y="5323"/>
                      <a:pt x="12" y="5382"/>
                      <a:pt x="12" y="5442"/>
                    </a:cubicBezTo>
                    <a:cubicBezTo>
                      <a:pt x="12" y="5513"/>
                      <a:pt x="12" y="5573"/>
                      <a:pt x="12" y="5644"/>
                    </a:cubicBezTo>
                    <a:cubicBezTo>
                      <a:pt x="12" y="5704"/>
                      <a:pt x="12" y="5775"/>
                      <a:pt x="12" y="5835"/>
                    </a:cubicBezTo>
                    <a:cubicBezTo>
                      <a:pt x="12" y="5906"/>
                      <a:pt x="12" y="5966"/>
                      <a:pt x="12" y="6025"/>
                    </a:cubicBezTo>
                    <a:cubicBezTo>
                      <a:pt x="12" y="6097"/>
                      <a:pt x="12" y="6156"/>
                      <a:pt x="12" y="6228"/>
                    </a:cubicBezTo>
                    <a:cubicBezTo>
                      <a:pt x="12" y="6287"/>
                      <a:pt x="12" y="6359"/>
                      <a:pt x="12" y="6418"/>
                    </a:cubicBezTo>
                    <a:cubicBezTo>
                      <a:pt x="12" y="6490"/>
                      <a:pt x="12" y="6549"/>
                      <a:pt x="12" y="6609"/>
                    </a:cubicBezTo>
                    <a:cubicBezTo>
                      <a:pt x="12" y="6680"/>
                      <a:pt x="12" y="6740"/>
                      <a:pt x="12" y="6811"/>
                    </a:cubicBezTo>
                    <a:cubicBezTo>
                      <a:pt x="12" y="6871"/>
                      <a:pt x="12" y="6942"/>
                      <a:pt x="12" y="7002"/>
                    </a:cubicBezTo>
                    <a:cubicBezTo>
                      <a:pt x="12" y="7073"/>
                      <a:pt x="12" y="7132"/>
                      <a:pt x="12" y="7192"/>
                    </a:cubicBezTo>
                    <a:cubicBezTo>
                      <a:pt x="12" y="7263"/>
                      <a:pt x="12" y="7323"/>
                      <a:pt x="12" y="7394"/>
                    </a:cubicBezTo>
                    <a:cubicBezTo>
                      <a:pt x="12" y="7454"/>
                      <a:pt x="12" y="7525"/>
                      <a:pt x="12" y="7585"/>
                    </a:cubicBezTo>
                    <a:cubicBezTo>
                      <a:pt x="12" y="7656"/>
                      <a:pt x="12" y="7716"/>
                      <a:pt x="12" y="7775"/>
                    </a:cubicBezTo>
                    <a:cubicBezTo>
                      <a:pt x="12" y="7847"/>
                      <a:pt x="12" y="7906"/>
                      <a:pt x="12" y="7978"/>
                    </a:cubicBezTo>
                    <a:cubicBezTo>
                      <a:pt x="12" y="8037"/>
                      <a:pt x="12" y="8109"/>
                      <a:pt x="12" y="8168"/>
                    </a:cubicBezTo>
                    <a:cubicBezTo>
                      <a:pt x="12" y="8228"/>
                      <a:pt x="12" y="8299"/>
                      <a:pt x="12" y="8359"/>
                    </a:cubicBezTo>
                    <a:cubicBezTo>
                      <a:pt x="12" y="8430"/>
                      <a:pt x="12" y="8490"/>
                      <a:pt x="12" y="8561"/>
                    </a:cubicBezTo>
                    <a:cubicBezTo>
                      <a:pt x="12" y="8621"/>
                      <a:pt x="12" y="8692"/>
                      <a:pt x="12" y="8752"/>
                    </a:cubicBezTo>
                    <a:cubicBezTo>
                      <a:pt x="12" y="8811"/>
                      <a:pt x="12" y="8883"/>
                      <a:pt x="12" y="8942"/>
                    </a:cubicBezTo>
                    <a:cubicBezTo>
                      <a:pt x="12" y="9014"/>
                      <a:pt x="12" y="9073"/>
                      <a:pt x="12" y="9145"/>
                    </a:cubicBezTo>
                    <a:cubicBezTo>
                      <a:pt x="12" y="9204"/>
                      <a:pt x="12" y="9276"/>
                      <a:pt x="12" y="9335"/>
                    </a:cubicBezTo>
                    <a:cubicBezTo>
                      <a:pt x="12" y="9395"/>
                      <a:pt x="12" y="9466"/>
                      <a:pt x="12" y="9526"/>
                    </a:cubicBezTo>
                    <a:cubicBezTo>
                      <a:pt x="12" y="9597"/>
                      <a:pt x="12" y="9657"/>
                      <a:pt x="12" y="9728"/>
                    </a:cubicBezTo>
                    <a:cubicBezTo>
                      <a:pt x="12" y="9788"/>
                      <a:pt x="12" y="9859"/>
                      <a:pt x="12" y="9919"/>
                    </a:cubicBezTo>
                    <a:cubicBezTo>
                      <a:pt x="12" y="9978"/>
                      <a:pt x="12" y="10050"/>
                      <a:pt x="12" y="10109"/>
                    </a:cubicBezTo>
                    <a:cubicBezTo>
                      <a:pt x="12" y="10180"/>
                      <a:pt x="12" y="10240"/>
                      <a:pt x="12" y="10311"/>
                    </a:cubicBezTo>
                    <a:cubicBezTo>
                      <a:pt x="12" y="10371"/>
                      <a:pt x="12" y="10442"/>
                      <a:pt x="12" y="10502"/>
                    </a:cubicBezTo>
                    <a:cubicBezTo>
                      <a:pt x="12" y="10561"/>
                      <a:pt x="12" y="10633"/>
                      <a:pt x="12" y="10692"/>
                    </a:cubicBezTo>
                    <a:cubicBezTo>
                      <a:pt x="12" y="10764"/>
                      <a:pt x="12" y="10823"/>
                      <a:pt x="12" y="10895"/>
                    </a:cubicBezTo>
                    <a:cubicBezTo>
                      <a:pt x="12" y="10954"/>
                      <a:pt x="12" y="11026"/>
                      <a:pt x="12" y="11085"/>
                    </a:cubicBezTo>
                    <a:cubicBezTo>
                      <a:pt x="12" y="11145"/>
                      <a:pt x="12" y="11216"/>
                      <a:pt x="12" y="11276"/>
                    </a:cubicBezTo>
                    <a:cubicBezTo>
                      <a:pt x="12" y="11347"/>
                      <a:pt x="12" y="11407"/>
                      <a:pt x="12" y="11478"/>
                    </a:cubicBezTo>
                    <a:cubicBezTo>
                      <a:pt x="12" y="11538"/>
                      <a:pt x="12" y="11609"/>
                      <a:pt x="12" y="11669"/>
                    </a:cubicBezTo>
                    <a:cubicBezTo>
                      <a:pt x="12" y="11728"/>
                      <a:pt x="12" y="11800"/>
                      <a:pt x="12" y="11859"/>
                    </a:cubicBezTo>
                    <a:cubicBezTo>
                      <a:pt x="12" y="11931"/>
                      <a:pt x="12" y="11990"/>
                      <a:pt x="12" y="12062"/>
                    </a:cubicBezTo>
                    <a:cubicBezTo>
                      <a:pt x="12" y="12121"/>
                      <a:pt x="12" y="12193"/>
                      <a:pt x="12" y="12252"/>
                    </a:cubicBezTo>
                    <a:cubicBezTo>
                      <a:pt x="12" y="12312"/>
                      <a:pt x="12" y="12383"/>
                      <a:pt x="12" y="12443"/>
                    </a:cubicBezTo>
                    <a:cubicBezTo>
                      <a:pt x="12" y="12514"/>
                      <a:pt x="12" y="12574"/>
                      <a:pt x="12" y="12645"/>
                    </a:cubicBezTo>
                    <a:cubicBezTo>
                      <a:pt x="12" y="12705"/>
                      <a:pt x="12" y="12776"/>
                      <a:pt x="12" y="12836"/>
                    </a:cubicBezTo>
                    <a:cubicBezTo>
                      <a:pt x="12" y="12895"/>
                      <a:pt x="12" y="12967"/>
                      <a:pt x="12" y="13026"/>
                    </a:cubicBezTo>
                    <a:cubicBezTo>
                      <a:pt x="12" y="13098"/>
                      <a:pt x="12" y="13157"/>
                      <a:pt x="12" y="13228"/>
                    </a:cubicBezTo>
                    <a:cubicBezTo>
                      <a:pt x="12" y="13288"/>
                      <a:pt x="12" y="13359"/>
                      <a:pt x="12" y="13419"/>
                    </a:cubicBezTo>
                    <a:cubicBezTo>
                      <a:pt x="12" y="13479"/>
                      <a:pt x="12" y="13550"/>
                      <a:pt x="12" y="13609"/>
                    </a:cubicBezTo>
                    <a:cubicBezTo>
                      <a:pt x="12" y="13681"/>
                      <a:pt x="12" y="13740"/>
                      <a:pt x="12" y="13812"/>
                    </a:cubicBezTo>
                    <a:cubicBezTo>
                      <a:pt x="12" y="13871"/>
                      <a:pt x="12" y="13943"/>
                      <a:pt x="12" y="14002"/>
                    </a:cubicBezTo>
                    <a:cubicBezTo>
                      <a:pt x="12" y="14062"/>
                      <a:pt x="12" y="14133"/>
                      <a:pt x="12" y="14193"/>
                    </a:cubicBezTo>
                    <a:cubicBezTo>
                      <a:pt x="12" y="14264"/>
                      <a:pt x="12" y="14324"/>
                      <a:pt x="12" y="14395"/>
                    </a:cubicBezTo>
                    <a:cubicBezTo>
                      <a:pt x="12" y="14455"/>
                      <a:pt x="12" y="14526"/>
                      <a:pt x="12" y="14586"/>
                    </a:cubicBezTo>
                    <a:cubicBezTo>
                      <a:pt x="12" y="14645"/>
                      <a:pt x="12" y="14717"/>
                      <a:pt x="12" y="14776"/>
                    </a:cubicBezTo>
                    <a:cubicBezTo>
                      <a:pt x="12" y="14848"/>
                      <a:pt x="12" y="14907"/>
                      <a:pt x="12" y="14979"/>
                    </a:cubicBezTo>
                    <a:cubicBezTo>
                      <a:pt x="12" y="15038"/>
                      <a:pt x="12" y="15110"/>
                      <a:pt x="12" y="15169"/>
                    </a:cubicBezTo>
                    <a:cubicBezTo>
                      <a:pt x="12" y="15229"/>
                      <a:pt x="12" y="15300"/>
                      <a:pt x="12" y="15360"/>
                    </a:cubicBezTo>
                    <a:cubicBezTo>
                      <a:pt x="12" y="15431"/>
                      <a:pt x="12" y="15491"/>
                      <a:pt x="12" y="15562"/>
                    </a:cubicBezTo>
                    <a:cubicBezTo>
                      <a:pt x="12" y="15622"/>
                      <a:pt x="12" y="15693"/>
                      <a:pt x="12" y="15753"/>
                    </a:cubicBezTo>
                    <a:cubicBezTo>
                      <a:pt x="12" y="15812"/>
                      <a:pt x="12" y="15884"/>
                      <a:pt x="12" y="15943"/>
                    </a:cubicBezTo>
                    <a:cubicBezTo>
                      <a:pt x="12" y="16015"/>
                      <a:pt x="12" y="16074"/>
                      <a:pt x="12" y="16146"/>
                    </a:cubicBezTo>
                    <a:cubicBezTo>
                      <a:pt x="12" y="16205"/>
                      <a:pt x="12" y="16276"/>
                      <a:pt x="12" y="16336"/>
                    </a:cubicBezTo>
                    <a:cubicBezTo>
                      <a:pt x="12" y="16396"/>
                      <a:pt x="12" y="16467"/>
                      <a:pt x="12" y="16527"/>
                    </a:cubicBezTo>
                    <a:cubicBezTo>
                      <a:pt x="12" y="16598"/>
                      <a:pt x="12" y="16657"/>
                      <a:pt x="12" y="16729"/>
                    </a:cubicBezTo>
                    <a:cubicBezTo>
                      <a:pt x="12" y="16788"/>
                      <a:pt x="12" y="16860"/>
                      <a:pt x="12" y="16919"/>
                    </a:cubicBezTo>
                    <a:cubicBezTo>
                      <a:pt x="12" y="16979"/>
                      <a:pt x="12" y="17050"/>
                      <a:pt x="12" y="17110"/>
                    </a:cubicBezTo>
                    <a:cubicBezTo>
                      <a:pt x="12" y="17181"/>
                      <a:pt x="12" y="17241"/>
                      <a:pt x="12" y="17312"/>
                    </a:cubicBezTo>
                    <a:cubicBezTo>
                      <a:pt x="12" y="17372"/>
                      <a:pt x="12" y="17443"/>
                      <a:pt x="12" y="17503"/>
                    </a:cubicBezTo>
                    <a:cubicBezTo>
                      <a:pt x="12" y="17562"/>
                      <a:pt x="12" y="17634"/>
                      <a:pt x="12" y="17693"/>
                    </a:cubicBezTo>
                    <a:cubicBezTo>
                      <a:pt x="12" y="17765"/>
                      <a:pt x="12" y="17824"/>
                      <a:pt x="12" y="17896"/>
                    </a:cubicBezTo>
                    <a:cubicBezTo>
                      <a:pt x="12" y="17955"/>
                      <a:pt x="12" y="18015"/>
                      <a:pt x="12" y="18086"/>
                    </a:cubicBezTo>
                    <a:cubicBezTo>
                      <a:pt x="12" y="18146"/>
                      <a:pt x="12" y="18217"/>
                      <a:pt x="12" y="18277"/>
                    </a:cubicBezTo>
                    <a:cubicBezTo>
                      <a:pt x="12" y="18348"/>
                      <a:pt x="12" y="18408"/>
                      <a:pt x="12" y="18479"/>
                    </a:cubicBezTo>
                    <a:cubicBezTo>
                      <a:pt x="12" y="18539"/>
                      <a:pt x="12" y="18598"/>
                      <a:pt x="12" y="18670"/>
                    </a:cubicBezTo>
                    <a:cubicBezTo>
                      <a:pt x="12" y="18729"/>
                      <a:pt x="12" y="18801"/>
                      <a:pt x="12" y="18860"/>
                    </a:cubicBezTo>
                    <a:cubicBezTo>
                      <a:pt x="12" y="18932"/>
                      <a:pt x="12" y="18991"/>
                      <a:pt x="12" y="19063"/>
                    </a:cubicBezTo>
                    <a:cubicBezTo>
                      <a:pt x="12" y="19122"/>
                      <a:pt x="12" y="19182"/>
                      <a:pt x="12" y="19253"/>
                    </a:cubicBezTo>
                    <a:cubicBezTo>
                      <a:pt x="12" y="19313"/>
                      <a:pt x="12" y="19384"/>
                      <a:pt x="12" y="19444"/>
                    </a:cubicBezTo>
                    <a:cubicBezTo>
                      <a:pt x="12" y="19515"/>
                      <a:pt x="12" y="19575"/>
                      <a:pt x="12" y="19646"/>
                    </a:cubicBezTo>
                    <a:cubicBezTo>
                      <a:pt x="12" y="19705"/>
                      <a:pt x="12" y="19765"/>
                      <a:pt x="12" y="19836"/>
                    </a:cubicBezTo>
                    <a:cubicBezTo>
                      <a:pt x="12" y="19896"/>
                      <a:pt x="12" y="19967"/>
                      <a:pt x="12" y="20027"/>
                    </a:cubicBezTo>
                    <a:cubicBezTo>
                      <a:pt x="12" y="20098"/>
                      <a:pt x="12" y="20158"/>
                      <a:pt x="12" y="20229"/>
                    </a:cubicBezTo>
                    <a:cubicBezTo>
                      <a:pt x="12" y="20289"/>
                      <a:pt x="12" y="20348"/>
                      <a:pt x="12" y="20420"/>
                    </a:cubicBezTo>
                    <a:cubicBezTo>
                      <a:pt x="12" y="20479"/>
                      <a:pt x="12" y="20551"/>
                      <a:pt x="12" y="20610"/>
                    </a:cubicBezTo>
                    <a:cubicBezTo>
                      <a:pt x="12" y="20682"/>
                      <a:pt x="12" y="20741"/>
                      <a:pt x="12" y="20813"/>
                    </a:cubicBezTo>
                    <a:cubicBezTo>
                      <a:pt x="12" y="20872"/>
                      <a:pt x="12" y="20932"/>
                      <a:pt x="12" y="21003"/>
                    </a:cubicBezTo>
                    <a:cubicBezTo>
                      <a:pt x="12" y="21063"/>
                      <a:pt x="12" y="21134"/>
                      <a:pt x="12" y="21194"/>
                    </a:cubicBezTo>
                    <a:cubicBezTo>
                      <a:pt x="12" y="21265"/>
                      <a:pt x="12" y="21325"/>
                      <a:pt x="12" y="21396"/>
                    </a:cubicBezTo>
                    <a:cubicBezTo>
                      <a:pt x="12" y="21456"/>
                      <a:pt x="12" y="21515"/>
                      <a:pt x="12" y="21587"/>
                    </a:cubicBezTo>
                    <a:cubicBezTo>
                      <a:pt x="0" y="22515"/>
                      <a:pt x="500" y="23373"/>
                      <a:pt x="1310" y="23837"/>
                    </a:cubicBezTo>
                    <a:lnTo>
                      <a:pt x="36612" y="44208"/>
                    </a:lnTo>
                    <a:cubicBezTo>
                      <a:pt x="37416" y="44679"/>
                      <a:pt x="38315" y="44914"/>
                      <a:pt x="39215" y="44914"/>
                    </a:cubicBezTo>
                    <a:cubicBezTo>
                      <a:pt x="40115" y="44914"/>
                      <a:pt x="41017" y="44679"/>
                      <a:pt x="41827" y="44208"/>
                    </a:cubicBezTo>
                    <a:lnTo>
                      <a:pt x="77129" y="23837"/>
                    </a:lnTo>
                    <a:cubicBezTo>
                      <a:pt x="77939" y="23373"/>
                      <a:pt x="78439" y="22515"/>
                      <a:pt x="78427" y="21587"/>
                    </a:cubicBezTo>
                    <a:lnTo>
                      <a:pt x="78427" y="21384"/>
                    </a:lnTo>
                    <a:lnTo>
                      <a:pt x="78427" y="21194"/>
                    </a:lnTo>
                    <a:lnTo>
                      <a:pt x="78427" y="21003"/>
                    </a:lnTo>
                    <a:lnTo>
                      <a:pt x="78427" y="20801"/>
                    </a:lnTo>
                    <a:lnTo>
                      <a:pt x="78427" y="20610"/>
                    </a:lnTo>
                    <a:lnTo>
                      <a:pt x="78427" y="20420"/>
                    </a:lnTo>
                    <a:lnTo>
                      <a:pt x="78427" y="20217"/>
                    </a:lnTo>
                    <a:lnTo>
                      <a:pt x="78427" y="20027"/>
                    </a:lnTo>
                    <a:lnTo>
                      <a:pt x="78427" y="19836"/>
                    </a:lnTo>
                    <a:lnTo>
                      <a:pt x="78427" y="19634"/>
                    </a:lnTo>
                    <a:lnTo>
                      <a:pt x="78427" y="19444"/>
                    </a:lnTo>
                    <a:lnTo>
                      <a:pt x="78427" y="19253"/>
                    </a:lnTo>
                    <a:lnTo>
                      <a:pt x="78427" y="19051"/>
                    </a:lnTo>
                    <a:lnTo>
                      <a:pt x="78427" y="18860"/>
                    </a:lnTo>
                    <a:lnTo>
                      <a:pt x="78427" y="18670"/>
                    </a:lnTo>
                    <a:lnTo>
                      <a:pt x="78427" y="18467"/>
                    </a:lnTo>
                    <a:lnTo>
                      <a:pt x="78427" y="18277"/>
                    </a:lnTo>
                    <a:lnTo>
                      <a:pt x="78427" y="18086"/>
                    </a:lnTo>
                    <a:lnTo>
                      <a:pt x="78427" y="17884"/>
                    </a:lnTo>
                    <a:lnTo>
                      <a:pt x="78427" y="17693"/>
                    </a:lnTo>
                    <a:lnTo>
                      <a:pt x="78427" y="17503"/>
                    </a:lnTo>
                    <a:lnTo>
                      <a:pt x="78427" y="17300"/>
                    </a:lnTo>
                    <a:lnTo>
                      <a:pt x="78427" y="17110"/>
                    </a:lnTo>
                    <a:lnTo>
                      <a:pt x="78427" y="16919"/>
                    </a:lnTo>
                    <a:lnTo>
                      <a:pt x="78427" y="16717"/>
                    </a:lnTo>
                    <a:lnTo>
                      <a:pt x="78427" y="16527"/>
                    </a:lnTo>
                    <a:lnTo>
                      <a:pt x="78427" y="16336"/>
                    </a:lnTo>
                    <a:lnTo>
                      <a:pt x="78427" y="16146"/>
                    </a:lnTo>
                    <a:lnTo>
                      <a:pt x="78427" y="15943"/>
                    </a:lnTo>
                    <a:lnTo>
                      <a:pt x="78427" y="15753"/>
                    </a:lnTo>
                    <a:lnTo>
                      <a:pt x="78427" y="15562"/>
                    </a:lnTo>
                    <a:lnTo>
                      <a:pt x="78427" y="15360"/>
                    </a:lnTo>
                    <a:lnTo>
                      <a:pt x="78427" y="15169"/>
                    </a:lnTo>
                    <a:lnTo>
                      <a:pt x="78427" y="14979"/>
                    </a:lnTo>
                    <a:lnTo>
                      <a:pt x="78427" y="14776"/>
                    </a:lnTo>
                    <a:lnTo>
                      <a:pt x="78427" y="14586"/>
                    </a:lnTo>
                    <a:lnTo>
                      <a:pt x="78427" y="14395"/>
                    </a:lnTo>
                    <a:lnTo>
                      <a:pt x="78427" y="14193"/>
                    </a:lnTo>
                    <a:lnTo>
                      <a:pt x="78427" y="14002"/>
                    </a:lnTo>
                    <a:lnTo>
                      <a:pt x="78427" y="13812"/>
                    </a:lnTo>
                    <a:lnTo>
                      <a:pt x="78427" y="13609"/>
                    </a:lnTo>
                    <a:lnTo>
                      <a:pt x="78427" y="13419"/>
                    </a:lnTo>
                    <a:lnTo>
                      <a:pt x="78427" y="13228"/>
                    </a:lnTo>
                    <a:lnTo>
                      <a:pt x="78427" y="13026"/>
                    </a:lnTo>
                    <a:lnTo>
                      <a:pt x="78427" y="12836"/>
                    </a:lnTo>
                    <a:lnTo>
                      <a:pt x="78427" y="12645"/>
                    </a:lnTo>
                    <a:lnTo>
                      <a:pt x="78427" y="12443"/>
                    </a:lnTo>
                    <a:lnTo>
                      <a:pt x="78427" y="12252"/>
                    </a:lnTo>
                    <a:lnTo>
                      <a:pt x="78427" y="12062"/>
                    </a:lnTo>
                    <a:lnTo>
                      <a:pt x="78427" y="11859"/>
                    </a:lnTo>
                    <a:lnTo>
                      <a:pt x="78427" y="11669"/>
                    </a:lnTo>
                    <a:lnTo>
                      <a:pt x="78427" y="11478"/>
                    </a:lnTo>
                    <a:lnTo>
                      <a:pt x="78427" y="11276"/>
                    </a:lnTo>
                    <a:lnTo>
                      <a:pt x="78427" y="11085"/>
                    </a:lnTo>
                    <a:lnTo>
                      <a:pt x="78427" y="10895"/>
                    </a:lnTo>
                    <a:lnTo>
                      <a:pt x="78427" y="10692"/>
                    </a:lnTo>
                    <a:lnTo>
                      <a:pt x="78427" y="10502"/>
                    </a:lnTo>
                    <a:lnTo>
                      <a:pt x="78427" y="10311"/>
                    </a:lnTo>
                    <a:lnTo>
                      <a:pt x="78427" y="10109"/>
                    </a:lnTo>
                    <a:lnTo>
                      <a:pt x="78427" y="9919"/>
                    </a:lnTo>
                    <a:lnTo>
                      <a:pt x="78427" y="9728"/>
                    </a:lnTo>
                    <a:lnTo>
                      <a:pt x="78427" y="9526"/>
                    </a:lnTo>
                    <a:lnTo>
                      <a:pt x="78427" y="9335"/>
                    </a:lnTo>
                    <a:lnTo>
                      <a:pt x="78427" y="9145"/>
                    </a:lnTo>
                    <a:lnTo>
                      <a:pt x="78427" y="8942"/>
                    </a:lnTo>
                    <a:lnTo>
                      <a:pt x="78427" y="8752"/>
                    </a:lnTo>
                    <a:lnTo>
                      <a:pt x="78427" y="8561"/>
                    </a:lnTo>
                    <a:lnTo>
                      <a:pt x="78427" y="8359"/>
                    </a:lnTo>
                    <a:lnTo>
                      <a:pt x="78427" y="8168"/>
                    </a:lnTo>
                    <a:lnTo>
                      <a:pt x="78427" y="7978"/>
                    </a:lnTo>
                    <a:lnTo>
                      <a:pt x="78427" y="7775"/>
                    </a:lnTo>
                    <a:lnTo>
                      <a:pt x="78427" y="7585"/>
                    </a:lnTo>
                    <a:lnTo>
                      <a:pt x="78427" y="7394"/>
                    </a:lnTo>
                    <a:lnTo>
                      <a:pt x="78427" y="7192"/>
                    </a:lnTo>
                    <a:lnTo>
                      <a:pt x="78427" y="7002"/>
                    </a:lnTo>
                    <a:lnTo>
                      <a:pt x="78427" y="6811"/>
                    </a:lnTo>
                    <a:lnTo>
                      <a:pt x="78427" y="6609"/>
                    </a:lnTo>
                    <a:lnTo>
                      <a:pt x="78427" y="6418"/>
                    </a:lnTo>
                    <a:lnTo>
                      <a:pt x="78427" y="6228"/>
                    </a:lnTo>
                    <a:lnTo>
                      <a:pt x="78427" y="6025"/>
                    </a:lnTo>
                    <a:lnTo>
                      <a:pt x="78427" y="5835"/>
                    </a:lnTo>
                    <a:lnTo>
                      <a:pt x="78427" y="5644"/>
                    </a:lnTo>
                    <a:lnTo>
                      <a:pt x="78427" y="5442"/>
                    </a:lnTo>
                    <a:lnTo>
                      <a:pt x="78427" y="5251"/>
                    </a:lnTo>
                    <a:lnTo>
                      <a:pt x="78427" y="5061"/>
                    </a:lnTo>
                    <a:lnTo>
                      <a:pt x="78427" y="4858"/>
                    </a:lnTo>
                    <a:lnTo>
                      <a:pt x="78427" y="4668"/>
                    </a:lnTo>
                    <a:lnTo>
                      <a:pt x="78427" y="4477"/>
                    </a:lnTo>
                    <a:lnTo>
                      <a:pt x="78427" y="4275"/>
                    </a:lnTo>
                    <a:lnTo>
                      <a:pt x="78427" y="4085"/>
                    </a:lnTo>
                    <a:lnTo>
                      <a:pt x="78427" y="3894"/>
                    </a:lnTo>
                    <a:lnTo>
                      <a:pt x="78427" y="3692"/>
                    </a:lnTo>
                    <a:lnTo>
                      <a:pt x="78427" y="3501"/>
                    </a:lnTo>
                    <a:lnTo>
                      <a:pt x="78427" y="3311"/>
                    </a:lnTo>
                    <a:lnTo>
                      <a:pt x="78427" y="3108"/>
                    </a:lnTo>
                    <a:lnTo>
                      <a:pt x="78427" y="2918"/>
                    </a:lnTo>
                    <a:lnTo>
                      <a:pt x="78427" y="2727"/>
                    </a:lnTo>
                    <a:lnTo>
                      <a:pt x="78427" y="2525"/>
                    </a:lnTo>
                    <a:lnTo>
                      <a:pt x="78427" y="2334"/>
                    </a:lnTo>
                    <a:lnTo>
                      <a:pt x="78427" y="2144"/>
                    </a:lnTo>
                    <a:lnTo>
                      <a:pt x="78427" y="1941"/>
                    </a:lnTo>
                    <a:lnTo>
                      <a:pt x="78427" y="1751"/>
                    </a:lnTo>
                    <a:lnTo>
                      <a:pt x="78427" y="1560"/>
                    </a:lnTo>
                    <a:lnTo>
                      <a:pt x="78427" y="1358"/>
                    </a:lnTo>
                    <a:lnTo>
                      <a:pt x="78427" y="1167"/>
                    </a:lnTo>
                    <a:lnTo>
                      <a:pt x="78427" y="977"/>
                    </a:lnTo>
                    <a:lnTo>
                      <a:pt x="78427" y="775"/>
                    </a:lnTo>
                    <a:lnTo>
                      <a:pt x="78427" y="584"/>
                    </a:lnTo>
                    <a:lnTo>
                      <a:pt x="78427" y="394"/>
                    </a:lnTo>
                    <a:lnTo>
                      <a:pt x="78427" y="191"/>
                    </a:lnTo>
                    <a:lnTo>
                      <a:pt x="78427" y="1"/>
                    </a:lnTo>
                    <a:lnTo>
                      <a:pt x="78212" y="1"/>
                    </a:lnTo>
                    <a:cubicBezTo>
                      <a:pt x="78224" y="858"/>
                      <a:pt x="77760" y="1644"/>
                      <a:pt x="77022" y="2072"/>
                    </a:cubicBezTo>
                    <a:lnTo>
                      <a:pt x="41720" y="22444"/>
                    </a:lnTo>
                    <a:cubicBezTo>
                      <a:pt x="40946" y="22890"/>
                      <a:pt x="40083" y="23114"/>
                      <a:pt x="39218" y="23114"/>
                    </a:cubicBezTo>
                    <a:cubicBezTo>
                      <a:pt x="38353" y="23114"/>
                      <a:pt x="37487" y="22890"/>
                      <a:pt x="36707" y="22444"/>
                    </a:cubicBezTo>
                    <a:lnTo>
                      <a:pt x="1417" y="2072"/>
                    </a:lnTo>
                    <a:cubicBezTo>
                      <a:pt x="667" y="1644"/>
                      <a:pt x="215" y="858"/>
                      <a:pt x="226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A0FDF1">
                      <a:alpha val="41568"/>
                      <a:alpha val="41520"/>
                    </a:srgbClr>
                  </a:gs>
                  <a:gs pos="100000">
                    <a:srgbClr val="FFFFFF">
                      <a:alpha val="37254"/>
                      <a:alpha val="415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Google Shape;1455;p16"/>
              <p:cNvSpPr/>
              <p:nvPr/>
            </p:nvSpPr>
            <p:spPr>
              <a:xfrm>
                <a:off x="5553063" y="1487604"/>
                <a:ext cx="1981525" cy="1164300"/>
              </a:xfrm>
              <a:custGeom>
                <a:avLst/>
                <a:gdLst/>
                <a:ahLst/>
                <a:cxnLst/>
                <a:rect l="l" t="t" r="r" b="b"/>
                <a:pathLst>
                  <a:path w="79261" h="46572" extrusionOk="0">
                    <a:moveTo>
                      <a:pt x="39635" y="1"/>
                    </a:moveTo>
                    <a:cubicBezTo>
                      <a:pt x="38749" y="1"/>
                      <a:pt x="37862" y="230"/>
                      <a:pt x="37065" y="688"/>
                    </a:cubicBezTo>
                    <a:lnTo>
                      <a:pt x="1679" y="21119"/>
                    </a:lnTo>
                    <a:cubicBezTo>
                      <a:pt x="1" y="22084"/>
                      <a:pt x="1" y="24489"/>
                      <a:pt x="1679" y="25453"/>
                    </a:cubicBezTo>
                    <a:lnTo>
                      <a:pt x="37065" y="45884"/>
                    </a:lnTo>
                    <a:cubicBezTo>
                      <a:pt x="37862" y="46343"/>
                      <a:pt x="38749" y="46572"/>
                      <a:pt x="39635" y="46572"/>
                    </a:cubicBezTo>
                    <a:cubicBezTo>
                      <a:pt x="40520" y="46572"/>
                      <a:pt x="41405" y="46343"/>
                      <a:pt x="42196" y="45884"/>
                    </a:cubicBezTo>
                    <a:lnTo>
                      <a:pt x="77594" y="25453"/>
                    </a:lnTo>
                    <a:cubicBezTo>
                      <a:pt x="79260" y="24489"/>
                      <a:pt x="79260" y="22084"/>
                      <a:pt x="77594" y="21119"/>
                    </a:cubicBezTo>
                    <a:lnTo>
                      <a:pt x="42196" y="688"/>
                    </a:lnTo>
                    <a:cubicBezTo>
                      <a:pt x="41405" y="230"/>
                      <a:pt x="40520" y="1"/>
                      <a:pt x="39635" y="1"/>
                    </a:cubicBezTo>
                    <a:close/>
                  </a:path>
                </a:pathLst>
              </a:custGeom>
              <a:solidFill>
                <a:srgbClr val="A0FDF1">
                  <a:alpha val="415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56" name="Google Shape;1456;p16"/>
          <p:cNvGrpSpPr/>
          <p:nvPr/>
        </p:nvGrpSpPr>
        <p:grpSpPr>
          <a:xfrm>
            <a:off x="110925" y="3080175"/>
            <a:ext cx="2303700" cy="923400"/>
            <a:chOff x="110925" y="3080175"/>
            <a:chExt cx="2303700" cy="923400"/>
          </a:xfrm>
        </p:grpSpPr>
        <p:sp>
          <p:nvSpPr>
            <p:cNvPr id="1457" name="Google Shape;1457;p16"/>
            <p:cNvSpPr txBox="1"/>
            <p:nvPr/>
          </p:nvSpPr>
          <p:spPr>
            <a:xfrm>
              <a:off x="480250" y="3393975"/>
              <a:ext cx="18723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Docker, Kubernetes, Kafka , Zookeeper  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58" name="Google Shape;1458;p16"/>
            <p:cNvSpPr txBox="1"/>
            <p:nvPr/>
          </p:nvSpPr>
          <p:spPr>
            <a:xfrm>
              <a:off x="110925" y="3080175"/>
              <a:ext cx="2303700" cy="31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accent1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Distributed Architecture</a:t>
              </a:r>
              <a:endParaRPr sz="1800">
                <a:solidFill>
                  <a:schemeClr val="accen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sp>
        <p:nvSpPr>
          <p:cNvPr id="1459" name="Google Shape;1459;p16"/>
          <p:cNvSpPr/>
          <p:nvPr/>
        </p:nvSpPr>
        <p:spPr>
          <a:xfrm>
            <a:off x="2418775" y="3231450"/>
            <a:ext cx="1631125" cy="839600"/>
          </a:xfrm>
          <a:custGeom>
            <a:avLst/>
            <a:gdLst/>
            <a:ahLst/>
            <a:cxnLst/>
            <a:rect l="l" t="t" r="r" b="b"/>
            <a:pathLst>
              <a:path w="65245" h="33584" extrusionOk="0">
                <a:moveTo>
                  <a:pt x="65245" y="13264"/>
                </a:moveTo>
                <a:lnTo>
                  <a:pt x="33918" y="33584"/>
                </a:lnTo>
                <a:lnTo>
                  <a:pt x="6260" y="33584"/>
                </a:lnTo>
                <a:lnTo>
                  <a:pt x="5978" y="0"/>
                </a:lnTo>
                <a:lnTo>
                  <a:pt x="0" y="51"/>
                </a:lnTo>
              </a:path>
            </a:pathLst>
          </a:custGeom>
          <a:noFill/>
          <a:ln w="2857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sp>
      <p:grpSp>
        <p:nvGrpSpPr>
          <p:cNvPr id="1460" name="Google Shape;1460;p16"/>
          <p:cNvGrpSpPr/>
          <p:nvPr/>
        </p:nvGrpSpPr>
        <p:grpSpPr>
          <a:xfrm>
            <a:off x="6791400" y="3069100"/>
            <a:ext cx="1872411" cy="941008"/>
            <a:chOff x="6791400" y="3069100"/>
            <a:chExt cx="1872411" cy="941008"/>
          </a:xfrm>
        </p:grpSpPr>
        <p:sp>
          <p:nvSpPr>
            <p:cNvPr id="1461" name="Google Shape;1461;p16"/>
            <p:cNvSpPr txBox="1"/>
            <p:nvPr/>
          </p:nvSpPr>
          <p:spPr>
            <a:xfrm flipH="1">
              <a:off x="6791400" y="3400508"/>
              <a:ext cx="18723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PyTorch, DGL, GraphSAGE/GCN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62" name="Google Shape;1462;p16"/>
            <p:cNvSpPr txBox="1"/>
            <p:nvPr/>
          </p:nvSpPr>
          <p:spPr>
            <a:xfrm flipH="1">
              <a:off x="6791511" y="3069100"/>
              <a:ext cx="1872300" cy="31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accent1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GNN &amp; Fraud Model</a:t>
              </a:r>
              <a:endParaRPr sz="1800">
                <a:solidFill>
                  <a:schemeClr val="accen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sp>
        <p:nvSpPr>
          <p:cNvPr id="1463" name="Google Shape;1463;p16"/>
          <p:cNvSpPr/>
          <p:nvPr/>
        </p:nvSpPr>
        <p:spPr>
          <a:xfrm>
            <a:off x="5160025" y="3231450"/>
            <a:ext cx="1610400" cy="839600"/>
          </a:xfrm>
          <a:custGeom>
            <a:avLst/>
            <a:gdLst/>
            <a:ahLst/>
            <a:cxnLst/>
            <a:rect l="l" t="t" r="r" b="b"/>
            <a:pathLst>
              <a:path w="64416" h="33584" extrusionOk="0">
                <a:moveTo>
                  <a:pt x="0" y="13825"/>
                </a:moveTo>
                <a:lnTo>
                  <a:pt x="30498" y="33584"/>
                </a:lnTo>
                <a:lnTo>
                  <a:pt x="58156" y="33584"/>
                </a:lnTo>
                <a:lnTo>
                  <a:pt x="58438" y="0"/>
                </a:lnTo>
                <a:lnTo>
                  <a:pt x="64416" y="51"/>
                </a:lnTo>
              </a:path>
            </a:pathLst>
          </a:custGeom>
          <a:noFill/>
          <a:ln w="2857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8" name="Google Shape;1468;p17"/>
          <p:cNvSpPr txBox="1">
            <a:spLocks noGrp="1"/>
          </p:cNvSpPr>
          <p:nvPr>
            <p:ph type="title"/>
          </p:nvPr>
        </p:nvSpPr>
        <p:spPr>
          <a:xfrm>
            <a:off x="507825" y="245075"/>
            <a:ext cx="8114400" cy="51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Literature Survey</a:t>
            </a:r>
            <a:endParaRPr/>
          </a:p>
        </p:txBody>
      </p:sp>
      <p:sp>
        <p:nvSpPr>
          <p:cNvPr id="1469" name="Google Shape;1469;p17"/>
          <p:cNvSpPr txBox="1"/>
          <p:nvPr/>
        </p:nvSpPr>
        <p:spPr>
          <a:xfrm>
            <a:off x="257450" y="915650"/>
            <a:ext cx="6658500" cy="374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2702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Fira Sans Extra Condensed"/>
              <a:buAutoNum type="arabicPeriod"/>
            </a:pPr>
            <a:r>
              <a:rPr lang="en-GB" sz="155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Financial fraud detection using graph neural networks: A systematic review</a:t>
            </a:r>
            <a:endParaRPr sz="155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Author</a:t>
            </a:r>
            <a:r>
              <a:rPr lang="en-GB" sz="125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: Soroor Motie, Bijan Raahemi</a:t>
            </a:r>
            <a:endParaRPr sz="125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marL="4572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5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First systematic literature review exploring GNNs for financial fraud detection, identifies research gaps in unsupervised approaches</a:t>
            </a:r>
            <a:endParaRPr sz="145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5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marL="457200" lvl="0" indent="-32702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Fira Sans Extra Condensed"/>
              <a:buAutoNum type="arabicPeriod"/>
            </a:pPr>
            <a:r>
              <a:rPr lang="en-GB" sz="155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"</a:t>
            </a:r>
            <a:r>
              <a:rPr lang="en-GB" sz="155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Graph neural networks for financial fraud detection: a review" (2024-2025)</a:t>
            </a:r>
            <a:endParaRPr sz="155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Author</a:t>
            </a:r>
            <a:r>
              <a:rPr lang="en-GB" sz="125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: Dawei Cheng, Yao Zou, Sheng Xiang &amp; Changjun Jiang</a:t>
            </a:r>
            <a:endParaRPr sz="125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marL="4572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5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Most recent comprehensive review revealing GNNs effectiveness in capturing complex relational patterns</a:t>
            </a:r>
            <a:endParaRPr sz="145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5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marL="457200" lvl="0" indent="-32702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Fira Sans Extra Condensed"/>
              <a:buAutoNum type="arabicPeriod"/>
            </a:pPr>
            <a:r>
              <a:rPr lang="en-GB" sz="155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"</a:t>
            </a:r>
            <a:r>
              <a:rPr lang="en-GB" sz="155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Financial fraud detection through the application of machine learning techniques: a literature review" (2024) </a:t>
            </a:r>
            <a:endParaRPr sz="155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Author</a:t>
            </a:r>
            <a:r>
              <a:rPr lang="en-GB" sz="125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: Ludivia Hernandez Aros, Luisa Ximena Bustamante Molano</a:t>
            </a:r>
            <a:endParaRPr sz="125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marL="4572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5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This article conducts a comprehensive literature review of machine learning (ML) approaches used to detect financial fraud, aiming to map out key contributors, methodologies, fraud types, datasets, and evaluation metrics across the field</a:t>
            </a:r>
            <a:endParaRPr sz="145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grpSp>
        <p:nvGrpSpPr>
          <p:cNvPr id="1470" name="Google Shape;1470;p17"/>
          <p:cNvGrpSpPr/>
          <p:nvPr/>
        </p:nvGrpSpPr>
        <p:grpSpPr>
          <a:xfrm>
            <a:off x="6390739" y="2781498"/>
            <a:ext cx="2631966" cy="1482582"/>
            <a:chOff x="1012725" y="2202350"/>
            <a:chExt cx="2668525" cy="1503175"/>
          </a:xfrm>
        </p:grpSpPr>
        <p:sp>
          <p:nvSpPr>
            <p:cNvPr id="1471" name="Google Shape;1471;p17"/>
            <p:cNvSpPr/>
            <p:nvPr/>
          </p:nvSpPr>
          <p:spPr>
            <a:xfrm>
              <a:off x="1142800" y="2262775"/>
              <a:ext cx="2408375" cy="1356725"/>
            </a:xfrm>
            <a:custGeom>
              <a:avLst/>
              <a:gdLst/>
              <a:ahLst/>
              <a:cxnLst/>
              <a:rect l="l" t="t" r="r" b="b"/>
              <a:pathLst>
                <a:path w="96335" h="54269" extrusionOk="0">
                  <a:moveTo>
                    <a:pt x="48590" y="0"/>
                  </a:moveTo>
                  <a:lnTo>
                    <a:pt x="1" y="25658"/>
                  </a:lnTo>
                  <a:lnTo>
                    <a:pt x="49626" y="54269"/>
                  </a:lnTo>
                  <a:lnTo>
                    <a:pt x="96334" y="27861"/>
                  </a:lnTo>
                  <a:lnTo>
                    <a:pt x="48590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1472;p17"/>
            <p:cNvSpPr/>
            <p:nvPr/>
          </p:nvSpPr>
          <p:spPr>
            <a:xfrm>
              <a:off x="2383425" y="2959275"/>
              <a:ext cx="1167750" cy="686425"/>
            </a:xfrm>
            <a:custGeom>
              <a:avLst/>
              <a:gdLst/>
              <a:ahLst/>
              <a:cxnLst/>
              <a:rect l="l" t="t" r="r" b="b"/>
              <a:pathLst>
                <a:path w="46710" h="27457" extrusionOk="0">
                  <a:moveTo>
                    <a:pt x="46709" y="1"/>
                  </a:moveTo>
                  <a:lnTo>
                    <a:pt x="1" y="26409"/>
                  </a:lnTo>
                  <a:lnTo>
                    <a:pt x="1" y="27457"/>
                  </a:lnTo>
                  <a:lnTo>
                    <a:pt x="46709" y="1049"/>
                  </a:lnTo>
                  <a:lnTo>
                    <a:pt x="46709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1473;p17"/>
            <p:cNvSpPr/>
            <p:nvPr/>
          </p:nvSpPr>
          <p:spPr>
            <a:xfrm>
              <a:off x="1142800" y="2903925"/>
              <a:ext cx="1240650" cy="741775"/>
            </a:xfrm>
            <a:custGeom>
              <a:avLst/>
              <a:gdLst/>
              <a:ahLst/>
              <a:cxnLst/>
              <a:rect l="l" t="t" r="r" b="b"/>
              <a:pathLst>
                <a:path w="49626" h="29671" extrusionOk="0">
                  <a:moveTo>
                    <a:pt x="1" y="0"/>
                  </a:moveTo>
                  <a:lnTo>
                    <a:pt x="1" y="1060"/>
                  </a:lnTo>
                  <a:lnTo>
                    <a:pt x="49626" y="29671"/>
                  </a:lnTo>
                  <a:lnTo>
                    <a:pt x="49626" y="28623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1474;p17"/>
            <p:cNvSpPr/>
            <p:nvPr/>
          </p:nvSpPr>
          <p:spPr>
            <a:xfrm>
              <a:off x="1012725" y="2202350"/>
              <a:ext cx="2668525" cy="1503175"/>
            </a:xfrm>
            <a:custGeom>
              <a:avLst/>
              <a:gdLst/>
              <a:ahLst/>
              <a:cxnLst/>
              <a:rect l="l" t="t" r="r" b="b"/>
              <a:pathLst>
                <a:path w="106741" h="60127" extrusionOk="0">
                  <a:moveTo>
                    <a:pt x="53829" y="238"/>
                  </a:moveTo>
                  <a:lnTo>
                    <a:pt x="106335" y="30885"/>
                  </a:lnTo>
                  <a:lnTo>
                    <a:pt x="54984" y="59900"/>
                  </a:lnTo>
                  <a:lnTo>
                    <a:pt x="417" y="28444"/>
                  </a:lnTo>
                  <a:lnTo>
                    <a:pt x="53829" y="238"/>
                  </a:lnTo>
                  <a:close/>
                  <a:moveTo>
                    <a:pt x="53841" y="0"/>
                  </a:moveTo>
                  <a:lnTo>
                    <a:pt x="155" y="28337"/>
                  </a:lnTo>
                  <a:lnTo>
                    <a:pt x="1" y="28432"/>
                  </a:lnTo>
                  <a:lnTo>
                    <a:pt x="54984" y="60127"/>
                  </a:lnTo>
                  <a:lnTo>
                    <a:pt x="106740" y="30873"/>
                  </a:lnTo>
                  <a:lnTo>
                    <a:pt x="538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75" name="Google Shape;1475;p17"/>
          <p:cNvGrpSpPr/>
          <p:nvPr/>
        </p:nvGrpSpPr>
        <p:grpSpPr>
          <a:xfrm>
            <a:off x="6915948" y="957959"/>
            <a:ext cx="1581560" cy="3019039"/>
            <a:chOff x="1497487" y="1374192"/>
            <a:chExt cx="1262521" cy="2410026"/>
          </a:xfrm>
        </p:grpSpPr>
        <p:sp>
          <p:nvSpPr>
            <p:cNvPr id="1476" name="Google Shape;1476;p17"/>
            <p:cNvSpPr/>
            <p:nvPr/>
          </p:nvSpPr>
          <p:spPr>
            <a:xfrm>
              <a:off x="2128740" y="1735041"/>
              <a:ext cx="631267" cy="2049177"/>
            </a:xfrm>
            <a:custGeom>
              <a:avLst/>
              <a:gdLst/>
              <a:ahLst/>
              <a:cxnLst/>
              <a:rect l="l" t="t" r="r" b="b"/>
              <a:pathLst>
                <a:path w="13836" h="44911" extrusionOk="0">
                  <a:moveTo>
                    <a:pt x="1" y="44911"/>
                  </a:moveTo>
                  <a:lnTo>
                    <a:pt x="1" y="7978"/>
                  </a:lnTo>
                  <a:lnTo>
                    <a:pt x="13836" y="0"/>
                  </a:lnTo>
                  <a:lnTo>
                    <a:pt x="13836" y="36934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17"/>
            <p:cNvSpPr/>
            <p:nvPr/>
          </p:nvSpPr>
          <p:spPr>
            <a:xfrm>
              <a:off x="1497487" y="1374192"/>
              <a:ext cx="1262489" cy="728534"/>
            </a:xfrm>
            <a:custGeom>
              <a:avLst/>
              <a:gdLst/>
              <a:ahLst/>
              <a:cxnLst/>
              <a:rect l="l" t="t" r="r" b="b"/>
              <a:pathLst>
                <a:path w="27671" h="15967" extrusionOk="0">
                  <a:moveTo>
                    <a:pt x="1" y="7989"/>
                  </a:moveTo>
                  <a:lnTo>
                    <a:pt x="13836" y="0"/>
                  </a:lnTo>
                  <a:lnTo>
                    <a:pt x="27671" y="7989"/>
                  </a:lnTo>
                  <a:lnTo>
                    <a:pt x="13836" y="15967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17"/>
            <p:cNvSpPr/>
            <p:nvPr/>
          </p:nvSpPr>
          <p:spPr>
            <a:xfrm>
              <a:off x="1627890" y="1449158"/>
              <a:ext cx="1001742" cy="578602"/>
            </a:xfrm>
            <a:custGeom>
              <a:avLst/>
              <a:gdLst/>
              <a:ahLst/>
              <a:cxnLst/>
              <a:rect l="l" t="t" r="r" b="b"/>
              <a:pathLst>
                <a:path w="21956" h="12681" extrusionOk="0">
                  <a:moveTo>
                    <a:pt x="0" y="6346"/>
                  </a:moveTo>
                  <a:lnTo>
                    <a:pt x="10978" y="0"/>
                  </a:lnTo>
                  <a:lnTo>
                    <a:pt x="21955" y="6346"/>
                  </a:lnTo>
                  <a:lnTo>
                    <a:pt x="10978" y="1268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17"/>
            <p:cNvSpPr/>
            <p:nvPr/>
          </p:nvSpPr>
          <p:spPr>
            <a:xfrm>
              <a:off x="1497487" y="1735041"/>
              <a:ext cx="631268" cy="2049177"/>
            </a:xfrm>
            <a:custGeom>
              <a:avLst/>
              <a:gdLst/>
              <a:ahLst/>
              <a:cxnLst/>
              <a:rect l="l" t="t" r="r" b="b"/>
              <a:pathLst>
                <a:path w="13836" h="44911" extrusionOk="0">
                  <a:moveTo>
                    <a:pt x="13836" y="7978"/>
                  </a:moveTo>
                  <a:lnTo>
                    <a:pt x="1" y="0"/>
                  </a:lnTo>
                  <a:lnTo>
                    <a:pt x="1" y="36934"/>
                  </a:lnTo>
                  <a:lnTo>
                    <a:pt x="13836" y="4491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17"/>
            <p:cNvSpPr/>
            <p:nvPr/>
          </p:nvSpPr>
          <p:spPr>
            <a:xfrm>
              <a:off x="2168390" y="1825748"/>
              <a:ext cx="512871" cy="1742788"/>
            </a:xfrm>
            <a:custGeom>
              <a:avLst/>
              <a:gdLst/>
              <a:ahLst/>
              <a:cxnLst/>
              <a:rect l="l" t="t" r="r" b="b"/>
              <a:pathLst>
                <a:path w="11241" h="38196" extrusionOk="0">
                  <a:moveTo>
                    <a:pt x="11240" y="1"/>
                  </a:moveTo>
                  <a:lnTo>
                    <a:pt x="11240" y="31707"/>
                  </a:lnTo>
                  <a:lnTo>
                    <a:pt x="1" y="38196"/>
                  </a:lnTo>
                  <a:lnTo>
                    <a:pt x="1" y="649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17"/>
            <p:cNvSpPr/>
            <p:nvPr/>
          </p:nvSpPr>
          <p:spPr>
            <a:xfrm>
              <a:off x="2168390" y="2509151"/>
              <a:ext cx="512871" cy="387377"/>
            </a:xfrm>
            <a:custGeom>
              <a:avLst/>
              <a:gdLst/>
              <a:ahLst/>
              <a:cxnLst/>
              <a:rect l="l" t="t" r="r" b="b"/>
              <a:pathLst>
                <a:path w="11241" h="8490" extrusionOk="0">
                  <a:moveTo>
                    <a:pt x="1" y="6490"/>
                  </a:moveTo>
                  <a:lnTo>
                    <a:pt x="1" y="8490"/>
                  </a:lnTo>
                  <a:lnTo>
                    <a:pt x="11240" y="1989"/>
                  </a:lnTo>
                  <a:lnTo>
                    <a:pt x="11240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17"/>
            <p:cNvSpPr/>
            <p:nvPr/>
          </p:nvSpPr>
          <p:spPr>
            <a:xfrm>
              <a:off x="2200466" y="2683538"/>
              <a:ext cx="221646" cy="169004"/>
            </a:xfrm>
            <a:custGeom>
              <a:avLst/>
              <a:gdLst/>
              <a:ahLst/>
              <a:cxnLst/>
              <a:rect l="l" t="t" r="r" b="b"/>
              <a:pathLst>
                <a:path w="4858" h="3704" extrusionOk="0">
                  <a:moveTo>
                    <a:pt x="0" y="2799"/>
                  </a:moveTo>
                  <a:lnTo>
                    <a:pt x="0" y="3704"/>
                  </a:lnTo>
                  <a:lnTo>
                    <a:pt x="4858" y="906"/>
                  </a:lnTo>
                  <a:lnTo>
                    <a:pt x="485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17"/>
            <p:cNvSpPr/>
            <p:nvPr/>
          </p:nvSpPr>
          <p:spPr>
            <a:xfrm>
              <a:off x="2453059" y="2621075"/>
              <a:ext cx="65791" cy="95133"/>
            </a:xfrm>
            <a:custGeom>
              <a:avLst/>
              <a:gdLst/>
              <a:ahLst/>
              <a:cxnLst/>
              <a:rect l="l" t="t" r="r" b="b"/>
              <a:pathLst>
                <a:path w="1442" h="2085" extrusionOk="0">
                  <a:moveTo>
                    <a:pt x="1441" y="0"/>
                  </a:moveTo>
                  <a:lnTo>
                    <a:pt x="1" y="822"/>
                  </a:lnTo>
                  <a:lnTo>
                    <a:pt x="1" y="2084"/>
                  </a:lnTo>
                  <a:lnTo>
                    <a:pt x="1441" y="1251"/>
                  </a:lnTo>
                  <a:lnTo>
                    <a:pt x="144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17"/>
            <p:cNvSpPr/>
            <p:nvPr/>
          </p:nvSpPr>
          <p:spPr>
            <a:xfrm>
              <a:off x="2539979" y="2542824"/>
              <a:ext cx="128799" cy="119042"/>
            </a:xfrm>
            <a:custGeom>
              <a:avLst/>
              <a:gdLst/>
              <a:ahLst/>
              <a:cxnLst/>
              <a:rect l="l" t="t" r="r" b="b"/>
              <a:pathLst>
                <a:path w="2823" h="2609" extrusionOk="0">
                  <a:moveTo>
                    <a:pt x="1" y="1620"/>
                  </a:moveTo>
                  <a:lnTo>
                    <a:pt x="1" y="2608"/>
                  </a:lnTo>
                  <a:lnTo>
                    <a:pt x="2822" y="977"/>
                  </a:lnTo>
                  <a:lnTo>
                    <a:pt x="2822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17"/>
            <p:cNvSpPr/>
            <p:nvPr/>
          </p:nvSpPr>
          <p:spPr>
            <a:xfrm>
              <a:off x="2553575" y="2559706"/>
              <a:ext cx="104892" cy="86966"/>
            </a:xfrm>
            <a:custGeom>
              <a:avLst/>
              <a:gdLst/>
              <a:ahLst/>
              <a:cxnLst/>
              <a:rect l="l" t="t" r="r" b="b"/>
              <a:pathLst>
                <a:path w="2299" h="1906" extrusionOk="0">
                  <a:moveTo>
                    <a:pt x="2298" y="0"/>
                  </a:moveTo>
                  <a:lnTo>
                    <a:pt x="2024" y="155"/>
                  </a:lnTo>
                  <a:lnTo>
                    <a:pt x="2024" y="393"/>
                  </a:lnTo>
                  <a:lnTo>
                    <a:pt x="2298" y="238"/>
                  </a:lnTo>
                  <a:lnTo>
                    <a:pt x="2298" y="0"/>
                  </a:lnTo>
                  <a:close/>
                  <a:moveTo>
                    <a:pt x="1893" y="250"/>
                  </a:moveTo>
                  <a:lnTo>
                    <a:pt x="1620" y="393"/>
                  </a:lnTo>
                  <a:lnTo>
                    <a:pt x="1620" y="631"/>
                  </a:lnTo>
                  <a:lnTo>
                    <a:pt x="1893" y="476"/>
                  </a:lnTo>
                  <a:lnTo>
                    <a:pt x="1893" y="250"/>
                  </a:lnTo>
                  <a:close/>
                  <a:moveTo>
                    <a:pt x="2298" y="357"/>
                  </a:moveTo>
                  <a:lnTo>
                    <a:pt x="2024" y="512"/>
                  </a:lnTo>
                  <a:lnTo>
                    <a:pt x="2024" y="750"/>
                  </a:lnTo>
                  <a:lnTo>
                    <a:pt x="2298" y="595"/>
                  </a:lnTo>
                  <a:lnTo>
                    <a:pt x="2298" y="357"/>
                  </a:lnTo>
                  <a:close/>
                  <a:moveTo>
                    <a:pt x="1489" y="476"/>
                  </a:moveTo>
                  <a:lnTo>
                    <a:pt x="1215" y="631"/>
                  </a:lnTo>
                  <a:lnTo>
                    <a:pt x="1215" y="869"/>
                  </a:lnTo>
                  <a:lnTo>
                    <a:pt x="1489" y="703"/>
                  </a:lnTo>
                  <a:lnTo>
                    <a:pt x="1489" y="476"/>
                  </a:lnTo>
                  <a:close/>
                  <a:moveTo>
                    <a:pt x="1893" y="595"/>
                  </a:moveTo>
                  <a:lnTo>
                    <a:pt x="1620" y="750"/>
                  </a:lnTo>
                  <a:lnTo>
                    <a:pt x="1620" y="988"/>
                  </a:lnTo>
                  <a:lnTo>
                    <a:pt x="1893" y="834"/>
                  </a:lnTo>
                  <a:lnTo>
                    <a:pt x="1893" y="595"/>
                  </a:lnTo>
                  <a:close/>
                  <a:moveTo>
                    <a:pt x="1084" y="703"/>
                  </a:moveTo>
                  <a:lnTo>
                    <a:pt x="810" y="857"/>
                  </a:lnTo>
                  <a:lnTo>
                    <a:pt x="810" y="1095"/>
                  </a:lnTo>
                  <a:lnTo>
                    <a:pt x="1084" y="941"/>
                  </a:lnTo>
                  <a:lnTo>
                    <a:pt x="1084" y="703"/>
                  </a:lnTo>
                  <a:close/>
                  <a:moveTo>
                    <a:pt x="1489" y="822"/>
                  </a:moveTo>
                  <a:lnTo>
                    <a:pt x="1215" y="976"/>
                  </a:lnTo>
                  <a:lnTo>
                    <a:pt x="1215" y="1215"/>
                  </a:lnTo>
                  <a:lnTo>
                    <a:pt x="1489" y="1060"/>
                  </a:lnTo>
                  <a:lnTo>
                    <a:pt x="1489" y="822"/>
                  </a:lnTo>
                  <a:close/>
                  <a:moveTo>
                    <a:pt x="679" y="941"/>
                  </a:moveTo>
                  <a:lnTo>
                    <a:pt x="405" y="1095"/>
                  </a:lnTo>
                  <a:lnTo>
                    <a:pt x="405" y="1334"/>
                  </a:lnTo>
                  <a:lnTo>
                    <a:pt x="679" y="1179"/>
                  </a:lnTo>
                  <a:lnTo>
                    <a:pt x="679" y="941"/>
                  </a:lnTo>
                  <a:close/>
                  <a:moveTo>
                    <a:pt x="1084" y="1048"/>
                  </a:moveTo>
                  <a:lnTo>
                    <a:pt x="810" y="1203"/>
                  </a:lnTo>
                  <a:lnTo>
                    <a:pt x="810" y="1441"/>
                  </a:lnTo>
                  <a:lnTo>
                    <a:pt x="1084" y="1286"/>
                  </a:lnTo>
                  <a:lnTo>
                    <a:pt x="1084" y="1048"/>
                  </a:lnTo>
                  <a:close/>
                  <a:moveTo>
                    <a:pt x="274" y="1167"/>
                  </a:moveTo>
                  <a:lnTo>
                    <a:pt x="0" y="1322"/>
                  </a:lnTo>
                  <a:lnTo>
                    <a:pt x="0" y="1560"/>
                  </a:lnTo>
                  <a:lnTo>
                    <a:pt x="274" y="1405"/>
                  </a:lnTo>
                  <a:lnTo>
                    <a:pt x="274" y="1167"/>
                  </a:lnTo>
                  <a:close/>
                  <a:moveTo>
                    <a:pt x="679" y="1286"/>
                  </a:moveTo>
                  <a:lnTo>
                    <a:pt x="405" y="1441"/>
                  </a:lnTo>
                  <a:lnTo>
                    <a:pt x="405" y="1679"/>
                  </a:lnTo>
                  <a:lnTo>
                    <a:pt x="679" y="1524"/>
                  </a:lnTo>
                  <a:lnTo>
                    <a:pt x="679" y="1286"/>
                  </a:lnTo>
                  <a:close/>
                  <a:moveTo>
                    <a:pt x="274" y="1512"/>
                  </a:moveTo>
                  <a:lnTo>
                    <a:pt x="0" y="1667"/>
                  </a:lnTo>
                  <a:lnTo>
                    <a:pt x="0" y="1905"/>
                  </a:lnTo>
                  <a:lnTo>
                    <a:pt x="274" y="1750"/>
                  </a:lnTo>
                  <a:lnTo>
                    <a:pt x="274" y="151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17"/>
            <p:cNvSpPr/>
            <p:nvPr/>
          </p:nvSpPr>
          <p:spPr>
            <a:xfrm>
              <a:off x="2467751" y="2650504"/>
              <a:ext cx="36409" cy="42205"/>
            </a:xfrm>
            <a:custGeom>
              <a:avLst/>
              <a:gdLst/>
              <a:ahLst/>
              <a:cxnLst/>
              <a:rect l="l" t="t" r="r" b="b"/>
              <a:pathLst>
                <a:path w="798" h="925" extrusionOk="0">
                  <a:moveTo>
                    <a:pt x="750" y="1"/>
                  </a:moveTo>
                  <a:cubicBezTo>
                    <a:pt x="739" y="1"/>
                    <a:pt x="727" y="4"/>
                    <a:pt x="715" y="10"/>
                  </a:cubicBezTo>
                  <a:cubicBezTo>
                    <a:pt x="667" y="34"/>
                    <a:pt x="643" y="82"/>
                    <a:pt x="643" y="141"/>
                  </a:cubicBezTo>
                  <a:cubicBezTo>
                    <a:pt x="643" y="176"/>
                    <a:pt x="662" y="198"/>
                    <a:pt x="686" y="198"/>
                  </a:cubicBezTo>
                  <a:cubicBezTo>
                    <a:pt x="695" y="198"/>
                    <a:pt x="705" y="195"/>
                    <a:pt x="715" y="189"/>
                  </a:cubicBezTo>
                  <a:cubicBezTo>
                    <a:pt x="762" y="153"/>
                    <a:pt x="786" y="106"/>
                    <a:pt x="798" y="58"/>
                  </a:cubicBezTo>
                  <a:cubicBezTo>
                    <a:pt x="798" y="23"/>
                    <a:pt x="779" y="1"/>
                    <a:pt x="750" y="1"/>
                  </a:cubicBezTo>
                  <a:close/>
                  <a:moveTo>
                    <a:pt x="433" y="180"/>
                  </a:moveTo>
                  <a:cubicBezTo>
                    <a:pt x="424" y="180"/>
                    <a:pt x="415" y="183"/>
                    <a:pt x="405" y="189"/>
                  </a:cubicBezTo>
                  <a:cubicBezTo>
                    <a:pt x="357" y="225"/>
                    <a:pt x="334" y="272"/>
                    <a:pt x="322" y="320"/>
                  </a:cubicBezTo>
                  <a:cubicBezTo>
                    <a:pt x="322" y="355"/>
                    <a:pt x="341" y="377"/>
                    <a:pt x="370" y="377"/>
                  </a:cubicBezTo>
                  <a:cubicBezTo>
                    <a:pt x="380" y="377"/>
                    <a:pt x="392" y="374"/>
                    <a:pt x="405" y="368"/>
                  </a:cubicBezTo>
                  <a:cubicBezTo>
                    <a:pt x="453" y="344"/>
                    <a:pt x="476" y="284"/>
                    <a:pt x="476" y="237"/>
                  </a:cubicBezTo>
                  <a:cubicBezTo>
                    <a:pt x="476" y="202"/>
                    <a:pt x="457" y="180"/>
                    <a:pt x="433" y="180"/>
                  </a:cubicBezTo>
                  <a:close/>
                  <a:moveTo>
                    <a:pt x="757" y="356"/>
                  </a:moveTo>
                  <a:cubicBezTo>
                    <a:pt x="745" y="356"/>
                    <a:pt x="730" y="360"/>
                    <a:pt x="715" y="368"/>
                  </a:cubicBezTo>
                  <a:cubicBezTo>
                    <a:pt x="667" y="391"/>
                    <a:pt x="643" y="439"/>
                    <a:pt x="643" y="498"/>
                  </a:cubicBezTo>
                  <a:cubicBezTo>
                    <a:pt x="643" y="530"/>
                    <a:pt x="659" y="546"/>
                    <a:pt x="680" y="546"/>
                  </a:cubicBezTo>
                  <a:cubicBezTo>
                    <a:pt x="691" y="546"/>
                    <a:pt x="703" y="542"/>
                    <a:pt x="715" y="534"/>
                  </a:cubicBezTo>
                  <a:cubicBezTo>
                    <a:pt x="762" y="510"/>
                    <a:pt x="786" y="463"/>
                    <a:pt x="798" y="403"/>
                  </a:cubicBezTo>
                  <a:cubicBezTo>
                    <a:pt x="798" y="371"/>
                    <a:pt x="782" y="356"/>
                    <a:pt x="757" y="356"/>
                  </a:cubicBezTo>
                  <a:close/>
                  <a:moveTo>
                    <a:pt x="105" y="370"/>
                  </a:moveTo>
                  <a:cubicBezTo>
                    <a:pt x="95" y="370"/>
                    <a:pt x="84" y="373"/>
                    <a:pt x="72" y="379"/>
                  </a:cubicBezTo>
                  <a:cubicBezTo>
                    <a:pt x="24" y="415"/>
                    <a:pt x="0" y="463"/>
                    <a:pt x="0" y="510"/>
                  </a:cubicBezTo>
                  <a:cubicBezTo>
                    <a:pt x="0" y="545"/>
                    <a:pt x="19" y="567"/>
                    <a:pt x="44" y="567"/>
                  </a:cubicBezTo>
                  <a:cubicBezTo>
                    <a:pt x="52" y="567"/>
                    <a:pt x="62" y="564"/>
                    <a:pt x="72" y="558"/>
                  </a:cubicBezTo>
                  <a:cubicBezTo>
                    <a:pt x="119" y="534"/>
                    <a:pt x="143" y="475"/>
                    <a:pt x="143" y="427"/>
                  </a:cubicBezTo>
                  <a:cubicBezTo>
                    <a:pt x="143" y="392"/>
                    <a:pt x="130" y="370"/>
                    <a:pt x="105" y="370"/>
                  </a:cubicBezTo>
                  <a:close/>
                  <a:moveTo>
                    <a:pt x="433" y="537"/>
                  </a:moveTo>
                  <a:cubicBezTo>
                    <a:pt x="424" y="537"/>
                    <a:pt x="415" y="540"/>
                    <a:pt x="405" y="546"/>
                  </a:cubicBezTo>
                  <a:cubicBezTo>
                    <a:pt x="357" y="570"/>
                    <a:pt x="334" y="618"/>
                    <a:pt x="322" y="677"/>
                  </a:cubicBezTo>
                  <a:cubicBezTo>
                    <a:pt x="322" y="712"/>
                    <a:pt x="341" y="734"/>
                    <a:pt x="370" y="734"/>
                  </a:cubicBezTo>
                  <a:cubicBezTo>
                    <a:pt x="380" y="734"/>
                    <a:pt x="392" y="731"/>
                    <a:pt x="405" y="725"/>
                  </a:cubicBezTo>
                  <a:cubicBezTo>
                    <a:pt x="441" y="689"/>
                    <a:pt x="476" y="641"/>
                    <a:pt x="476" y="594"/>
                  </a:cubicBezTo>
                  <a:cubicBezTo>
                    <a:pt x="476" y="559"/>
                    <a:pt x="457" y="537"/>
                    <a:pt x="433" y="537"/>
                  </a:cubicBezTo>
                  <a:close/>
                  <a:moveTo>
                    <a:pt x="105" y="727"/>
                  </a:moveTo>
                  <a:cubicBezTo>
                    <a:pt x="95" y="727"/>
                    <a:pt x="84" y="730"/>
                    <a:pt x="72" y="737"/>
                  </a:cubicBezTo>
                  <a:cubicBezTo>
                    <a:pt x="24" y="760"/>
                    <a:pt x="0" y="808"/>
                    <a:pt x="0" y="868"/>
                  </a:cubicBezTo>
                  <a:cubicBezTo>
                    <a:pt x="0" y="902"/>
                    <a:pt x="19" y="925"/>
                    <a:pt x="44" y="925"/>
                  </a:cubicBezTo>
                  <a:cubicBezTo>
                    <a:pt x="52" y="925"/>
                    <a:pt x="62" y="922"/>
                    <a:pt x="72" y="915"/>
                  </a:cubicBezTo>
                  <a:cubicBezTo>
                    <a:pt x="119" y="879"/>
                    <a:pt x="143" y="832"/>
                    <a:pt x="143" y="784"/>
                  </a:cubicBezTo>
                  <a:cubicBezTo>
                    <a:pt x="143" y="749"/>
                    <a:pt x="130" y="727"/>
                    <a:pt x="105" y="72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17"/>
            <p:cNvSpPr/>
            <p:nvPr/>
          </p:nvSpPr>
          <p:spPr>
            <a:xfrm>
              <a:off x="2168390" y="2486338"/>
              <a:ext cx="512871" cy="318936"/>
            </a:xfrm>
            <a:custGeom>
              <a:avLst/>
              <a:gdLst/>
              <a:ahLst/>
              <a:cxnLst/>
              <a:rect l="l" t="t" r="r" b="b"/>
              <a:pathLst>
                <a:path w="11241" h="6990" extrusionOk="0">
                  <a:moveTo>
                    <a:pt x="11240" y="501"/>
                  </a:moveTo>
                  <a:lnTo>
                    <a:pt x="10371" y="1"/>
                  </a:lnTo>
                  <a:lnTo>
                    <a:pt x="1" y="5990"/>
                  </a:lnTo>
                  <a:lnTo>
                    <a:pt x="1" y="699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17"/>
            <p:cNvSpPr/>
            <p:nvPr/>
          </p:nvSpPr>
          <p:spPr>
            <a:xfrm>
              <a:off x="2168390" y="1825748"/>
              <a:ext cx="512871" cy="387377"/>
            </a:xfrm>
            <a:custGeom>
              <a:avLst/>
              <a:gdLst/>
              <a:ahLst/>
              <a:cxnLst/>
              <a:rect l="l" t="t" r="r" b="b"/>
              <a:pathLst>
                <a:path w="11241" h="8490" extrusionOk="0">
                  <a:moveTo>
                    <a:pt x="1" y="6490"/>
                  </a:moveTo>
                  <a:lnTo>
                    <a:pt x="1" y="8490"/>
                  </a:lnTo>
                  <a:lnTo>
                    <a:pt x="11240" y="2001"/>
                  </a:lnTo>
                  <a:lnTo>
                    <a:pt x="11240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17"/>
            <p:cNvSpPr/>
            <p:nvPr/>
          </p:nvSpPr>
          <p:spPr>
            <a:xfrm>
              <a:off x="2200466" y="2000135"/>
              <a:ext cx="221646" cy="169004"/>
            </a:xfrm>
            <a:custGeom>
              <a:avLst/>
              <a:gdLst/>
              <a:ahLst/>
              <a:cxnLst/>
              <a:rect l="l" t="t" r="r" b="b"/>
              <a:pathLst>
                <a:path w="4858" h="3704" extrusionOk="0">
                  <a:moveTo>
                    <a:pt x="0" y="2799"/>
                  </a:moveTo>
                  <a:lnTo>
                    <a:pt x="0" y="3704"/>
                  </a:lnTo>
                  <a:lnTo>
                    <a:pt x="4858" y="906"/>
                  </a:lnTo>
                  <a:lnTo>
                    <a:pt x="485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17"/>
            <p:cNvSpPr/>
            <p:nvPr/>
          </p:nvSpPr>
          <p:spPr>
            <a:xfrm>
              <a:off x="2453059" y="1937671"/>
              <a:ext cx="65791" cy="95635"/>
            </a:xfrm>
            <a:custGeom>
              <a:avLst/>
              <a:gdLst/>
              <a:ahLst/>
              <a:cxnLst/>
              <a:rect l="l" t="t" r="r" b="b"/>
              <a:pathLst>
                <a:path w="1442" h="2096" extrusionOk="0">
                  <a:moveTo>
                    <a:pt x="1441" y="0"/>
                  </a:moveTo>
                  <a:lnTo>
                    <a:pt x="1" y="834"/>
                  </a:lnTo>
                  <a:lnTo>
                    <a:pt x="1" y="2096"/>
                  </a:lnTo>
                  <a:lnTo>
                    <a:pt x="1441" y="1263"/>
                  </a:lnTo>
                  <a:lnTo>
                    <a:pt x="144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1491;p17"/>
            <p:cNvSpPr/>
            <p:nvPr/>
          </p:nvSpPr>
          <p:spPr>
            <a:xfrm>
              <a:off x="2467751" y="1967101"/>
              <a:ext cx="36409" cy="42205"/>
            </a:xfrm>
            <a:custGeom>
              <a:avLst/>
              <a:gdLst/>
              <a:ahLst/>
              <a:cxnLst/>
              <a:rect l="l" t="t" r="r" b="b"/>
              <a:pathLst>
                <a:path w="798" h="925" extrusionOk="0">
                  <a:moveTo>
                    <a:pt x="750" y="1"/>
                  </a:moveTo>
                  <a:cubicBezTo>
                    <a:pt x="739" y="1"/>
                    <a:pt x="727" y="4"/>
                    <a:pt x="715" y="10"/>
                  </a:cubicBezTo>
                  <a:cubicBezTo>
                    <a:pt x="667" y="46"/>
                    <a:pt x="643" y="94"/>
                    <a:pt x="643" y="141"/>
                  </a:cubicBezTo>
                  <a:cubicBezTo>
                    <a:pt x="643" y="176"/>
                    <a:pt x="662" y="198"/>
                    <a:pt x="686" y="198"/>
                  </a:cubicBezTo>
                  <a:cubicBezTo>
                    <a:pt x="695" y="198"/>
                    <a:pt x="705" y="195"/>
                    <a:pt x="715" y="189"/>
                  </a:cubicBezTo>
                  <a:cubicBezTo>
                    <a:pt x="762" y="165"/>
                    <a:pt x="786" y="117"/>
                    <a:pt x="798" y="58"/>
                  </a:cubicBezTo>
                  <a:cubicBezTo>
                    <a:pt x="798" y="23"/>
                    <a:pt x="779" y="1"/>
                    <a:pt x="750" y="1"/>
                  </a:cubicBezTo>
                  <a:close/>
                  <a:moveTo>
                    <a:pt x="438" y="189"/>
                  </a:moveTo>
                  <a:cubicBezTo>
                    <a:pt x="428" y="189"/>
                    <a:pt x="416" y="193"/>
                    <a:pt x="405" y="201"/>
                  </a:cubicBezTo>
                  <a:cubicBezTo>
                    <a:pt x="357" y="225"/>
                    <a:pt x="334" y="272"/>
                    <a:pt x="322" y="332"/>
                  </a:cubicBezTo>
                  <a:cubicBezTo>
                    <a:pt x="322" y="364"/>
                    <a:pt x="337" y="379"/>
                    <a:pt x="362" y="379"/>
                  </a:cubicBezTo>
                  <a:cubicBezTo>
                    <a:pt x="375" y="379"/>
                    <a:pt x="389" y="375"/>
                    <a:pt x="405" y="367"/>
                  </a:cubicBezTo>
                  <a:cubicBezTo>
                    <a:pt x="441" y="344"/>
                    <a:pt x="476" y="296"/>
                    <a:pt x="476" y="248"/>
                  </a:cubicBezTo>
                  <a:cubicBezTo>
                    <a:pt x="476" y="208"/>
                    <a:pt x="460" y="189"/>
                    <a:pt x="438" y="189"/>
                  </a:cubicBezTo>
                  <a:close/>
                  <a:moveTo>
                    <a:pt x="750" y="358"/>
                  </a:moveTo>
                  <a:cubicBezTo>
                    <a:pt x="739" y="358"/>
                    <a:pt x="727" y="361"/>
                    <a:pt x="715" y="367"/>
                  </a:cubicBezTo>
                  <a:cubicBezTo>
                    <a:pt x="667" y="391"/>
                    <a:pt x="643" y="439"/>
                    <a:pt x="643" y="498"/>
                  </a:cubicBezTo>
                  <a:cubicBezTo>
                    <a:pt x="643" y="533"/>
                    <a:pt x="662" y="555"/>
                    <a:pt x="686" y="555"/>
                  </a:cubicBezTo>
                  <a:cubicBezTo>
                    <a:pt x="695" y="555"/>
                    <a:pt x="705" y="552"/>
                    <a:pt x="715" y="546"/>
                  </a:cubicBezTo>
                  <a:cubicBezTo>
                    <a:pt x="762" y="510"/>
                    <a:pt x="786" y="463"/>
                    <a:pt x="798" y="415"/>
                  </a:cubicBezTo>
                  <a:cubicBezTo>
                    <a:pt x="798" y="380"/>
                    <a:pt x="779" y="358"/>
                    <a:pt x="750" y="358"/>
                  </a:cubicBezTo>
                  <a:close/>
                  <a:moveTo>
                    <a:pt x="110" y="380"/>
                  </a:moveTo>
                  <a:cubicBezTo>
                    <a:pt x="99" y="380"/>
                    <a:pt x="87" y="384"/>
                    <a:pt x="72" y="391"/>
                  </a:cubicBezTo>
                  <a:cubicBezTo>
                    <a:pt x="24" y="415"/>
                    <a:pt x="0" y="463"/>
                    <a:pt x="0" y="522"/>
                  </a:cubicBezTo>
                  <a:cubicBezTo>
                    <a:pt x="0" y="548"/>
                    <a:pt x="19" y="568"/>
                    <a:pt x="42" y="568"/>
                  </a:cubicBezTo>
                  <a:cubicBezTo>
                    <a:pt x="52" y="568"/>
                    <a:pt x="62" y="565"/>
                    <a:pt x="72" y="558"/>
                  </a:cubicBezTo>
                  <a:cubicBezTo>
                    <a:pt x="119" y="534"/>
                    <a:pt x="143" y="487"/>
                    <a:pt x="143" y="439"/>
                  </a:cubicBezTo>
                  <a:cubicBezTo>
                    <a:pt x="143" y="398"/>
                    <a:pt x="132" y="380"/>
                    <a:pt x="110" y="380"/>
                  </a:cubicBezTo>
                  <a:close/>
                  <a:moveTo>
                    <a:pt x="433" y="537"/>
                  </a:moveTo>
                  <a:cubicBezTo>
                    <a:pt x="424" y="537"/>
                    <a:pt x="415" y="540"/>
                    <a:pt x="405" y="546"/>
                  </a:cubicBezTo>
                  <a:cubicBezTo>
                    <a:pt x="357" y="582"/>
                    <a:pt x="334" y="629"/>
                    <a:pt x="322" y="677"/>
                  </a:cubicBezTo>
                  <a:cubicBezTo>
                    <a:pt x="322" y="712"/>
                    <a:pt x="341" y="734"/>
                    <a:pt x="370" y="734"/>
                  </a:cubicBezTo>
                  <a:cubicBezTo>
                    <a:pt x="380" y="734"/>
                    <a:pt x="392" y="731"/>
                    <a:pt x="405" y="725"/>
                  </a:cubicBezTo>
                  <a:cubicBezTo>
                    <a:pt x="441" y="701"/>
                    <a:pt x="476" y="653"/>
                    <a:pt x="476" y="594"/>
                  </a:cubicBezTo>
                  <a:cubicBezTo>
                    <a:pt x="476" y="559"/>
                    <a:pt x="457" y="537"/>
                    <a:pt x="433" y="537"/>
                  </a:cubicBezTo>
                  <a:close/>
                  <a:moveTo>
                    <a:pt x="105" y="727"/>
                  </a:moveTo>
                  <a:cubicBezTo>
                    <a:pt x="95" y="727"/>
                    <a:pt x="84" y="730"/>
                    <a:pt x="72" y="737"/>
                  </a:cubicBezTo>
                  <a:cubicBezTo>
                    <a:pt x="24" y="772"/>
                    <a:pt x="0" y="820"/>
                    <a:pt x="0" y="868"/>
                  </a:cubicBezTo>
                  <a:cubicBezTo>
                    <a:pt x="0" y="902"/>
                    <a:pt x="19" y="925"/>
                    <a:pt x="44" y="925"/>
                  </a:cubicBezTo>
                  <a:cubicBezTo>
                    <a:pt x="52" y="925"/>
                    <a:pt x="62" y="922"/>
                    <a:pt x="72" y="915"/>
                  </a:cubicBezTo>
                  <a:cubicBezTo>
                    <a:pt x="119" y="891"/>
                    <a:pt x="143" y="844"/>
                    <a:pt x="143" y="784"/>
                  </a:cubicBezTo>
                  <a:cubicBezTo>
                    <a:pt x="143" y="749"/>
                    <a:pt x="130" y="727"/>
                    <a:pt x="105" y="72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1492;p17"/>
            <p:cNvSpPr/>
            <p:nvPr/>
          </p:nvSpPr>
          <p:spPr>
            <a:xfrm>
              <a:off x="2168390" y="2372270"/>
              <a:ext cx="512871" cy="387377"/>
            </a:xfrm>
            <a:custGeom>
              <a:avLst/>
              <a:gdLst/>
              <a:ahLst/>
              <a:cxnLst/>
              <a:rect l="l" t="t" r="r" b="b"/>
              <a:pathLst>
                <a:path w="11241" h="8490" extrusionOk="0">
                  <a:moveTo>
                    <a:pt x="1" y="6489"/>
                  </a:moveTo>
                  <a:lnTo>
                    <a:pt x="1" y="8490"/>
                  </a:lnTo>
                  <a:lnTo>
                    <a:pt x="11240" y="2001"/>
                  </a:lnTo>
                  <a:lnTo>
                    <a:pt x="11240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493;p17"/>
            <p:cNvSpPr/>
            <p:nvPr/>
          </p:nvSpPr>
          <p:spPr>
            <a:xfrm>
              <a:off x="2200466" y="2546657"/>
              <a:ext cx="221646" cy="169004"/>
            </a:xfrm>
            <a:custGeom>
              <a:avLst/>
              <a:gdLst/>
              <a:ahLst/>
              <a:cxnLst/>
              <a:rect l="l" t="t" r="r" b="b"/>
              <a:pathLst>
                <a:path w="4858" h="3704" extrusionOk="0">
                  <a:moveTo>
                    <a:pt x="0" y="2798"/>
                  </a:moveTo>
                  <a:lnTo>
                    <a:pt x="0" y="3703"/>
                  </a:lnTo>
                  <a:lnTo>
                    <a:pt x="4858" y="905"/>
                  </a:lnTo>
                  <a:lnTo>
                    <a:pt x="4858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17"/>
            <p:cNvSpPr/>
            <p:nvPr/>
          </p:nvSpPr>
          <p:spPr>
            <a:xfrm>
              <a:off x="2453059" y="2484193"/>
              <a:ext cx="65791" cy="95635"/>
            </a:xfrm>
            <a:custGeom>
              <a:avLst/>
              <a:gdLst/>
              <a:ahLst/>
              <a:cxnLst/>
              <a:rect l="l" t="t" r="r" b="b"/>
              <a:pathLst>
                <a:path w="1442" h="2096" extrusionOk="0">
                  <a:moveTo>
                    <a:pt x="1441" y="0"/>
                  </a:moveTo>
                  <a:lnTo>
                    <a:pt x="1" y="834"/>
                  </a:lnTo>
                  <a:lnTo>
                    <a:pt x="1" y="2096"/>
                  </a:lnTo>
                  <a:lnTo>
                    <a:pt x="1441" y="1262"/>
                  </a:lnTo>
                  <a:lnTo>
                    <a:pt x="144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17"/>
            <p:cNvSpPr/>
            <p:nvPr/>
          </p:nvSpPr>
          <p:spPr>
            <a:xfrm>
              <a:off x="2539979" y="2405943"/>
              <a:ext cx="128799" cy="119042"/>
            </a:xfrm>
            <a:custGeom>
              <a:avLst/>
              <a:gdLst/>
              <a:ahLst/>
              <a:cxnLst/>
              <a:rect l="l" t="t" r="r" b="b"/>
              <a:pathLst>
                <a:path w="2823" h="2609" extrusionOk="0">
                  <a:moveTo>
                    <a:pt x="1" y="1632"/>
                  </a:moveTo>
                  <a:lnTo>
                    <a:pt x="1" y="2608"/>
                  </a:lnTo>
                  <a:lnTo>
                    <a:pt x="2822" y="977"/>
                  </a:lnTo>
                  <a:lnTo>
                    <a:pt x="2822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17"/>
            <p:cNvSpPr/>
            <p:nvPr/>
          </p:nvSpPr>
          <p:spPr>
            <a:xfrm>
              <a:off x="2553575" y="2423327"/>
              <a:ext cx="104892" cy="86966"/>
            </a:xfrm>
            <a:custGeom>
              <a:avLst/>
              <a:gdLst/>
              <a:ahLst/>
              <a:cxnLst/>
              <a:rect l="l" t="t" r="r" b="b"/>
              <a:pathLst>
                <a:path w="2299" h="1906" extrusionOk="0">
                  <a:moveTo>
                    <a:pt x="2298" y="1"/>
                  </a:moveTo>
                  <a:lnTo>
                    <a:pt x="2024" y="155"/>
                  </a:lnTo>
                  <a:lnTo>
                    <a:pt x="2024" y="394"/>
                  </a:lnTo>
                  <a:lnTo>
                    <a:pt x="2298" y="239"/>
                  </a:lnTo>
                  <a:lnTo>
                    <a:pt x="2298" y="1"/>
                  </a:lnTo>
                  <a:close/>
                  <a:moveTo>
                    <a:pt x="1893" y="227"/>
                  </a:moveTo>
                  <a:lnTo>
                    <a:pt x="1620" y="394"/>
                  </a:lnTo>
                  <a:lnTo>
                    <a:pt x="1620" y="632"/>
                  </a:lnTo>
                  <a:lnTo>
                    <a:pt x="1893" y="465"/>
                  </a:lnTo>
                  <a:lnTo>
                    <a:pt x="1893" y="227"/>
                  </a:lnTo>
                  <a:close/>
                  <a:moveTo>
                    <a:pt x="2298" y="358"/>
                  </a:moveTo>
                  <a:lnTo>
                    <a:pt x="2024" y="501"/>
                  </a:lnTo>
                  <a:lnTo>
                    <a:pt x="2024" y="739"/>
                  </a:lnTo>
                  <a:lnTo>
                    <a:pt x="2298" y="596"/>
                  </a:lnTo>
                  <a:lnTo>
                    <a:pt x="2298" y="358"/>
                  </a:lnTo>
                  <a:close/>
                  <a:moveTo>
                    <a:pt x="1489" y="465"/>
                  </a:moveTo>
                  <a:lnTo>
                    <a:pt x="1215" y="620"/>
                  </a:lnTo>
                  <a:lnTo>
                    <a:pt x="1215" y="858"/>
                  </a:lnTo>
                  <a:lnTo>
                    <a:pt x="1489" y="703"/>
                  </a:lnTo>
                  <a:lnTo>
                    <a:pt x="1489" y="465"/>
                  </a:lnTo>
                  <a:close/>
                  <a:moveTo>
                    <a:pt x="1893" y="584"/>
                  </a:moveTo>
                  <a:lnTo>
                    <a:pt x="1620" y="739"/>
                  </a:lnTo>
                  <a:lnTo>
                    <a:pt x="1620" y="977"/>
                  </a:lnTo>
                  <a:lnTo>
                    <a:pt x="1893" y="822"/>
                  </a:lnTo>
                  <a:lnTo>
                    <a:pt x="1893" y="584"/>
                  </a:lnTo>
                  <a:close/>
                  <a:moveTo>
                    <a:pt x="1084" y="703"/>
                  </a:moveTo>
                  <a:lnTo>
                    <a:pt x="810" y="858"/>
                  </a:lnTo>
                  <a:lnTo>
                    <a:pt x="810" y="1096"/>
                  </a:lnTo>
                  <a:lnTo>
                    <a:pt x="1084" y="929"/>
                  </a:lnTo>
                  <a:lnTo>
                    <a:pt x="1084" y="703"/>
                  </a:lnTo>
                  <a:close/>
                  <a:moveTo>
                    <a:pt x="1489" y="810"/>
                  </a:moveTo>
                  <a:lnTo>
                    <a:pt x="1215" y="977"/>
                  </a:lnTo>
                  <a:lnTo>
                    <a:pt x="1215" y="1203"/>
                  </a:lnTo>
                  <a:lnTo>
                    <a:pt x="1489" y="1048"/>
                  </a:lnTo>
                  <a:lnTo>
                    <a:pt x="1489" y="810"/>
                  </a:lnTo>
                  <a:close/>
                  <a:moveTo>
                    <a:pt x="679" y="941"/>
                  </a:moveTo>
                  <a:lnTo>
                    <a:pt x="405" y="1084"/>
                  </a:lnTo>
                  <a:lnTo>
                    <a:pt x="405" y="1322"/>
                  </a:lnTo>
                  <a:lnTo>
                    <a:pt x="679" y="1179"/>
                  </a:lnTo>
                  <a:lnTo>
                    <a:pt x="679" y="941"/>
                  </a:lnTo>
                  <a:close/>
                  <a:moveTo>
                    <a:pt x="1084" y="1048"/>
                  </a:moveTo>
                  <a:lnTo>
                    <a:pt x="810" y="1203"/>
                  </a:lnTo>
                  <a:lnTo>
                    <a:pt x="810" y="1453"/>
                  </a:lnTo>
                  <a:lnTo>
                    <a:pt x="1084" y="1286"/>
                  </a:lnTo>
                  <a:lnTo>
                    <a:pt x="1084" y="1048"/>
                  </a:lnTo>
                  <a:close/>
                  <a:moveTo>
                    <a:pt x="274" y="1156"/>
                  </a:moveTo>
                  <a:lnTo>
                    <a:pt x="0" y="1322"/>
                  </a:lnTo>
                  <a:lnTo>
                    <a:pt x="0" y="1560"/>
                  </a:lnTo>
                  <a:lnTo>
                    <a:pt x="274" y="1394"/>
                  </a:lnTo>
                  <a:lnTo>
                    <a:pt x="274" y="1156"/>
                  </a:lnTo>
                  <a:close/>
                  <a:moveTo>
                    <a:pt x="679" y="1275"/>
                  </a:moveTo>
                  <a:lnTo>
                    <a:pt x="405" y="1429"/>
                  </a:lnTo>
                  <a:lnTo>
                    <a:pt x="405" y="1667"/>
                  </a:lnTo>
                  <a:lnTo>
                    <a:pt x="679" y="1513"/>
                  </a:lnTo>
                  <a:lnTo>
                    <a:pt x="679" y="1275"/>
                  </a:lnTo>
                  <a:close/>
                  <a:moveTo>
                    <a:pt x="274" y="1513"/>
                  </a:moveTo>
                  <a:lnTo>
                    <a:pt x="0" y="1667"/>
                  </a:lnTo>
                  <a:lnTo>
                    <a:pt x="0" y="1906"/>
                  </a:lnTo>
                  <a:lnTo>
                    <a:pt x="274" y="1751"/>
                  </a:lnTo>
                  <a:lnTo>
                    <a:pt x="274" y="151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17"/>
            <p:cNvSpPr/>
            <p:nvPr/>
          </p:nvSpPr>
          <p:spPr>
            <a:xfrm>
              <a:off x="2467751" y="2513623"/>
              <a:ext cx="36409" cy="42205"/>
            </a:xfrm>
            <a:custGeom>
              <a:avLst/>
              <a:gdLst/>
              <a:ahLst/>
              <a:cxnLst/>
              <a:rect l="l" t="t" r="r" b="b"/>
              <a:pathLst>
                <a:path w="798" h="925" extrusionOk="0">
                  <a:moveTo>
                    <a:pt x="750" y="1"/>
                  </a:moveTo>
                  <a:cubicBezTo>
                    <a:pt x="739" y="1"/>
                    <a:pt x="727" y="4"/>
                    <a:pt x="715" y="10"/>
                  </a:cubicBezTo>
                  <a:cubicBezTo>
                    <a:pt x="667" y="46"/>
                    <a:pt x="643" y="93"/>
                    <a:pt x="643" y="141"/>
                  </a:cubicBezTo>
                  <a:cubicBezTo>
                    <a:pt x="643" y="176"/>
                    <a:pt x="662" y="198"/>
                    <a:pt x="686" y="198"/>
                  </a:cubicBezTo>
                  <a:cubicBezTo>
                    <a:pt x="695" y="198"/>
                    <a:pt x="705" y="195"/>
                    <a:pt x="715" y="189"/>
                  </a:cubicBezTo>
                  <a:cubicBezTo>
                    <a:pt x="762" y="165"/>
                    <a:pt x="786" y="117"/>
                    <a:pt x="798" y="58"/>
                  </a:cubicBezTo>
                  <a:cubicBezTo>
                    <a:pt x="798" y="23"/>
                    <a:pt x="779" y="1"/>
                    <a:pt x="750" y="1"/>
                  </a:cubicBezTo>
                  <a:close/>
                  <a:moveTo>
                    <a:pt x="433" y="191"/>
                  </a:moveTo>
                  <a:cubicBezTo>
                    <a:pt x="424" y="191"/>
                    <a:pt x="415" y="194"/>
                    <a:pt x="405" y="200"/>
                  </a:cubicBezTo>
                  <a:cubicBezTo>
                    <a:pt x="357" y="224"/>
                    <a:pt x="334" y="272"/>
                    <a:pt x="322" y="331"/>
                  </a:cubicBezTo>
                  <a:cubicBezTo>
                    <a:pt x="322" y="363"/>
                    <a:pt x="337" y="379"/>
                    <a:pt x="362" y="379"/>
                  </a:cubicBezTo>
                  <a:cubicBezTo>
                    <a:pt x="375" y="379"/>
                    <a:pt x="389" y="375"/>
                    <a:pt x="405" y="367"/>
                  </a:cubicBezTo>
                  <a:cubicBezTo>
                    <a:pt x="453" y="343"/>
                    <a:pt x="476" y="296"/>
                    <a:pt x="476" y="248"/>
                  </a:cubicBezTo>
                  <a:cubicBezTo>
                    <a:pt x="476" y="213"/>
                    <a:pt x="457" y="191"/>
                    <a:pt x="433" y="191"/>
                  </a:cubicBezTo>
                  <a:close/>
                  <a:moveTo>
                    <a:pt x="750" y="358"/>
                  </a:moveTo>
                  <a:cubicBezTo>
                    <a:pt x="739" y="358"/>
                    <a:pt x="727" y="361"/>
                    <a:pt x="715" y="367"/>
                  </a:cubicBezTo>
                  <a:cubicBezTo>
                    <a:pt x="667" y="391"/>
                    <a:pt x="643" y="450"/>
                    <a:pt x="643" y="498"/>
                  </a:cubicBezTo>
                  <a:cubicBezTo>
                    <a:pt x="643" y="533"/>
                    <a:pt x="662" y="555"/>
                    <a:pt x="686" y="555"/>
                  </a:cubicBezTo>
                  <a:cubicBezTo>
                    <a:pt x="695" y="555"/>
                    <a:pt x="705" y="552"/>
                    <a:pt x="715" y="546"/>
                  </a:cubicBezTo>
                  <a:cubicBezTo>
                    <a:pt x="762" y="510"/>
                    <a:pt x="786" y="462"/>
                    <a:pt x="798" y="415"/>
                  </a:cubicBezTo>
                  <a:cubicBezTo>
                    <a:pt x="798" y="380"/>
                    <a:pt x="779" y="358"/>
                    <a:pt x="750" y="358"/>
                  </a:cubicBezTo>
                  <a:close/>
                  <a:moveTo>
                    <a:pt x="105" y="382"/>
                  </a:moveTo>
                  <a:cubicBezTo>
                    <a:pt x="95" y="382"/>
                    <a:pt x="84" y="385"/>
                    <a:pt x="72" y="391"/>
                  </a:cubicBezTo>
                  <a:cubicBezTo>
                    <a:pt x="24" y="415"/>
                    <a:pt x="0" y="462"/>
                    <a:pt x="0" y="522"/>
                  </a:cubicBezTo>
                  <a:cubicBezTo>
                    <a:pt x="0" y="548"/>
                    <a:pt x="19" y="567"/>
                    <a:pt x="42" y="567"/>
                  </a:cubicBezTo>
                  <a:cubicBezTo>
                    <a:pt x="52" y="567"/>
                    <a:pt x="62" y="564"/>
                    <a:pt x="72" y="558"/>
                  </a:cubicBezTo>
                  <a:cubicBezTo>
                    <a:pt x="119" y="534"/>
                    <a:pt x="143" y="486"/>
                    <a:pt x="143" y="439"/>
                  </a:cubicBezTo>
                  <a:cubicBezTo>
                    <a:pt x="143" y="404"/>
                    <a:pt x="130" y="382"/>
                    <a:pt x="105" y="382"/>
                  </a:cubicBezTo>
                  <a:close/>
                  <a:moveTo>
                    <a:pt x="430" y="541"/>
                  </a:moveTo>
                  <a:cubicBezTo>
                    <a:pt x="422" y="541"/>
                    <a:pt x="413" y="543"/>
                    <a:pt x="405" y="546"/>
                  </a:cubicBezTo>
                  <a:cubicBezTo>
                    <a:pt x="357" y="581"/>
                    <a:pt x="334" y="629"/>
                    <a:pt x="322" y="677"/>
                  </a:cubicBezTo>
                  <a:cubicBezTo>
                    <a:pt x="322" y="712"/>
                    <a:pt x="341" y="734"/>
                    <a:pt x="370" y="734"/>
                  </a:cubicBezTo>
                  <a:cubicBezTo>
                    <a:pt x="380" y="734"/>
                    <a:pt x="392" y="731"/>
                    <a:pt x="405" y="724"/>
                  </a:cubicBezTo>
                  <a:cubicBezTo>
                    <a:pt x="441" y="701"/>
                    <a:pt x="476" y="653"/>
                    <a:pt x="476" y="593"/>
                  </a:cubicBezTo>
                  <a:cubicBezTo>
                    <a:pt x="476" y="557"/>
                    <a:pt x="456" y="541"/>
                    <a:pt x="430" y="541"/>
                  </a:cubicBezTo>
                  <a:close/>
                  <a:moveTo>
                    <a:pt x="101" y="732"/>
                  </a:moveTo>
                  <a:cubicBezTo>
                    <a:pt x="93" y="732"/>
                    <a:pt x="83" y="733"/>
                    <a:pt x="72" y="736"/>
                  </a:cubicBezTo>
                  <a:cubicBezTo>
                    <a:pt x="24" y="772"/>
                    <a:pt x="0" y="820"/>
                    <a:pt x="0" y="867"/>
                  </a:cubicBezTo>
                  <a:cubicBezTo>
                    <a:pt x="0" y="902"/>
                    <a:pt x="19" y="924"/>
                    <a:pt x="44" y="924"/>
                  </a:cubicBezTo>
                  <a:cubicBezTo>
                    <a:pt x="52" y="924"/>
                    <a:pt x="62" y="921"/>
                    <a:pt x="72" y="915"/>
                  </a:cubicBezTo>
                  <a:cubicBezTo>
                    <a:pt x="119" y="891"/>
                    <a:pt x="143" y="843"/>
                    <a:pt x="143" y="784"/>
                  </a:cubicBezTo>
                  <a:cubicBezTo>
                    <a:pt x="143" y="747"/>
                    <a:pt x="129" y="732"/>
                    <a:pt x="101" y="732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498;p17"/>
            <p:cNvSpPr/>
            <p:nvPr/>
          </p:nvSpPr>
          <p:spPr>
            <a:xfrm>
              <a:off x="2168390" y="2350004"/>
              <a:ext cx="512871" cy="318389"/>
            </a:xfrm>
            <a:custGeom>
              <a:avLst/>
              <a:gdLst/>
              <a:ahLst/>
              <a:cxnLst/>
              <a:rect l="l" t="t" r="r" b="b"/>
              <a:pathLst>
                <a:path w="11241" h="6978" extrusionOk="0">
                  <a:moveTo>
                    <a:pt x="11240" y="488"/>
                  </a:moveTo>
                  <a:lnTo>
                    <a:pt x="10371" y="0"/>
                  </a:lnTo>
                  <a:lnTo>
                    <a:pt x="1" y="5989"/>
                  </a:lnTo>
                  <a:lnTo>
                    <a:pt x="1" y="6977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Google Shape;1499;p17"/>
            <p:cNvSpPr/>
            <p:nvPr/>
          </p:nvSpPr>
          <p:spPr>
            <a:xfrm>
              <a:off x="2168390" y="2235890"/>
              <a:ext cx="512871" cy="386876"/>
            </a:xfrm>
            <a:custGeom>
              <a:avLst/>
              <a:gdLst/>
              <a:ahLst/>
              <a:cxnLst/>
              <a:rect l="l" t="t" r="r" b="b"/>
              <a:pathLst>
                <a:path w="11241" h="8479" extrusionOk="0">
                  <a:moveTo>
                    <a:pt x="1" y="6490"/>
                  </a:moveTo>
                  <a:lnTo>
                    <a:pt x="1" y="8478"/>
                  </a:lnTo>
                  <a:lnTo>
                    <a:pt x="11240" y="1989"/>
                  </a:lnTo>
                  <a:lnTo>
                    <a:pt x="11240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Google Shape;1500;p17"/>
            <p:cNvSpPr/>
            <p:nvPr/>
          </p:nvSpPr>
          <p:spPr>
            <a:xfrm>
              <a:off x="2200466" y="2410277"/>
              <a:ext cx="221646" cy="169004"/>
            </a:xfrm>
            <a:custGeom>
              <a:avLst/>
              <a:gdLst/>
              <a:ahLst/>
              <a:cxnLst/>
              <a:rect l="l" t="t" r="r" b="b"/>
              <a:pathLst>
                <a:path w="4858" h="3704" extrusionOk="0">
                  <a:moveTo>
                    <a:pt x="0" y="2799"/>
                  </a:moveTo>
                  <a:lnTo>
                    <a:pt x="0" y="3704"/>
                  </a:lnTo>
                  <a:lnTo>
                    <a:pt x="4858" y="906"/>
                  </a:lnTo>
                  <a:lnTo>
                    <a:pt x="485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Google Shape;1501;p17"/>
            <p:cNvSpPr/>
            <p:nvPr/>
          </p:nvSpPr>
          <p:spPr>
            <a:xfrm>
              <a:off x="2453059" y="2347814"/>
              <a:ext cx="65791" cy="95133"/>
            </a:xfrm>
            <a:custGeom>
              <a:avLst/>
              <a:gdLst/>
              <a:ahLst/>
              <a:cxnLst/>
              <a:rect l="l" t="t" r="r" b="b"/>
              <a:pathLst>
                <a:path w="1442" h="2085" extrusionOk="0">
                  <a:moveTo>
                    <a:pt x="1441" y="1"/>
                  </a:moveTo>
                  <a:lnTo>
                    <a:pt x="1" y="822"/>
                  </a:lnTo>
                  <a:lnTo>
                    <a:pt x="1" y="2084"/>
                  </a:lnTo>
                  <a:lnTo>
                    <a:pt x="1441" y="1251"/>
                  </a:lnTo>
                  <a:lnTo>
                    <a:pt x="144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1502;p17"/>
            <p:cNvSpPr/>
            <p:nvPr/>
          </p:nvSpPr>
          <p:spPr>
            <a:xfrm>
              <a:off x="2539979" y="2269609"/>
              <a:ext cx="128799" cy="118997"/>
            </a:xfrm>
            <a:custGeom>
              <a:avLst/>
              <a:gdLst/>
              <a:ahLst/>
              <a:cxnLst/>
              <a:rect l="l" t="t" r="r" b="b"/>
              <a:pathLst>
                <a:path w="2823" h="2608" extrusionOk="0">
                  <a:moveTo>
                    <a:pt x="1" y="1619"/>
                  </a:moveTo>
                  <a:lnTo>
                    <a:pt x="1" y="2608"/>
                  </a:lnTo>
                  <a:lnTo>
                    <a:pt x="2822" y="976"/>
                  </a:lnTo>
                  <a:lnTo>
                    <a:pt x="2822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1503;p17"/>
            <p:cNvSpPr/>
            <p:nvPr/>
          </p:nvSpPr>
          <p:spPr>
            <a:xfrm>
              <a:off x="2553575" y="2286993"/>
              <a:ext cx="104892" cy="86966"/>
            </a:xfrm>
            <a:custGeom>
              <a:avLst/>
              <a:gdLst/>
              <a:ahLst/>
              <a:cxnLst/>
              <a:rect l="l" t="t" r="r" b="b"/>
              <a:pathLst>
                <a:path w="2299" h="1906" extrusionOk="0">
                  <a:moveTo>
                    <a:pt x="2298" y="0"/>
                  </a:moveTo>
                  <a:lnTo>
                    <a:pt x="2024" y="155"/>
                  </a:lnTo>
                  <a:lnTo>
                    <a:pt x="2024" y="393"/>
                  </a:lnTo>
                  <a:lnTo>
                    <a:pt x="2298" y="238"/>
                  </a:lnTo>
                  <a:lnTo>
                    <a:pt x="2298" y="0"/>
                  </a:lnTo>
                  <a:close/>
                  <a:moveTo>
                    <a:pt x="1893" y="238"/>
                  </a:moveTo>
                  <a:lnTo>
                    <a:pt x="1620" y="393"/>
                  </a:lnTo>
                  <a:lnTo>
                    <a:pt x="1620" y="631"/>
                  </a:lnTo>
                  <a:lnTo>
                    <a:pt x="1893" y="476"/>
                  </a:lnTo>
                  <a:lnTo>
                    <a:pt x="1893" y="238"/>
                  </a:lnTo>
                  <a:close/>
                  <a:moveTo>
                    <a:pt x="2298" y="357"/>
                  </a:moveTo>
                  <a:lnTo>
                    <a:pt x="2024" y="500"/>
                  </a:lnTo>
                  <a:lnTo>
                    <a:pt x="2024" y="738"/>
                  </a:lnTo>
                  <a:lnTo>
                    <a:pt x="2298" y="595"/>
                  </a:lnTo>
                  <a:lnTo>
                    <a:pt x="2298" y="357"/>
                  </a:lnTo>
                  <a:close/>
                  <a:moveTo>
                    <a:pt x="1489" y="464"/>
                  </a:moveTo>
                  <a:lnTo>
                    <a:pt x="1215" y="619"/>
                  </a:lnTo>
                  <a:lnTo>
                    <a:pt x="1215" y="857"/>
                  </a:lnTo>
                  <a:lnTo>
                    <a:pt x="1489" y="703"/>
                  </a:lnTo>
                  <a:lnTo>
                    <a:pt x="1489" y="464"/>
                  </a:lnTo>
                  <a:close/>
                  <a:moveTo>
                    <a:pt x="1893" y="584"/>
                  </a:moveTo>
                  <a:lnTo>
                    <a:pt x="1620" y="738"/>
                  </a:lnTo>
                  <a:lnTo>
                    <a:pt x="1620" y="976"/>
                  </a:lnTo>
                  <a:lnTo>
                    <a:pt x="1893" y="822"/>
                  </a:lnTo>
                  <a:lnTo>
                    <a:pt x="1893" y="584"/>
                  </a:lnTo>
                  <a:close/>
                  <a:moveTo>
                    <a:pt x="1084" y="703"/>
                  </a:moveTo>
                  <a:lnTo>
                    <a:pt x="810" y="857"/>
                  </a:lnTo>
                  <a:lnTo>
                    <a:pt x="810" y="1096"/>
                  </a:lnTo>
                  <a:lnTo>
                    <a:pt x="1084" y="941"/>
                  </a:lnTo>
                  <a:lnTo>
                    <a:pt x="1084" y="703"/>
                  </a:lnTo>
                  <a:close/>
                  <a:moveTo>
                    <a:pt x="1489" y="810"/>
                  </a:moveTo>
                  <a:lnTo>
                    <a:pt x="1215" y="976"/>
                  </a:lnTo>
                  <a:lnTo>
                    <a:pt x="1215" y="1215"/>
                  </a:lnTo>
                  <a:lnTo>
                    <a:pt x="1489" y="1048"/>
                  </a:lnTo>
                  <a:lnTo>
                    <a:pt x="1489" y="810"/>
                  </a:lnTo>
                  <a:close/>
                  <a:moveTo>
                    <a:pt x="679" y="929"/>
                  </a:moveTo>
                  <a:lnTo>
                    <a:pt x="405" y="1084"/>
                  </a:lnTo>
                  <a:lnTo>
                    <a:pt x="405" y="1322"/>
                  </a:lnTo>
                  <a:lnTo>
                    <a:pt x="679" y="1167"/>
                  </a:lnTo>
                  <a:lnTo>
                    <a:pt x="679" y="929"/>
                  </a:lnTo>
                  <a:close/>
                  <a:moveTo>
                    <a:pt x="1084" y="1048"/>
                  </a:moveTo>
                  <a:lnTo>
                    <a:pt x="810" y="1203"/>
                  </a:lnTo>
                  <a:lnTo>
                    <a:pt x="810" y="1441"/>
                  </a:lnTo>
                  <a:lnTo>
                    <a:pt x="1084" y="1286"/>
                  </a:lnTo>
                  <a:lnTo>
                    <a:pt x="1084" y="1048"/>
                  </a:lnTo>
                  <a:close/>
                  <a:moveTo>
                    <a:pt x="274" y="1167"/>
                  </a:moveTo>
                  <a:lnTo>
                    <a:pt x="0" y="1310"/>
                  </a:lnTo>
                  <a:lnTo>
                    <a:pt x="0" y="1560"/>
                  </a:lnTo>
                  <a:lnTo>
                    <a:pt x="274" y="1405"/>
                  </a:lnTo>
                  <a:lnTo>
                    <a:pt x="274" y="1167"/>
                  </a:lnTo>
                  <a:close/>
                  <a:moveTo>
                    <a:pt x="679" y="1274"/>
                  </a:moveTo>
                  <a:lnTo>
                    <a:pt x="405" y="1441"/>
                  </a:lnTo>
                  <a:lnTo>
                    <a:pt x="405" y="1679"/>
                  </a:lnTo>
                  <a:lnTo>
                    <a:pt x="679" y="1512"/>
                  </a:lnTo>
                  <a:lnTo>
                    <a:pt x="679" y="1274"/>
                  </a:lnTo>
                  <a:close/>
                  <a:moveTo>
                    <a:pt x="274" y="1512"/>
                  </a:moveTo>
                  <a:lnTo>
                    <a:pt x="0" y="1667"/>
                  </a:lnTo>
                  <a:lnTo>
                    <a:pt x="0" y="1905"/>
                  </a:lnTo>
                  <a:lnTo>
                    <a:pt x="274" y="1750"/>
                  </a:lnTo>
                  <a:lnTo>
                    <a:pt x="274" y="151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1504;p17"/>
            <p:cNvSpPr/>
            <p:nvPr/>
          </p:nvSpPr>
          <p:spPr>
            <a:xfrm>
              <a:off x="2467751" y="2377289"/>
              <a:ext cx="36409" cy="42160"/>
            </a:xfrm>
            <a:custGeom>
              <a:avLst/>
              <a:gdLst/>
              <a:ahLst/>
              <a:cxnLst/>
              <a:rect l="l" t="t" r="r" b="b"/>
              <a:pathLst>
                <a:path w="798" h="924" extrusionOk="0">
                  <a:moveTo>
                    <a:pt x="750" y="0"/>
                  </a:moveTo>
                  <a:cubicBezTo>
                    <a:pt x="739" y="0"/>
                    <a:pt x="727" y="3"/>
                    <a:pt x="715" y="9"/>
                  </a:cubicBezTo>
                  <a:cubicBezTo>
                    <a:pt x="667" y="33"/>
                    <a:pt x="643" y="81"/>
                    <a:pt x="643" y="140"/>
                  </a:cubicBezTo>
                  <a:cubicBezTo>
                    <a:pt x="643" y="175"/>
                    <a:pt x="662" y="197"/>
                    <a:pt x="686" y="197"/>
                  </a:cubicBezTo>
                  <a:cubicBezTo>
                    <a:pt x="695" y="197"/>
                    <a:pt x="705" y="194"/>
                    <a:pt x="715" y="188"/>
                  </a:cubicBezTo>
                  <a:cubicBezTo>
                    <a:pt x="762" y="152"/>
                    <a:pt x="786" y="105"/>
                    <a:pt x="798" y="57"/>
                  </a:cubicBezTo>
                  <a:cubicBezTo>
                    <a:pt x="798" y="22"/>
                    <a:pt x="779" y="0"/>
                    <a:pt x="750" y="0"/>
                  </a:cubicBezTo>
                  <a:close/>
                  <a:moveTo>
                    <a:pt x="433" y="179"/>
                  </a:moveTo>
                  <a:cubicBezTo>
                    <a:pt x="424" y="179"/>
                    <a:pt x="415" y="182"/>
                    <a:pt x="405" y="188"/>
                  </a:cubicBezTo>
                  <a:cubicBezTo>
                    <a:pt x="357" y="224"/>
                    <a:pt x="334" y="271"/>
                    <a:pt x="322" y="319"/>
                  </a:cubicBezTo>
                  <a:cubicBezTo>
                    <a:pt x="322" y="354"/>
                    <a:pt x="341" y="376"/>
                    <a:pt x="370" y="376"/>
                  </a:cubicBezTo>
                  <a:cubicBezTo>
                    <a:pt x="380" y="376"/>
                    <a:pt x="392" y="373"/>
                    <a:pt x="405" y="367"/>
                  </a:cubicBezTo>
                  <a:cubicBezTo>
                    <a:pt x="441" y="331"/>
                    <a:pt x="476" y="283"/>
                    <a:pt x="476" y="236"/>
                  </a:cubicBezTo>
                  <a:cubicBezTo>
                    <a:pt x="476" y="201"/>
                    <a:pt x="457" y="179"/>
                    <a:pt x="433" y="179"/>
                  </a:cubicBezTo>
                  <a:close/>
                  <a:moveTo>
                    <a:pt x="757" y="355"/>
                  </a:moveTo>
                  <a:cubicBezTo>
                    <a:pt x="745" y="355"/>
                    <a:pt x="730" y="359"/>
                    <a:pt x="715" y="367"/>
                  </a:cubicBezTo>
                  <a:cubicBezTo>
                    <a:pt x="667" y="390"/>
                    <a:pt x="643" y="438"/>
                    <a:pt x="643" y="486"/>
                  </a:cubicBezTo>
                  <a:cubicBezTo>
                    <a:pt x="643" y="526"/>
                    <a:pt x="660" y="545"/>
                    <a:pt x="682" y="545"/>
                  </a:cubicBezTo>
                  <a:cubicBezTo>
                    <a:pt x="692" y="545"/>
                    <a:pt x="703" y="541"/>
                    <a:pt x="715" y="533"/>
                  </a:cubicBezTo>
                  <a:cubicBezTo>
                    <a:pt x="762" y="510"/>
                    <a:pt x="786" y="462"/>
                    <a:pt x="798" y="402"/>
                  </a:cubicBezTo>
                  <a:cubicBezTo>
                    <a:pt x="798" y="371"/>
                    <a:pt x="782" y="355"/>
                    <a:pt x="757" y="355"/>
                  </a:cubicBezTo>
                  <a:close/>
                  <a:moveTo>
                    <a:pt x="105" y="369"/>
                  </a:moveTo>
                  <a:cubicBezTo>
                    <a:pt x="95" y="369"/>
                    <a:pt x="84" y="372"/>
                    <a:pt x="72" y="379"/>
                  </a:cubicBezTo>
                  <a:cubicBezTo>
                    <a:pt x="24" y="414"/>
                    <a:pt x="0" y="462"/>
                    <a:pt x="0" y="510"/>
                  </a:cubicBezTo>
                  <a:cubicBezTo>
                    <a:pt x="0" y="544"/>
                    <a:pt x="19" y="567"/>
                    <a:pt x="44" y="567"/>
                  </a:cubicBezTo>
                  <a:cubicBezTo>
                    <a:pt x="52" y="567"/>
                    <a:pt x="62" y="564"/>
                    <a:pt x="72" y="557"/>
                  </a:cubicBezTo>
                  <a:cubicBezTo>
                    <a:pt x="119" y="533"/>
                    <a:pt x="143" y="474"/>
                    <a:pt x="143" y="426"/>
                  </a:cubicBezTo>
                  <a:cubicBezTo>
                    <a:pt x="143" y="391"/>
                    <a:pt x="130" y="369"/>
                    <a:pt x="105" y="369"/>
                  </a:cubicBezTo>
                  <a:close/>
                  <a:moveTo>
                    <a:pt x="433" y="536"/>
                  </a:moveTo>
                  <a:cubicBezTo>
                    <a:pt x="424" y="536"/>
                    <a:pt x="415" y="539"/>
                    <a:pt x="405" y="545"/>
                  </a:cubicBezTo>
                  <a:cubicBezTo>
                    <a:pt x="357" y="569"/>
                    <a:pt x="334" y="617"/>
                    <a:pt x="322" y="676"/>
                  </a:cubicBezTo>
                  <a:cubicBezTo>
                    <a:pt x="322" y="711"/>
                    <a:pt x="341" y="733"/>
                    <a:pt x="370" y="733"/>
                  </a:cubicBezTo>
                  <a:cubicBezTo>
                    <a:pt x="380" y="733"/>
                    <a:pt x="392" y="730"/>
                    <a:pt x="405" y="724"/>
                  </a:cubicBezTo>
                  <a:cubicBezTo>
                    <a:pt x="441" y="688"/>
                    <a:pt x="476" y="641"/>
                    <a:pt x="476" y="593"/>
                  </a:cubicBezTo>
                  <a:cubicBezTo>
                    <a:pt x="476" y="558"/>
                    <a:pt x="457" y="536"/>
                    <a:pt x="433" y="536"/>
                  </a:cubicBezTo>
                  <a:close/>
                  <a:moveTo>
                    <a:pt x="105" y="726"/>
                  </a:moveTo>
                  <a:cubicBezTo>
                    <a:pt x="95" y="726"/>
                    <a:pt x="84" y="729"/>
                    <a:pt x="72" y="736"/>
                  </a:cubicBezTo>
                  <a:cubicBezTo>
                    <a:pt x="24" y="760"/>
                    <a:pt x="0" y="807"/>
                    <a:pt x="0" y="867"/>
                  </a:cubicBezTo>
                  <a:cubicBezTo>
                    <a:pt x="0" y="902"/>
                    <a:pt x="19" y="924"/>
                    <a:pt x="44" y="924"/>
                  </a:cubicBezTo>
                  <a:cubicBezTo>
                    <a:pt x="52" y="924"/>
                    <a:pt x="62" y="921"/>
                    <a:pt x="72" y="914"/>
                  </a:cubicBezTo>
                  <a:cubicBezTo>
                    <a:pt x="119" y="879"/>
                    <a:pt x="143" y="831"/>
                    <a:pt x="143" y="783"/>
                  </a:cubicBezTo>
                  <a:cubicBezTo>
                    <a:pt x="143" y="749"/>
                    <a:pt x="130" y="726"/>
                    <a:pt x="105" y="72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1505;p17"/>
            <p:cNvSpPr/>
            <p:nvPr/>
          </p:nvSpPr>
          <p:spPr>
            <a:xfrm>
              <a:off x="2168390" y="2213077"/>
              <a:ext cx="512871" cy="318936"/>
            </a:xfrm>
            <a:custGeom>
              <a:avLst/>
              <a:gdLst/>
              <a:ahLst/>
              <a:cxnLst/>
              <a:rect l="l" t="t" r="r" b="b"/>
              <a:pathLst>
                <a:path w="11241" h="6990" extrusionOk="0">
                  <a:moveTo>
                    <a:pt x="11240" y="501"/>
                  </a:moveTo>
                  <a:lnTo>
                    <a:pt x="10371" y="1"/>
                  </a:lnTo>
                  <a:lnTo>
                    <a:pt x="1" y="5990"/>
                  </a:lnTo>
                  <a:lnTo>
                    <a:pt x="1" y="699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Google Shape;1506;p17"/>
            <p:cNvSpPr/>
            <p:nvPr/>
          </p:nvSpPr>
          <p:spPr>
            <a:xfrm>
              <a:off x="2168390" y="2099009"/>
              <a:ext cx="512871" cy="387377"/>
            </a:xfrm>
            <a:custGeom>
              <a:avLst/>
              <a:gdLst/>
              <a:ahLst/>
              <a:cxnLst/>
              <a:rect l="l" t="t" r="r" b="b"/>
              <a:pathLst>
                <a:path w="11241" h="8490" extrusionOk="0">
                  <a:moveTo>
                    <a:pt x="1" y="6489"/>
                  </a:moveTo>
                  <a:lnTo>
                    <a:pt x="1" y="8490"/>
                  </a:lnTo>
                  <a:lnTo>
                    <a:pt x="11240" y="2001"/>
                  </a:lnTo>
                  <a:lnTo>
                    <a:pt x="11240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Google Shape;1507;p17"/>
            <p:cNvSpPr/>
            <p:nvPr/>
          </p:nvSpPr>
          <p:spPr>
            <a:xfrm>
              <a:off x="2200466" y="2273396"/>
              <a:ext cx="221646" cy="169004"/>
            </a:xfrm>
            <a:custGeom>
              <a:avLst/>
              <a:gdLst/>
              <a:ahLst/>
              <a:cxnLst/>
              <a:rect l="l" t="t" r="r" b="b"/>
              <a:pathLst>
                <a:path w="4858" h="3704" extrusionOk="0">
                  <a:moveTo>
                    <a:pt x="0" y="2798"/>
                  </a:moveTo>
                  <a:lnTo>
                    <a:pt x="0" y="3703"/>
                  </a:lnTo>
                  <a:lnTo>
                    <a:pt x="4858" y="905"/>
                  </a:lnTo>
                  <a:lnTo>
                    <a:pt x="485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Google Shape;1508;p17"/>
            <p:cNvSpPr/>
            <p:nvPr/>
          </p:nvSpPr>
          <p:spPr>
            <a:xfrm>
              <a:off x="2453059" y="2210932"/>
              <a:ext cx="65791" cy="95635"/>
            </a:xfrm>
            <a:custGeom>
              <a:avLst/>
              <a:gdLst/>
              <a:ahLst/>
              <a:cxnLst/>
              <a:rect l="l" t="t" r="r" b="b"/>
              <a:pathLst>
                <a:path w="1442" h="2096" extrusionOk="0">
                  <a:moveTo>
                    <a:pt x="1441" y="0"/>
                  </a:moveTo>
                  <a:lnTo>
                    <a:pt x="1" y="834"/>
                  </a:lnTo>
                  <a:lnTo>
                    <a:pt x="1" y="2096"/>
                  </a:lnTo>
                  <a:lnTo>
                    <a:pt x="1441" y="1262"/>
                  </a:lnTo>
                  <a:lnTo>
                    <a:pt x="144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Google Shape;1509;p17"/>
            <p:cNvSpPr/>
            <p:nvPr/>
          </p:nvSpPr>
          <p:spPr>
            <a:xfrm>
              <a:off x="2539979" y="2132682"/>
              <a:ext cx="128799" cy="119042"/>
            </a:xfrm>
            <a:custGeom>
              <a:avLst/>
              <a:gdLst/>
              <a:ahLst/>
              <a:cxnLst/>
              <a:rect l="l" t="t" r="r" b="b"/>
              <a:pathLst>
                <a:path w="2823" h="2609" extrusionOk="0">
                  <a:moveTo>
                    <a:pt x="1" y="1632"/>
                  </a:moveTo>
                  <a:lnTo>
                    <a:pt x="1" y="2608"/>
                  </a:lnTo>
                  <a:lnTo>
                    <a:pt x="2822" y="977"/>
                  </a:lnTo>
                  <a:lnTo>
                    <a:pt x="2822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Google Shape;1510;p17"/>
            <p:cNvSpPr/>
            <p:nvPr/>
          </p:nvSpPr>
          <p:spPr>
            <a:xfrm>
              <a:off x="2553575" y="2150066"/>
              <a:ext cx="104892" cy="86966"/>
            </a:xfrm>
            <a:custGeom>
              <a:avLst/>
              <a:gdLst/>
              <a:ahLst/>
              <a:cxnLst/>
              <a:rect l="l" t="t" r="r" b="b"/>
              <a:pathLst>
                <a:path w="2299" h="1906" extrusionOk="0">
                  <a:moveTo>
                    <a:pt x="2298" y="1"/>
                  </a:moveTo>
                  <a:lnTo>
                    <a:pt x="2024" y="156"/>
                  </a:lnTo>
                  <a:lnTo>
                    <a:pt x="2024" y="394"/>
                  </a:lnTo>
                  <a:lnTo>
                    <a:pt x="2298" y="239"/>
                  </a:lnTo>
                  <a:lnTo>
                    <a:pt x="2298" y="1"/>
                  </a:lnTo>
                  <a:close/>
                  <a:moveTo>
                    <a:pt x="1893" y="239"/>
                  </a:moveTo>
                  <a:lnTo>
                    <a:pt x="1620" y="394"/>
                  </a:lnTo>
                  <a:lnTo>
                    <a:pt x="1620" y="632"/>
                  </a:lnTo>
                  <a:lnTo>
                    <a:pt x="1893" y="477"/>
                  </a:lnTo>
                  <a:lnTo>
                    <a:pt x="1893" y="239"/>
                  </a:lnTo>
                  <a:close/>
                  <a:moveTo>
                    <a:pt x="2298" y="346"/>
                  </a:moveTo>
                  <a:lnTo>
                    <a:pt x="2024" y="501"/>
                  </a:lnTo>
                  <a:lnTo>
                    <a:pt x="2024" y="739"/>
                  </a:lnTo>
                  <a:lnTo>
                    <a:pt x="2298" y="584"/>
                  </a:lnTo>
                  <a:lnTo>
                    <a:pt x="2298" y="346"/>
                  </a:lnTo>
                  <a:close/>
                  <a:moveTo>
                    <a:pt x="1489" y="465"/>
                  </a:moveTo>
                  <a:lnTo>
                    <a:pt x="1215" y="620"/>
                  </a:lnTo>
                  <a:lnTo>
                    <a:pt x="1215" y="858"/>
                  </a:lnTo>
                  <a:lnTo>
                    <a:pt x="1489" y="703"/>
                  </a:lnTo>
                  <a:lnTo>
                    <a:pt x="1489" y="465"/>
                  </a:lnTo>
                  <a:close/>
                  <a:moveTo>
                    <a:pt x="1893" y="596"/>
                  </a:moveTo>
                  <a:lnTo>
                    <a:pt x="1620" y="739"/>
                  </a:lnTo>
                  <a:lnTo>
                    <a:pt x="1620" y="977"/>
                  </a:lnTo>
                  <a:lnTo>
                    <a:pt x="1893" y="822"/>
                  </a:lnTo>
                  <a:lnTo>
                    <a:pt x="1893" y="596"/>
                  </a:lnTo>
                  <a:close/>
                  <a:moveTo>
                    <a:pt x="1084" y="691"/>
                  </a:moveTo>
                  <a:lnTo>
                    <a:pt x="810" y="858"/>
                  </a:lnTo>
                  <a:lnTo>
                    <a:pt x="810" y="1096"/>
                  </a:lnTo>
                  <a:lnTo>
                    <a:pt x="1084" y="929"/>
                  </a:lnTo>
                  <a:lnTo>
                    <a:pt x="1084" y="691"/>
                  </a:lnTo>
                  <a:close/>
                  <a:moveTo>
                    <a:pt x="1489" y="822"/>
                  </a:moveTo>
                  <a:lnTo>
                    <a:pt x="1215" y="965"/>
                  </a:lnTo>
                  <a:lnTo>
                    <a:pt x="1215" y="1203"/>
                  </a:lnTo>
                  <a:lnTo>
                    <a:pt x="1489" y="1060"/>
                  </a:lnTo>
                  <a:lnTo>
                    <a:pt x="1489" y="822"/>
                  </a:lnTo>
                  <a:close/>
                  <a:moveTo>
                    <a:pt x="679" y="929"/>
                  </a:moveTo>
                  <a:lnTo>
                    <a:pt x="405" y="1084"/>
                  </a:lnTo>
                  <a:lnTo>
                    <a:pt x="405" y="1322"/>
                  </a:lnTo>
                  <a:lnTo>
                    <a:pt x="679" y="1168"/>
                  </a:lnTo>
                  <a:lnTo>
                    <a:pt x="679" y="929"/>
                  </a:lnTo>
                  <a:close/>
                  <a:moveTo>
                    <a:pt x="1084" y="1049"/>
                  </a:moveTo>
                  <a:lnTo>
                    <a:pt x="810" y="1203"/>
                  </a:lnTo>
                  <a:lnTo>
                    <a:pt x="810" y="1441"/>
                  </a:lnTo>
                  <a:lnTo>
                    <a:pt x="1084" y="1287"/>
                  </a:lnTo>
                  <a:lnTo>
                    <a:pt x="1084" y="1049"/>
                  </a:lnTo>
                  <a:close/>
                  <a:moveTo>
                    <a:pt x="274" y="1156"/>
                  </a:moveTo>
                  <a:lnTo>
                    <a:pt x="0" y="1322"/>
                  </a:lnTo>
                  <a:lnTo>
                    <a:pt x="0" y="1561"/>
                  </a:lnTo>
                  <a:lnTo>
                    <a:pt x="274" y="1394"/>
                  </a:lnTo>
                  <a:lnTo>
                    <a:pt x="274" y="1156"/>
                  </a:lnTo>
                  <a:close/>
                  <a:moveTo>
                    <a:pt x="679" y="1275"/>
                  </a:moveTo>
                  <a:lnTo>
                    <a:pt x="405" y="1430"/>
                  </a:lnTo>
                  <a:lnTo>
                    <a:pt x="405" y="1668"/>
                  </a:lnTo>
                  <a:lnTo>
                    <a:pt x="679" y="1513"/>
                  </a:lnTo>
                  <a:lnTo>
                    <a:pt x="679" y="1275"/>
                  </a:lnTo>
                  <a:close/>
                  <a:moveTo>
                    <a:pt x="274" y="1513"/>
                  </a:moveTo>
                  <a:lnTo>
                    <a:pt x="0" y="1668"/>
                  </a:lnTo>
                  <a:lnTo>
                    <a:pt x="0" y="1906"/>
                  </a:lnTo>
                  <a:lnTo>
                    <a:pt x="274" y="1751"/>
                  </a:lnTo>
                  <a:lnTo>
                    <a:pt x="274" y="151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Google Shape;1511;p17"/>
            <p:cNvSpPr/>
            <p:nvPr/>
          </p:nvSpPr>
          <p:spPr>
            <a:xfrm>
              <a:off x="2467751" y="2240362"/>
              <a:ext cx="36409" cy="42205"/>
            </a:xfrm>
            <a:custGeom>
              <a:avLst/>
              <a:gdLst/>
              <a:ahLst/>
              <a:cxnLst/>
              <a:rect l="l" t="t" r="r" b="b"/>
              <a:pathLst>
                <a:path w="798" h="925" extrusionOk="0">
                  <a:moveTo>
                    <a:pt x="750" y="1"/>
                  </a:moveTo>
                  <a:cubicBezTo>
                    <a:pt x="739" y="1"/>
                    <a:pt x="727" y="4"/>
                    <a:pt x="715" y="10"/>
                  </a:cubicBezTo>
                  <a:cubicBezTo>
                    <a:pt x="667" y="46"/>
                    <a:pt x="643" y="93"/>
                    <a:pt x="643" y="141"/>
                  </a:cubicBezTo>
                  <a:cubicBezTo>
                    <a:pt x="643" y="176"/>
                    <a:pt x="662" y="198"/>
                    <a:pt x="686" y="198"/>
                  </a:cubicBezTo>
                  <a:cubicBezTo>
                    <a:pt x="695" y="198"/>
                    <a:pt x="705" y="195"/>
                    <a:pt x="715" y="189"/>
                  </a:cubicBezTo>
                  <a:cubicBezTo>
                    <a:pt x="762" y="165"/>
                    <a:pt x="786" y="117"/>
                    <a:pt x="798" y="58"/>
                  </a:cubicBezTo>
                  <a:cubicBezTo>
                    <a:pt x="798" y="23"/>
                    <a:pt x="779" y="1"/>
                    <a:pt x="750" y="1"/>
                  </a:cubicBezTo>
                  <a:close/>
                  <a:moveTo>
                    <a:pt x="433" y="191"/>
                  </a:moveTo>
                  <a:cubicBezTo>
                    <a:pt x="424" y="191"/>
                    <a:pt x="415" y="194"/>
                    <a:pt x="405" y="201"/>
                  </a:cubicBezTo>
                  <a:cubicBezTo>
                    <a:pt x="357" y="224"/>
                    <a:pt x="334" y="272"/>
                    <a:pt x="322" y="332"/>
                  </a:cubicBezTo>
                  <a:cubicBezTo>
                    <a:pt x="322" y="363"/>
                    <a:pt x="337" y="379"/>
                    <a:pt x="362" y="379"/>
                  </a:cubicBezTo>
                  <a:cubicBezTo>
                    <a:pt x="375" y="379"/>
                    <a:pt x="389" y="375"/>
                    <a:pt x="405" y="367"/>
                  </a:cubicBezTo>
                  <a:cubicBezTo>
                    <a:pt x="441" y="344"/>
                    <a:pt x="476" y="296"/>
                    <a:pt x="476" y="248"/>
                  </a:cubicBezTo>
                  <a:cubicBezTo>
                    <a:pt x="476" y="213"/>
                    <a:pt x="457" y="191"/>
                    <a:pt x="433" y="191"/>
                  </a:cubicBezTo>
                  <a:close/>
                  <a:moveTo>
                    <a:pt x="750" y="358"/>
                  </a:moveTo>
                  <a:cubicBezTo>
                    <a:pt x="739" y="358"/>
                    <a:pt x="727" y="361"/>
                    <a:pt x="715" y="367"/>
                  </a:cubicBezTo>
                  <a:cubicBezTo>
                    <a:pt x="667" y="391"/>
                    <a:pt x="643" y="439"/>
                    <a:pt x="643" y="498"/>
                  </a:cubicBezTo>
                  <a:cubicBezTo>
                    <a:pt x="643" y="533"/>
                    <a:pt x="662" y="555"/>
                    <a:pt x="686" y="555"/>
                  </a:cubicBezTo>
                  <a:cubicBezTo>
                    <a:pt x="695" y="555"/>
                    <a:pt x="705" y="552"/>
                    <a:pt x="715" y="546"/>
                  </a:cubicBezTo>
                  <a:cubicBezTo>
                    <a:pt x="762" y="510"/>
                    <a:pt x="786" y="463"/>
                    <a:pt x="798" y="415"/>
                  </a:cubicBezTo>
                  <a:cubicBezTo>
                    <a:pt x="798" y="380"/>
                    <a:pt x="779" y="358"/>
                    <a:pt x="750" y="358"/>
                  </a:cubicBezTo>
                  <a:close/>
                  <a:moveTo>
                    <a:pt x="105" y="382"/>
                  </a:moveTo>
                  <a:cubicBezTo>
                    <a:pt x="95" y="382"/>
                    <a:pt x="84" y="385"/>
                    <a:pt x="72" y="391"/>
                  </a:cubicBezTo>
                  <a:cubicBezTo>
                    <a:pt x="24" y="415"/>
                    <a:pt x="0" y="463"/>
                    <a:pt x="0" y="522"/>
                  </a:cubicBezTo>
                  <a:cubicBezTo>
                    <a:pt x="0" y="548"/>
                    <a:pt x="19" y="567"/>
                    <a:pt x="42" y="567"/>
                  </a:cubicBezTo>
                  <a:cubicBezTo>
                    <a:pt x="52" y="567"/>
                    <a:pt x="62" y="564"/>
                    <a:pt x="72" y="558"/>
                  </a:cubicBezTo>
                  <a:cubicBezTo>
                    <a:pt x="119" y="534"/>
                    <a:pt x="143" y="486"/>
                    <a:pt x="143" y="439"/>
                  </a:cubicBezTo>
                  <a:cubicBezTo>
                    <a:pt x="143" y="404"/>
                    <a:pt x="130" y="382"/>
                    <a:pt x="105" y="382"/>
                  </a:cubicBezTo>
                  <a:close/>
                  <a:moveTo>
                    <a:pt x="430" y="542"/>
                  </a:moveTo>
                  <a:cubicBezTo>
                    <a:pt x="422" y="542"/>
                    <a:pt x="413" y="543"/>
                    <a:pt x="405" y="546"/>
                  </a:cubicBezTo>
                  <a:cubicBezTo>
                    <a:pt x="357" y="582"/>
                    <a:pt x="334" y="629"/>
                    <a:pt x="322" y="677"/>
                  </a:cubicBezTo>
                  <a:cubicBezTo>
                    <a:pt x="322" y="712"/>
                    <a:pt x="341" y="734"/>
                    <a:pt x="370" y="734"/>
                  </a:cubicBezTo>
                  <a:cubicBezTo>
                    <a:pt x="380" y="734"/>
                    <a:pt x="392" y="731"/>
                    <a:pt x="405" y="725"/>
                  </a:cubicBezTo>
                  <a:cubicBezTo>
                    <a:pt x="441" y="701"/>
                    <a:pt x="476" y="653"/>
                    <a:pt x="476" y="594"/>
                  </a:cubicBezTo>
                  <a:cubicBezTo>
                    <a:pt x="476" y="557"/>
                    <a:pt x="456" y="542"/>
                    <a:pt x="430" y="542"/>
                  </a:cubicBezTo>
                  <a:close/>
                  <a:moveTo>
                    <a:pt x="101" y="732"/>
                  </a:moveTo>
                  <a:cubicBezTo>
                    <a:pt x="93" y="732"/>
                    <a:pt x="83" y="734"/>
                    <a:pt x="72" y="736"/>
                  </a:cubicBezTo>
                  <a:cubicBezTo>
                    <a:pt x="24" y="772"/>
                    <a:pt x="0" y="820"/>
                    <a:pt x="0" y="867"/>
                  </a:cubicBezTo>
                  <a:cubicBezTo>
                    <a:pt x="0" y="902"/>
                    <a:pt x="19" y="924"/>
                    <a:pt x="44" y="924"/>
                  </a:cubicBezTo>
                  <a:cubicBezTo>
                    <a:pt x="52" y="924"/>
                    <a:pt x="62" y="921"/>
                    <a:pt x="72" y="915"/>
                  </a:cubicBezTo>
                  <a:cubicBezTo>
                    <a:pt x="119" y="891"/>
                    <a:pt x="143" y="844"/>
                    <a:pt x="143" y="784"/>
                  </a:cubicBezTo>
                  <a:cubicBezTo>
                    <a:pt x="143" y="748"/>
                    <a:pt x="129" y="732"/>
                    <a:pt x="101" y="732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Google Shape;1512;p17"/>
            <p:cNvSpPr/>
            <p:nvPr/>
          </p:nvSpPr>
          <p:spPr>
            <a:xfrm>
              <a:off x="2168390" y="2076743"/>
              <a:ext cx="512871" cy="318389"/>
            </a:xfrm>
            <a:custGeom>
              <a:avLst/>
              <a:gdLst/>
              <a:ahLst/>
              <a:cxnLst/>
              <a:rect l="l" t="t" r="r" b="b"/>
              <a:pathLst>
                <a:path w="11241" h="6978" extrusionOk="0">
                  <a:moveTo>
                    <a:pt x="11240" y="489"/>
                  </a:moveTo>
                  <a:lnTo>
                    <a:pt x="10371" y="0"/>
                  </a:lnTo>
                  <a:lnTo>
                    <a:pt x="1" y="5989"/>
                  </a:lnTo>
                  <a:lnTo>
                    <a:pt x="1" y="6977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Google Shape;1513;p17"/>
            <p:cNvSpPr/>
            <p:nvPr/>
          </p:nvSpPr>
          <p:spPr>
            <a:xfrm>
              <a:off x="2168390" y="1962675"/>
              <a:ext cx="512871" cy="386830"/>
            </a:xfrm>
            <a:custGeom>
              <a:avLst/>
              <a:gdLst/>
              <a:ahLst/>
              <a:cxnLst/>
              <a:rect l="l" t="t" r="r" b="b"/>
              <a:pathLst>
                <a:path w="11241" h="8478" extrusionOk="0">
                  <a:moveTo>
                    <a:pt x="1" y="6489"/>
                  </a:moveTo>
                  <a:lnTo>
                    <a:pt x="1" y="8477"/>
                  </a:lnTo>
                  <a:lnTo>
                    <a:pt x="11240" y="1988"/>
                  </a:lnTo>
                  <a:lnTo>
                    <a:pt x="11240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Google Shape;1514;p17"/>
            <p:cNvSpPr/>
            <p:nvPr/>
          </p:nvSpPr>
          <p:spPr>
            <a:xfrm>
              <a:off x="2200466" y="2137062"/>
              <a:ext cx="221646" cy="168959"/>
            </a:xfrm>
            <a:custGeom>
              <a:avLst/>
              <a:gdLst/>
              <a:ahLst/>
              <a:cxnLst/>
              <a:rect l="l" t="t" r="r" b="b"/>
              <a:pathLst>
                <a:path w="4858" h="3703" extrusionOk="0">
                  <a:moveTo>
                    <a:pt x="0" y="2798"/>
                  </a:moveTo>
                  <a:lnTo>
                    <a:pt x="0" y="3703"/>
                  </a:lnTo>
                  <a:lnTo>
                    <a:pt x="4858" y="905"/>
                  </a:lnTo>
                  <a:lnTo>
                    <a:pt x="4858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Google Shape;1515;p17"/>
            <p:cNvSpPr/>
            <p:nvPr/>
          </p:nvSpPr>
          <p:spPr>
            <a:xfrm>
              <a:off x="2453059" y="2074553"/>
              <a:ext cx="65791" cy="95133"/>
            </a:xfrm>
            <a:custGeom>
              <a:avLst/>
              <a:gdLst/>
              <a:ahLst/>
              <a:cxnLst/>
              <a:rect l="l" t="t" r="r" b="b"/>
              <a:pathLst>
                <a:path w="1442" h="2085" extrusionOk="0">
                  <a:moveTo>
                    <a:pt x="1441" y="1"/>
                  </a:moveTo>
                  <a:lnTo>
                    <a:pt x="1" y="822"/>
                  </a:lnTo>
                  <a:lnTo>
                    <a:pt x="1" y="2084"/>
                  </a:lnTo>
                  <a:lnTo>
                    <a:pt x="1441" y="1251"/>
                  </a:lnTo>
                  <a:lnTo>
                    <a:pt x="144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Google Shape;1516;p17"/>
            <p:cNvSpPr/>
            <p:nvPr/>
          </p:nvSpPr>
          <p:spPr>
            <a:xfrm>
              <a:off x="2539979" y="1996348"/>
              <a:ext cx="128799" cy="118997"/>
            </a:xfrm>
            <a:custGeom>
              <a:avLst/>
              <a:gdLst/>
              <a:ahLst/>
              <a:cxnLst/>
              <a:rect l="l" t="t" r="r" b="b"/>
              <a:pathLst>
                <a:path w="2823" h="2608" extrusionOk="0">
                  <a:moveTo>
                    <a:pt x="1" y="1620"/>
                  </a:moveTo>
                  <a:lnTo>
                    <a:pt x="1" y="2608"/>
                  </a:lnTo>
                  <a:lnTo>
                    <a:pt x="2822" y="977"/>
                  </a:lnTo>
                  <a:lnTo>
                    <a:pt x="2822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Google Shape;1517;p17"/>
            <p:cNvSpPr/>
            <p:nvPr/>
          </p:nvSpPr>
          <p:spPr>
            <a:xfrm>
              <a:off x="2553575" y="2013732"/>
              <a:ext cx="104892" cy="86966"/>
            </a:xfrm>
            <a:custGeom>
              <a:avLst/>
              <a:gdLst/>
              <a:ahLst/>
              <a:cxnLst/>
              <a:rect l="l" t="t" r="r" b="b"/>
              <a:pathLst>
                <a:path w="2299" h="1906" extrusionOk="0">
                  <a:moveTo>
                    <a:pt x="2298" y="0"/>
                  </a:moveTo>
                  <a:lnTo>
                    <a:pt x="2024" y="155"/>
                  </a:lnTo>
                  <a:lnTo>
                    <a:pt x="2024" y="393"/>
                  </a:lnTo>
                  <a:lnTo>
                    <a:pt x="2298" y="238"/>
                  </a:lnTo>
                  <a:lnTo>
                    <a:pt x="2298" y="0"/>
                  </a:lnTo>
                  <a:close/>
                  <a:moveTo>
                    <a:pt x="1893" y="238"/>
                  </a:moveTo>
                  <a:lnTo>
                    <a:pt x="1620" y="381"/>
                  </a:lnTo>
                  <a:lnTo>
                    <a:pt x="1620" y="619"/>
                  </a:lnTo>
                  <a:lnTo>
                    <a:pt x="1893" y="477"/>
                  </a:lnTo>
                  <a:lnTo>
                    <a:pt x="1893" y="238"/>
                  </a:lnTo>
                  <a:close/>
                  <a:moveTo>
                    <a:pt x="2298" y="346"/>
                  </a:moveTo>
                  <a:lnTo>
                    <a:pt x="2024" y="500"/>
                  </a:lnTo>
                  <a:lnTo>
                    <a:pt x="2024" y="739"/>
                  </a:lnTo>
                  <a:lnTo>
                    <a:pt x="2298" y="584"/>
                  </a:lnTo>
                  <a:lnTo>
                    <a:pt x="2298" y="346"/>
                  </a:lnTo>
                  <a:close/>
                  <a:moveTo>
                    <a:pt x="1489" y="453"/>
                  </a:moveTo>
                  <a:lnTo>
                    <a:pt x="1215" y="619"/>
                  </a:lnTo>
                  <a:lnTo>
                    <a:pt x="1215" y="858"/>
                  </a:lnTo>
                  <a:lnTo>
                    <a:pt x="1489" y="703"/>
                  </a:lnTo>
                  <a:lnTo>
                    <a:pt x="1489" y="453"/>
                  </a:lnTo>
                  <a:close/>
                  <a:moveTo>
                    <a:pt x="1893" y="596"/>
                  </a:moveTo>
                  <a:lnTo>
                    <a:pt x="1620" y="739"/>
                  </a:lnTo>
                  <a:lnTo>
                    <a:pt x="1620" y="977"/>
                  </a:lnTo>
                  <a:lnTo>
                    <a:pt x="1893" y="834"/>
                  </a:lnTo>
                  <a:lnTo>
                    <a:pt x="1893" y="596"/>
                  </a:lnTo>
                  <a:close/>
                  <a:moveTo>
                    <a:pt x="1084" y="691"/>
                  </a:moveTo>
                  <a:lnTo>
                    <a:pt x="810" y="846"/>
                  </a:lnTo>
                  <a:lnTo>
                    <a:pt x="810" y="1084"/>
                  </a:lnTo>
                  <a:lnTo>
                    <a:pt x="1084" y="929"/>
                  </a:lnTo>
                  <a:lnTo>
                    <a:pt x="1084" y="691"/>
                  </a:lnTo>
                  <a:close/>
                  <a:moveTo>
                    <a:pt x="1489" y="798"/>
                  </a:moveTo>
                  <a:lnTo>
                    <a:pt x="1215" y="977"/>
                  </a:lnTo>
                  <a:lnTo>
                    <a:pt x="1215" y="1203"/>
                  </a:lnTo>
                  <a:lnTo>
                    <a:pt x="1489" y="1036"/>
                  </a:lnTo>
                  <a:lnTo>
                    <a:pt x="1489" y="798"/>
                  </a:lnTo>
                  <a:close/>
                  <a:moveTo>
                    <a:pt x="679" y="917"/>
                  </a:moveTo>
                  <a:lnTo>
                    <a:pt x="405" y="1084"/>
                  </a:lnTo>
                  <a:lnTo>
                    <a:pt x="405" y="1322"/>
                  </a:lnTo>
                  <a:lnTo>
                    <a:pt x="679" y="1155"/>
                  </a:lnTo>
                  <a:lnTo>
                    <a:pt x="679" y="917"/>
                  </a:lnTo>
                  <a:close/>
                  <a:moveTo>
                    <a:pt x="1084" y="1048"/>
                  </a:moveTo>
                  <a:lnTo>
                    <a:pt x="810" y="1203"/>
                  </a:lnTo>
                  <a:lnTo>
                    <a:pt x="810" y="1441"/>
                  </a:lnTo>
                  <a:lnTo>
                    <a:pt x="1084" y="1286"/>
                  </a:lnTo>
                  <a:lnTo>
                    <a:pt x="1084" y="1048"/>
                  </a:lnTo>
                  <a:close/>
                  <a:moveTo>
                    <a:pt x="274" y="1155"/>
                  </a:moveTo>
                  <a:lnTo>
                    <a:pt x="0" y="1310"/>
                  </a:lnTo>
                  <a:lnTo>
                    <a:pt x="0" y="1548"/>
                  </a:lnTo>
                  <a:lnTo>
                    <a:pt x="274" y="1393"/>
                  </a:lnTo>
                  <a:lnTo>
                    <a:pt x="274" y="1155"/>
                  </a:lnTo>
                  <a:close/>
                  <a:moveTo>
                    <a:pt x="679" y="1274"/>
                  </a:moveTo>
                  <a:lnTo>
                    <a:pt x="405" y="1441"/>
                  </a:lnTo>
                  <a:lnTo>
                    <a:pt x="405" y="1679"/>
                  </a:lnTo>
                  <a:lnTo>
                    <a:pt x="679" y="1512"/>
                  </a:lnTo>
                  <a:lnTo>
                    <a:pt x="679" y="1274"/>
                  </a:lnTo>
                  <a:close/>
                  <a:moveTo>
                    <a:pt x="274" y="1512"/>
                  </a:moveTo>
                  <a:lnTo>
                    <a:pt x="0" y="1667"/>
                  </a:lnTo>
                  <a:lnTo>
                    <a:pt x="0" y="1905"/>
                  </a:lnTo>
                  <a:lnTo>
                    <a:pt x="274" y="1751"/>
                  </a:lnTo>
                  <a:lnTo>
                    <a:pt x="274" y="151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Google Shape;1518;p17"/>
            <p:cNvSpPr/>
            <p:nvPr/>
          </p:nvSpPr>
          <p:spPr>
            <a:xfrm>
              <a:off x="2467751" y="2104028"/>
              <a:ext cx="36409" cy="42160"/>
            </a:xfrm>
            <a:custGeom>
              <a:avLst/>
              <a:gdLst/>
              <a:ahLst/>
              <a:cxnLst/>
              <a:rect l="l" t="t" r="r" b="b"/>
              <a:pathLst>
                <a:path w="798" h="924" extrusionOk="0">
                  <a:moveTo>
                    <a:pt x="750" y="0"/>
                  </a:moveTo>
                  <a:cubicBezTo>
                    <a:pt x="739" y="0"/>
                    <a:pt x="727" y="3"/>
                    <a:pt x="715" y="10"/>
                  </a:cubicBezTo>
                  <a:cubicBezTo>
                    <a:pt x="667" y="33"/>
                    <a:pt x="643" y="81"/>
                    <a:pt x="643" y="141"/>
                  </a:cubicBezTo>
                  <a:cubicBezTo>
                    <a:pt x="643" y="177"/>
                    <a:pt x="664" y="193"/>
                    <a:pt x="690" y="193"/>
                  </a:cubicBezTo>
                  <a:cubicBezTo>
                    <a:pt x="698" y="193"/>
                    <a:pt x="706" y="191"/>
                    <a:pt x="715" y="188"/>
                  </a:cubicBezTo>
                  <a:cubicBezTo>
                    <a:pt x="762" y="153"/>
                    <a:pt x="786" y="105"/>
                    <a:pt x="798" y="57"/>
                  </a:cubicBezTo>
                  <a:cubicBezTo>
                    <a:pt x="798" y="22"/>
                    <a:pt x="779" y="0"/>
                    <a:pt x="750" y="0"/>
                  </a:cubicBezTo>
                  <a:close/>
                  <a:moveTo>
                    <a:pt x="433" y="179"/>
                  </a:moveTo>
                  <a:cubicBezTo>
                    <a:pt x="424" y="179"/>
                    <a:pt x="415" y="182"/>
                    <a:pt x="405" y="188"/>
                  </a:cubicBezTo>
                  <a:cubicBezTo>
                    <a:pt x="357" y="224"/>
                    <a:pt x="334" y="272"/>
                    <a:pt x="322" y="319"/>
                  </a:cubicBezTo>
                  <a:cubicBezTo>
                    <a:pt x="322" y="354"/>
                    <a:pt x="341" y="376"/>
                    <a:pt x="370" y="376"/>
                  </a:cubicBezTo>
                  <a:cubicBezTo>
                    <a:pt x="380" y="376"/>
                    <a:pt x="392" y="373"/>
                    <a:pt x="405" y="367"/>
                  </a:cubicBezTo>
                  <a:cubicBezTo>
                    <a:pt x="441" y="331"/>
                    <a:pt x="476" y="284"/>
                    <a:pt x="476" y="236"/>
                  </a:cubicBezTo>
                  <a:cubicBezTo>
                    <a:pt x="476" y="201"/>
                    <a:pt x="457" y="179"/>
                    <a:pt x="433" y="179"/>
                  </a:cubicBezTo>
                  <a:close/>
                  <a:moveTo>
                    <a:pt x="757" y="355"/>
                  </a:moveTo>
                  <a:cubicBezTo>
                    <a:pt x="745" y="355"/>
                    <a:pt x="730" y="359"/>
                    <a:pt x="715" y="367"/>
                  </a:cubicBezTo>
                  <a:cubicBezTo>
                    <a:pt x="667" y="391"/>
                    <a:pt x="643" y="438"/>
                    <a:pt x="643" y="486"/>
                  </a:cubicBezTo>
                  <a:cubicBezTo>
                    <a:pt x="643" y="527"/>
                    <a:pt x="660" y="545"/>
                    <a:pt x="682" y="545"/>
                  </a:cubicBezTo>
                  <a:cubicBezTo>
                    <a:pt x="692" y="545"/>
                    <a:pt x="703" y="541"/>
                    <a:pt x="715" y="534"/>
                  </a:cubicBezTo>
                  <a:cubicBezTo>
                    <a:pt x="762" y="510"/>
                    <a:pt x="786" y="462"/>
                    <a:pt x="798" y="403"/>
                  </a:cubicBezTo>
                  <a:cubicBezTo>
                    <a:pt x="798" y="371"/>
                    <a:pt x="782" y="355"/>
                    <a:pt x="757" y="355"/>
                  </a:cubicBezTo>
                  <a:close/>
                  <a:moveTo>
                    <a:pt x="105" y="369"/>
                  </a:moveTo>
                  <a:cubicBezTo>
                    <a:pt x="95" y="369"/>
                    <a:pt x="84" y="372"/>
                    <a:pt x="72" y="379"/>
                  </a:cubicBezTo>
                  <a:cubicBezTo>
                    <a:pt x="24" y="414"/>
                    <a:pt x="0" y="462"/>
                    <a:pt x="0" y="510"/>
                  </a:cubicBezTo>
                  <a:cubicBezTo>
                    <a:pt x="0" y="545"/>
                    <a:pt x="19" y="567"/>
                    <a:pt x="44" y="567"/>
                  </a:cubicBezTo>
                  <a:cubicBezTo>
                    <a:pt x="52" y="567"/>
                    <a:pt x="62" y="564"/>
                    <a:pt x="72" y="557"/>
                  </a:cubicBezTo>
                  <a:cubicBezTo>
                    <a:pt x="119" y="534"/>
                    <a:pt x="143" y="474"/>
                    <a:pt x="143" y="426"/>
                  </a:cubicBezTo>
                  <a:cubicBezTo>
                    <a:pt x="143" y="392"/>
                    <a:pt x="130" y="369"/>
                    <a:pt x="105" y="369"/>
                  </a:cubicBezTo>
                  <a:close/>
                  <a:moveTo>
                    <a:pt x="433" y="536"/>
                  </a:moveTo>
                  <a:cubicBezTo>
                    <a:pt x="424" y="536"/>
                    <a:pt x="415" y="539"/>
                    <a:pt x="405" y="545"/>
                  </a:cubicBezTo>
                  <a:cubicBezTo>
                    <a:pt x="357" y="569"/>
                    <a:pt x="334" y="617"/>
                    <a:pt x="322" y="676"/>
                  </a:cubicBezTo>
                  <a:cubicBezTo>
                    <a:pt x="322" y="711"/>
                    <a:pt x="341" y="733"/>
                    <a:pt x="370" y="733"/>
                  </a:cubicBezTo>
                  <a:cubicBezTo>
                    <a:pt x="380" y="733"/>
                    <a:pt x="392" y="730"/>
                    <a:pt x="405" y="724"/>
                  </a:cubicBezTo>
                  <a:cubicBezTo>
                    <a:pt x="441" y="688"/>
                    <a:pt x="476" y="641"/>
                    <a:pt x="476" y="593"/>
                  </a:cubicBezTo>
                  <a:cubicBezTo>
                    <a:pt x="476" y="558"/>
                    <a:pt x="457" y="536"/>
                    <a:pt x="433" y="536"/>
                  </a:cubicBezTo>
                  <a:close/>
                  <a:moveTo>
                    <a:pt x="105" y="727"/>
                  </a:moveTo>
                  <a:cubicBezTo>
                    <a:pt x="95" y="727"/>
                    <a:pt x="84" y="730"/>
                    <a:pt x="72" y="736"/>
                  </a:cubicBezTo>
                  <a:cubicBezTo>
                    <a:pt x="24" y="760"/>
                    <a:pt x="0" y="807"/>
                    <a:pt x="0" y="867"/>
                  </a:cubicBezTo>
                  <a:cubicBezTo>
                    <a:pt x="0" y="902"/>
                    <a:pt x="19" y="924"/>
                    <a:pt x="44" y="924"/>
                  </a:cubicBezTo>
                  <a:cubicBezTo>
                    <a:pt x="52" y="924"/>
                    <a:pt x="62" y="921"/>
                    <a:pt x="72" y="915"/>
                  </a:cubicBezTo>
                  <a:cubicBezTo>
                    <a:pt x="119" y="879"/>
                    <a:pt x="143" y="831"/>
                    <a:pt x="143" y="784"/>
                  </a:cubicBezTo>
                  <a:cubicBezTo>
                    <a:pt x="143" y="749"/>
                    <a:pt x="130" y="727"/>
                    <a:pt x="105" y="72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Google Shape;1519;p17"/>
            <p:cNvSpPr/>
            <p:nvPr/>
          </p:nvSpPr>
          <p:spPr>
            <a:xfrm>
              <a:off x="2168390" y="1939862"/>
              <a:ext cx="512871" cy="318936"/>
            </a:xfrm>
            <a:custGeom>
              <a:avLst/>
              <a:gdLst/>
              <a:ahLst/>
              <a:cxnLst/>
              <a:rect l="l" t="t" r="r" b="b"/>
              <a:pathLst>
                <a:path w="11241" h="6990" extrusionOk="0">
                  <a:moveTo>
                    <a:pt x="11240" y="500"/>
                  </a:moveTo>
                  <a:lnTo>
                    <a:pt x="10371" y="0"/>
                  </a:lnTo>
                  <a:lnTo>
                    <a:pt x="1" y="5989"/>
                  </a:lnTo>
                  <a:lnTo>
                    <a:pt x="1" y="6989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Google Shape;1520;p17"/>
            <p:cNvSpPr/>
            <p:nvPr/>
          </p:nvSpPr>
          <p:spPr>
            <a:xfrm>
              <a:off x="2168390" y="3192007"/>
              <a:ext cx="512871" cy="387423"/>
            </a:xfrm>
            <a:custGeom>
              <a:avLst/>
              <a:gdLst/>
              <a:ahLst/>
              <a:cxnLst/>
              <a:rect l="l" t="t" r="r" b="b"/>
              <a:pathLst>
                <a:path w="11241" h="8491" extrusionOk="0">
                  <a:moveTo>
                    <a:pt x="1" y="6490"/>
                  </a:moveTo>
                  <a:lnTo>
                    <a:pt x="1" y="8490"/>
                  </a:lnTo>
                  <a:lnTo>
                    <a:pt x="11240" y="2001"/>
                  </a:lnTo>
                  <a:lnTo>
                    <a:pt x="11240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Google Shape;1521;p17"/>
            <p:cNvSpPr/>
            <p:nvPr/>
          </p:nvSpPr>
          <p:spPr>
            <a:xfrm>
              <a:off x="2200466" y="3366394"/>
              <a:ext cx="221646" cy="169004"/>
            </a:xfrm>
            <a:custGeom>
              <a:avLst/>
              <a:gdLst/>
              <a:ahLst/>
              <a:cxnLst/>
              <a:rect l="l" t="t" r="r" b="b"/>
              <a:pathLst>
                <a:path w="4858" h="3704" extrusionOk="0">
                  <a:moveTo>
                    <a:pt x="0" y="2799"/>
                  </a:moveTo>
                  <a:lnTo>
                    <a:pt x="0" y="3704"/>
                  </a:lnTo>
                  <a:lnTo>
                    <a:pt x="4858" y="906"/>
                  </a:lnTo>
                  <a:lnTo>
                    <a:pt x="485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Google Shape;1522;p17"/>
            <p:cNvSpPr/>
            <p:nvPr/>
          </p:nvSpPr>
          <p:spPr>
            <a:xfrm>
              <a:off x="2453059" y="3303930"/>
              <a:ext cx="65791" cy="95681"/>
            </a:xfrm>
            <a:custGeom>
              <a:avLst/>
              <a:gdLst/>
              <a:ahLst/>
              <a:cxnLst/>
              <a:rect l="l" t="t" r="r" b="b"/>
              <a:pathLst>
                <a:path w="1442" h="2097" extrusionOk="0">
                  <a:moveTo>
                    <a:pt x="1441" y="1"/>
                  </a:moveTo>
                  <a:lnTo>
                    <a:pt x="1" y="834"/>
                  </a:lnTo>
                  <a:lnTo>
                    <a:pt x="1" y="2096"/>
                  </a:lnTo>
                  <a:lnTo>
                    <a:pt x="1441" y="1263"/>
                  </a:lnTo>
                  <a:lnTo>
                    <a:pt x="144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Google Shape;1523;p17"/>
            <p:cNvSpPr/>
            <p:nvPr/>
          </p:nvSpPr>
          <p:spPr>
            <a:xfrm>
              <a:off x="2539979" y="3225725"/>
              <a:ext cx="128799" cy="118997"/>
            </a:xfrm>
            <a:custGeom>
              <a:avLst/>
              <a:gdLst/>
              <a:ahLst/>
              <a:cxnLst/>
              <a:rect l="l" t="t" r="r" b="b"/>
              <a:pathLst>
                <a:path w="2823" h="2608" extrusionOk="0">
                  <a:moveTo>
                    <a:pt x="1" y="1631"/>
                  </a:moveTo>
                  <a:lnTo>
                    <a:pt x="1" y="2608"/>
                  </a:lnTo>
                  <a:lnTo>
                    <a:pt x="2822" y="988"/>
                  </a:lnTo>
                  <a:lnTo>
                    <a:pt x="2822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1524;p17"/>
            <p:cNvSpPr/>
            <p:nvPr/>
          </p:nvSpPr>
          <p:spPr>
            <a:xfrm>
              <a:off x="2553575" y="3243109"/>
              <a:ext cx="104892" cy="86966"/>
            </a:xfrm>
            <a:custGeom>
              <a:avLst/>
              <a:gdLst/>
              <a:ahLst/>
              <a:cxnLst/>
              <a:rect l="l" t="t" r="r" b="b"/>
              <a:pathLst>
                <a:path w="2299" h="1906" extrusionOk="0">
                  <a:moveTo>
                    <a:pt x="2298" y="0"/>
                  </a:moveTo>
                  <a:lnTo>
                    <a:pt x="2024" y="155"/>
                  </a:lnTo>
                  <a:lnTo>
                    <a:pt x="2024" y="393"/>
                  </a:lnTo>
                  <a:lnTo>
                    <a:pt x="2298" y="226"/>
                  </a:lnTo>
                  <a:lnTo>
                    <a:pt x="2298" y="0"/>
                  </a:lnTo>
                  <a:close/>
                  <a:moveTo>
                    <a:pt x="1893" y="238"/>
                  </a:moveTo>
                  <a:lnTo>
                    <a:pt x="1620" y="393"/>
                  </a:lnTo>
                  <a:lnTo>
                    <a:pt x="1620" y="631"/>
                  </a:lnTo>
                  <a:lnTo>
                    <a:pt x="1893" y="476"/>
                  </a:lnTo>
                  <a:lnTo>
                    <a:pt x="1893" y="238"/>
                  </a:lnTo>
                  <a:close/>
                  <a:moveTo>
                    <a:pt x="2298" y="345"/>
                  </a:moveTo>
                  <a:lnTo>
                    <a:pt x="2024" y="500"/>
                  </a:lnTo>
                  <a:lnTo>
                    <a:pt x="2024" y="750"/>
                  </a:lnTo>
                  <a:lnTo>
                    <a:pt x="2298" y="584"/>
                  </a:lnTo>
                  <a:lnTo>
                    <a:pt x="2298" y="345"/>
                  </a:lnTo>
                  <a:close/>
                  <a:moveTo>
                    <a:pt x="1489" y="464"/>
                  </a:moveTo>
                  <a:lnTo>
                    <a:pt x="1215" y="619"/>
                  </a:lnTo>
                  <a:lnTo>
                    <a:pt x="1215" y="857"/>
                  </a:lnTo>
                  <a:lnTo>
                    <a:pt x="1489" y="703"/>
                  </a:lnTo>
                  <a:lnTo>
                    <a:pt x="1489" y="464"/>
                  </a:lnTo>
                  <a:close/>
                  <a:moveTo>
                    <a:pt x="1893" y="572"/>
                  </a:moveTo>
                  <a:lnTo>
                    <a:pt x="1620" y="738"/>
                  </a:lnTo>
                  <a:lnTo>
                    <a:pt x="1620" y="976"/>
                  </a:lnTo>
                  <a:lnTo>
                    <a:pt x="1893" y="810"/>
                  </a:lnTo>
                  <a:lnTo>
                    <a:pt x="1893" y="572"/>
                  </a:lnTo>
                  <a:close/>
                  <a:moveTo>
                    <a:pt x="1084" y="703"/>
                  </a:moveTo>
                  <a:lnTo>
                    <a:pt x="810" y="857"/>
                  </a:lnTo>
                  <a:lnTo>
                    <a:pt x="810" y="1095"/>
                  </a:lnTo>
                  <a:lnTo>
                    <a:pt x="1084" y="941"/>
                  </a:lnTo>
                  <a:lnTo>
                    <a:pt x="1084" y="703"/>
                  </a:lnTo>
                  <a:close/>
                  <a:moveTo>
                    <a:pt x="1489" y="810"/>
                  </a:moveTo>
                  <a:lnTo>
                    <a:pt x="1215" y="965"/>
                  </a:lnTo>
                  <a:lnTo>
                    <a:pt x="1215" y="1203"/>
                  </a:lnTo>
                  <a:lnTo>
                    <a:pt x="1489" y="1048"/>
                  </a:lnTo>
                  <a:lnTo>
                    <a:pt x="1489" y="810"/>
                  </a:lnTo>
                  <a:close/>
                  <a:moveTo>
                    <a:pt x="679" y="929"/>
                  </a:moveTo>
                  <a:lnTo>
                    <a:pt x="405" y="1084"/>
                  </a:lnTo>
                  <a:lnTo>
                    <a:pt x="405" y="1322"/>
                  </a:lnTo>
                  <a:lnTo>
                    <a:pt x="679" y="1167"/>
                  </a:lnTo>
                  <a:lnTo>
                    <a:pt x="679" y="929"/>
                  </a:lnTo>
                  <a:close/>
                  <a:moveTo>
                    <a:pt x="1084" y="1048"/>
                  </a:moveTo>
                  <a:lnTo>
                    <a:pt x="810" y="1203"/>
                  </a:lnTo>
                  <a:lnTo>
                    <a:pt x="810" y="1441"/>
                  </a:lnTo>
                  <a:lnTo>
                    <a:pt x="1084" y="1274"/>
                  </a:lnTo>
                  <a:lnTo>
                    <a:pt x="1084" y="1048"/>
                  </a:lnTo>
                  <a:close/>
                  <a:moveTo>
                    <a:pt x="274" y="1167"/>
                  </a:moveTo>
                  <a:lnTo>
                    <a:pt x="0" y="1322"/>
                  </a:lnTo>
                  <a:lnTo>
                    <a:pt x="0" y="1560"/>
                  </a:lnTo>
                  <a:lnTo>
                    <a:pt x="274" y="1405"/>
                  </a:lnTo>
                  <a:lnTo>
                    <a:pt x="274" y="1167"/>
                  </a:lnTo>
                  <a:close/>
                  <a:moveTo>
                    <a:pt x="679" y="1274"/>
                  </a:moveTo>
                  <a:lnTo>
                    <a:pt x="405" y="1429"/>
                  </a:lnTo>
                  <a:lnTo>
                    <a:pt x="405" y="1667"/>
                  </a:lnTo>
                  <a:lnTo>
                    <a:pt x="679" y="1512"/>
                  </a:lnTo>
                  <a:lnTo>
                    <a:pt x="679" y="1274"/>
                  </a:lnTo>
                  <a:close/>
                  <a:moveTo>
                    <a:pt x="274" y="1500"/>
                  </a:moveTo>
                  <a:lnTo>
                    <a:pt x="0" y="1667"/>
                  </a:lnTo>
                  <a:lnTo>
                    <a:pt x="0" y="1905"/>
                  </a:lnTo>
                  <a:lnTo>
                    <a:pt x="274" y="1738"/>
                  </a:lnTo>
                  <a:lnTo>
                    <a:pt x="274" y="15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1525;p17"/>
            <p:cNvSpPr/>
            <p:nvPr/>
          </p:nvSpPr>
          <p:spPr>
            <a:xfrm>
              <a:off x="2467751" y="3333633"/>
              <a:ext cx="36409" cy="41932"/>
            </a:xfrm>
            <a:custGeom>
              <a:avLst/>
              <a:gdLst/>
              <a:ahLst/>
              <a:cxnLst/>
              <a:rect l="l" t="t" r="r" b="b"/>
              <a:pathLst>
                <a:path w="798" h="919" extrusionOk="0">
                  <a:moveTo>
                    <a:pt x="746" y="0"/>
                  </a:moveTo>
                  <a:cubicBezTo>
                    <a:pt x="736" y="0"/>
                    <a:pt x="726" y="2"/>
                    <a:pt x="715" y="4"/>
                  </a:cubicBezTo>
                  <a:cubicBezTo>
                    <a:pt x="667" y="40"/>
                    <a:pt x="643" y="88"/>
                    <a:pt x="643" y="135"/>
                  </a:cubicBezTo>
                  <a:cubicBezTo>
                    <a:pt x="643" y="170"/>
                    <a:pt x="662" y="192"/>
                    <a:pt x="686" y="192"/>
                  </a:cubicBezTo>
                  <a:cubicBezTo>
                    <a:pt x="695" y="192"/>
                    <a:pt x="705" y="189"/>
                    <a:pt x="715" y="183"/>
                  </a:cubicBezTo>
                  <a:cubicBezTo>
                    <a:pt x="762" y="159"/>
                    <a:pt x="786" y="112"/>
                    <a:pt x="798" y="52"/>
                  </a:cubicBezTo>
                  <a:cubicBezTo>
                    <a:pt x="798" y="16"/>
                    <a:pt x="777" y="0"/>
                    <a:pt x="746" y="0"/>
                  </a:cubicBezTo>
                  <a:close/>
                  <a:moveTo>
                    <a:pt x="433" y="186"/>
                  </a:moveTo>
                  <a:cubicBezTo>
                    <a:pt x="424" y="186"/>
                    <a:pt x="415" y="189"/>
                    <a:pt x="405" y="195"/>
                  </a:cubicBezTo>
                  <a:cubicBezTo>
                    <a:pt x="357" y="219"/>
                    <a:pt x="334" y="266"/>
                    <a:pt x="322" y="326"/>
                  </a:cubicBezTo>
                  <a:cubicBezTo>
                    <a:pt x="322" y="362"/>
                    <a:pt x="342" y="378"/>
                    <a:pt x="374" y="378"/>
                  </a:cubicBezTo>
                  <a:cubicBezTo>
                    <a:pt x="383" y="378"/>
                    <a:pt x="394" y="376"/>
                    <a:pt x="405" y="374"/>
                  </a:cubicBezTo>
                  <a:cubicBezTo>
                    <a:pt x="441" y="338"/>
                    <a:pt x="476" y="290"/>
                    <a:pt x="476" y="243"/>
                  </a:cubicBezTo>
                  <a:cubicBezTo>
                    <a:pt x="476" y="208"/>
                    <a:pt x="457" y="186"/>
                    <a:pt x="433" y="186"/>
                  </a:cubicBezTo>
                  <a:close/>
                  <a:moveTo>
                    <a:pt x="750" y="352"/>
                  </a:moveTo>
                  <a:cubicBezTo>
                    <a:pt x="739" y="352"/>
                    <a:pt x="727" y="355"/>
                    <a:pt x="715" y="362"/>
                  </a:cubicBezTo>
                  <a:cubicBezTo>
                    <a:pt x="667" y="397"/>
                    <a:pt x="643" y="445"/>
                    <a:pt x="643" y="493"/>
                  </a:cubicBezTo>
                  <a:cubicBezTo>
                    <a:pt x="643" y="527"/>
                    <a:pt x="662" y="550"/>
                    <a:pt x="686" y="550"/>
                  </a:cubicBezTo>
                  <a:cubicBezTo>
                    <a:pt x="695" y="550"/>
                    <a:pt x="705" y="547"/>
                    <a:pt x="715" y="540"/>
                  </a:cubicBezTo>
                  <a:cubicBezTo>
                    <a:pt x="762" y="505"/>
                    <a:pt x="786" y="457"/>
                    <a:pt x="798" y="409"/>
                  </a:cubicBezTo>
                  <a:cubicBezTo>
                    <a:pt x="798" y="374"/>
                    <a:pt x="779" y="352"/>
                    <a:pt x="750" y="352"/>
                  </a:cubicBezTo>
                  <a:close/>
                  <a:moveTo>
                    <a:pt x="105" y="376"/>
                  </a:moveTo>
                  <a:cubicBezTo>
                    <a:pt x="95" y="376"/>
                    <a:pt x="84" y="379"/>
                    <a:pt x="72" y="385"/>
                  </a:cubicBezTo>
                  <a:cubicBezTo>
                    <a:pt x="24" y="409"/>
                    <a:pt x="0" y="457"/>
                    <a:pt x="0" y="516"/>
                  </a:cubicBezTo>
                  <a:cubicBezTo>
                    <a:pt x="0" y="542"/>
                    <a:pt x="19" y="562"/>
                    <a:pt x="42" y="562"/>
                  </a:cubicBezTo>
                  <a:cubicBezTo>
                    <a:pt x="52" y="562"/>
                    <a:pt x="62" y="559"/>
                    <a:pt x="72" y="552"/>
                  </a:cubicBezTo>
                  <a:cubicBezTo>
                    <a:pt x="119" y="528"/>
                    <a:pt x="143" y="481"/>
                    <a:pt x="143" y="433"/>
                  </a:cubicBezTo>
                  <a:cubicBezTo>
                    <a:pt x="143" y="398"/>
                    <a:pt x="130" y="376"/>
                    <a:pt x="105" y="376"/>
                  </a:cubicBezTo>
                  <a:close/>
                  <a:moveTo>
                    <a:pt x="434" y="543"/>
                  </a:moveTo>
                  <a:cubicBezTo>
                    <a:pt x="425" y="543"/>
                    <a:pt x="415" y="545"/>
                    <a:pt x="405" y="552"/>
                  </a:cubicBezTo>
                  <a:cubicBezTo>
                    <a:pt x="357" y="576"/>
                    <a:pt x="334" y="624"/>
                    <a:pt x="322" y="671"/>
                  </a:cubicBezTo>
                  <a:cubicBezTo>
                    <a:pt x="322" y="706"/>
                    <a:pt x="341" y="728"/>
                    <a:pt x="370" y="728"/>
                  </a:cubicBezTo>
                  <a:cubicBezTo>
                    <a:pt x="380" y="728"/>
                    <a:pt x="392" y="725"/>
                    <a:pt x="405" y="719"/>
                  </a:cubicBezTo>
                  <a:cubicBezTo>
                    <a:pt x="453" y="695"/>
                    <a:pt x="476" y="647"/>
                    <a:pt x="476" y="588"/>
                  </a:cubicBezTo>
                  <a:cubicBezTo>
                    <a:pt x="476" y="562"/>
                    <a:pt x="458" y="543"/>
                    <a:pt x="434" y="543"/>
                  </a:cubicBezTo>
                  <a:close/>
                  <a:moveTo>
                    <a:pt x="111" y="731"/>
                  </a:moveTo>
                  <a:cubicBezTo>
                    <a:pt x="101" y="731"/>
                    <a:pt x="87" y="735"/>
                    <a:pt x="72" y="743"/>
                  </a:cubicBezTo>
                  <a:cubicBezTo>
                    <a:pt x="24" y="766"/>
                    <a:pt x="0" y="814"/>
                    <a:pt x="0" y="862"/>
                  </a:cubicBezTo>
                  <a:cubicBezTo>
                    <a:pt x="0" y="897"/>
                    <a:pt x="19" y="919"/>
                    <a:pt x="44" y="919"/>
                  </a:cubicBezTo>
                  <a:cubicBezTo>
                    <a:pt x="52" y="919"/>
                    <a:pt x="62" y="916"/>
                    <a:pt x="72" y="909"/>
                  </a:cubicBezTo>
                  <a:cubicBezTo>
                    <a:pt x="119" y="886"/>
                    <a:pt x="143" y="838"/>
                    <a:pt x="143" y="778"/>
                  </a:cubicBezTo>
                  <a:cubicBezTo>
                    <a:pt x="143" y="747"/>
                    <a:pt x="132" y="731"/>
                    <a:pt x="111" y="73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1526;p17"/>
            <p:cNvSpPr/>
            <p:nvPr/>
          </p:nvSpPr>
          <p:spPr>
            <a:xfrm>
              <a:off x="2168390" y="3169741"/>
              <a:ext cx="512871" cy="318389"/>
            </a:xfrm>
            <a:custGeom>
              <a:avLst/>
              <a:gdLst/>
              <a:ahLst/>
              <a:cxnLst/>
              <a:rect l="l" t="t" r="r" b="b"/>
              <a:pathLst>
                <a:path w="11241" h="6978" extrusionOk="0">
                  <a:moveTo>
                    <a:pt x="11240" y="489"/>
                  </a:moveTo>
                  <a:lnTo>
                    <a:pt x="10371" y="1"/>
                  </a:lnTo>
                  <a:lnTo>
                    <a:pt x="1" y="5990"/>
                  </a:lnTo>
                  <a:lnTo>
                    <a:pt x="1" y="6978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1527;p17"/>
            <p:cNvSpPr/>
            <p:nvPr/>
          </p:nvSpPr>
          <p:spPr>
            <a:xfrm>
              <a:off x="2168390" y="3055673"/>
              <a:ext cx="512871" cy="387377"/>
            </a:xfrm>
            <a:custGeom>
              <a:avLst/>
              <a:gdLst/>
              <a:ahLst/>
              <a:cxnLst/>
              <a:rect l="l" t="t" r="r" b="b"/>
              <a:pathLst>
                <a:path w="11241" h="8490" extrusionOk="0">
                  <a:moveTo>
                    <a:pt x="1" y="6489"/>
                  </a:moveTo>
                  <a:lnTo>
                    <a:pt x="1" y="8490"/>
                  </a:lnTo>
                  <a:lnTo>
                    <a:pt x="11240" y="2001"/>
                  </a:lnTo>
                  <a:lnTo>
                    <a:pt x="11240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Google Shape;1528;p17"/>
            <p:cNvSpPr/>
            <p:nvPr/>
          </p:nvSpPr>
          <p:spPr>
            <a:xfrm>
              <a:off x="2200466" y="3230060"/>
              <a:ext cx="221646" cy="169004"/>
            </a:xfrm>
            <a:custGeom>
              <a:avLst/>
              <a:gdLst/>
              <a:ahLst/>
              <a:cxnLst/>
              <a:rect l="l" t="t" r="r" b="b"/>
              <a:pathLst>
                <a:path w="4858" h="3704" extrusionOk="0">
                  <a:moveTo>
                    <a:pt x="0" y="2798"/>
                  </a:moveTo>
                  <a:lnTo>
                    <a:pt x="0" y="3703"/>
                  </a:lnTo>
                  <a:lnTo>
                    <a:pt x="4858" y="905"/>
                  </a:lnTo>
                  <a:lnTo>
                    <a:pt x="4858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Google Shape;1529;p17"/>
            <p:cNvSpPr/>
            <p:nvPr/>
          </p:nvSpPr>
          <p:spPr>
            <a:xfrm>
              <a:off x="2453059" y="3167596"/>
              <a:ext cx="65791" cy="95088"/>
            </a:xfrm>
            <a:custGeom>
              <a:avLst/>
              <a:gdLst/>
              <a:ahLst/>
              <a:cxnLst/>
              <a:rect l="l" t="t" r="r" b="b"/>
              <a:pathLst>
                <a:path w="1442" h="2084" extrusionOk="0">
                  <a:moveTo>
                    <a:pt x="1441" y="0"/>
                  </a:moveTo>
                  <a:lnTo>
                    <a:pt x="1" y="834"/>
                  </a:lnTo>
                  <a:lnTo>
                    <a:pt x="1" y="2084"/>
                  </a:lnTo>
                  <a:lnTo>
                    <a:pt x="1441" y="1250"/>
                  </a:lnTo>
                  <a:lnTo>
                    <a:pt x="144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Google Shape;1530;p17"/>
            <p:cNvSpPr/>
            <p:nvPr/>
          </p:nvSpPr>
          <p:spPr>
            <a:xfrm>
              <a:off x="2539979" y="3089346"/>
              <a:ext cx="128799" cy="119042"/>
            </a:xfrm>
            <a:custGeom>
              <a:avLst/>
              <a:gdLst/>
              <a:ahLst/>
              <a:cxnLst/>
              <a:rect l="l" t="t" r="r" b="b"/>
              <a:pathLst>
                <a:path w="2823" h="2609" extrusionOk="0">
                  <a:moveTo>
                    <a:pt x="1" y="1632"/>
                  </a:moveTo>
                  <a:lnTo>
                    <a:pt x="1" y="2608"/>
                  </a:lnTo>
                  <a:lnTo>
                    <a:pt x="2822" y="977"/>
                  </a:lnTo>
                  <a:lnTo>
                    <a:pt x="2822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Google Shape;1531;p17"/>
            <p:cNvSpPr/>
            <p:nvPr/>
          </p:nvSpPr>
          <p:spPr>
            <a:xfrm>
              <a:off x="2553575" y="3106182"/>
              <a:ext cx="104892" cy="87514"/>
            </a:xfrm>
            <a:custGeom>
              <a:avLst/>
              <a:gdLst/>
              <a:ahLst/>
              <a:cxnLst/>
              <a:rect l="l" t="t" r="r" b="b"/>
              <a:pathLst>
                <a:path w="2299" h="1918" extrusionOk="0">
                  <a:moveTo>
                    <a:pt x="2298" y="1"/>
                  </a:moveTo>
                  <a:lnTo>
                    <a:pt x="2024" y="167"/>
                  </a:lnTo>
                  <a:lnTo>
                    <a:pt x="2024" y="406"/>
                  </a:lnTo>
                  <a:lnTo>
                    <a:pt x="2298" y="239"/>
                  </a:lnTo>
                  <a:lnTo>
                    <a:pt x="2298" y="1"/>
                  </a:lnTo>
                  <a:close/>
                  <a:moveTo>
                    <a:pt x="1893" y="239"/>
                  </a:moveTo>
                  <a:lnTo>
                    <a:pt x="1620" y="394"/>
                  </a:lnTo>
                  <a:lnTo>
                    <a:pt x="1620" y="632"/>
                  </a:lnTo>
                  <a:lnTo>
                    <a:pt x="1893" y="477"/>
                  </a:lnTo>
                  <a:lnTo>
                    <a:pt x="1893" y="239"/>
                  </a:lnTo>
                  <a:close/>
                  <a:moveTo>
                    <a:pt x="2298" y="358"/>
                  </a:moveTo>
                  <a:lnTo>
                    <a:pt x="2024" y="513"/>
                  </a:lnTo>
                  <a:lnTo>
                    <a:pt x="2024" y="751"/>
                  </a:lnTo>
                  <a:lnTo>
                    <a:pt x="2298" y="596"/>
                  </a:lnTo>
                  <a:lnTo>
                    <a:pt x="2298" y="358"/>
                  </a:lnTo>
                  <a:close/>
                  <a:moveTo>
                    <a:pt x="1489" y="477"/>
                  </a:moveTo>
                  <a:lnTo>
                    <a:pt x="1215" y="632"/>
                  </a:lnTo>
                  <a:lnTo>
                    <a:pt x="1215" y="870"/>
                  </a:lnTo>
                  <a:lnTo>
                    <a:pt x="1489" y="715"/>
                  </a:lnTo>
                  <a:lnTo>
                    <a:pt x="1489" y="477"/>
                  </a:lnTo>
                  <a:close/>
                  <a:moveTo>
                    <a:pt x="1893" y="584"/>
                  </a:moveTo>
                  <a:lnTo>
                    <a:pt x="1620" y="751"/>
                  </a:lnTo>
                  <a:lnTo>
                    <a:pt x="1620" y="989"/>
                  </a:lnTo>
                  <a:lnTo>
                    <a:pt x="1893" y="822"/>
                  </a:lnTo>
                  <a:lnTo>
                    <a:pt x="1893" y="584"/>
                  </a:lnTo>
                  <a:close/>
                  <a:moveTo>
                    <a:pt x="1084" y="703"/>
                  </a:moveTo>
                  <a:lnTo>
                    <a:pt x="810" y="858"/>
                  </a:lnTo>
                  <a:lnTo>
                    <a:pt x="810" y="1096"/>
                  </a:lnTo>
                  <a:lnTo>
                    <a:pt x="1084" y="941"/>
                  </a:lnTo>
                  <a:lnTo>
                    <a:pt x="1084" y="703"/>
                  </a:lnTo>
                  <a:close/>
                  <a:moveTo>
                    <a:pt x="1489" y="822"/>
                  </a:moveTo>
                  <a:lnTo>
                    <a:pt x="1215" y="977"/>
                  </a:lnTo>
                  <a:lnTo>
                    <a:pt x="1215" y="1215"/>
                  </a:lnTo>
                  <a:lnTo>
                    <a:pt x="1489" y="1060"/>
                  </a:lnTo>
                  <a:lnTo>
                    <a:pt x="1489" y="822"/>
                  </a:lnTo>
                  <a:close/>
                  <a:moveTo>
                    <a:pt x="679" y="941"/>
                  </a:moveTo>
                  <a:lnTo>
                    <a:pt x="405" y="1096"/>
                  </a:lnTo>
                  <a:lnTo>
                    <a:pt x="405" y="1334"/>
                  </a:lnTo>
                  <a:lnTo>
                    <a:pt x="679" y="1179"/>
                  </a:lnTo>
                  <a:lnTo>
                    <a:pt x="679" y="941"/>
                  </a:lnTo>
                  <a:close/>
                  <a:moveTo>
                    <a:pt x="1084" y="1048"/>
                  </a:moveTo>
                  <a:lnTo>
                    <a:pt x="810" y="1215"/>
                  </a:lnTo>
                  <a:lnTo>
                    <a:pt x="810" y="1453"/>
                  </a:lnTo>
                  <a:lnTo>
                    <a:pt x="1084" y="1287"/>
                  </a:lnTo>
                  <a:lnTo>
                    <a:pt x="1084" y="1048"/>
                  </a:lnTo>
                  <a:close/>
                  <a:moveTo>
                    <a:pt x="274" y="1168"/>
                  </a:moveTo>
                  <a:lnTo>
                    <a:pt x="0" y="1322"/>
                  </a:lnTo>
                  <a:lnTo>
                    <a:pt x="0" y="1560"/>
                  </a:lnTo>
                  <a:lnTo>
                    <a:pt x="274" y="1406"/>
                  </a:lnTo>
                  <a:lnTo>
                    <a:pt x="274" y="1168"/>
                  </a:lnTo>
                  <a:close/>
                  <a:moveTo>
                    <a:pt x="679" y="1287"/>
                  </a:moveTo>
                  <a:lnTo>
                    <a:pt x="405" y="1441"/>
                  </a:lnTo>
                  <a:lnTo>
                    <a:pt x="405" y="1680"/>
                  </a:lnTo>
                  <a:lnTo>
                    <a:pt x="679" y="1525"/>
                  </a:lnTo>
                  <a:lnTo>
                    <a:pt x="679" y="1287"/>
                  </a:lnTo>
                  <a:close/>
                  <a:moveTo>
                    <a:pt x="274" y="1513"/>
                  </a:moveTo>
                  <a:lnTo>
                    <a:pt x="0" y="1680"/>
                  </a:lnTo>
                  <a:lnTo>
                    <a:pt x="0" y="1918"/>
                  </a:lnTo>
                  <a:lnTo>
                    <a:pt x="274" y="1751"/>
                  </a:lnTo>
                  <a:lnTo>
                    <a:pt x="274" y="151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Google Shape;1532;p17"/>
            <p:cNvSpPr/>
            <p:nvPr/>
          </p:nvSpPr>
          <p:spPr>
            <a:xfrm>
              <a:off x="2467751" y="3197026"/>
              <a:ext cx="36409" cy="42205"/>
            </a:xfrm>
            <a:custGeom>
              <a:avLst/>
              <a:gdLst/>
              <a:ahLst/>
              <a:cxnLst/>
              <a:rect l="l" t="t" r="r" b="b"/>
              <a:pathLst>
                <a:path w="798" h="925" extrusionOk="0">
                  <a:moveTo>
                    <a:pt x="750" y="1"/>
                  </a:moveTo>
                  <a:cubicBezTo>
                    <a:pt x="739" y="1"/>
                    <a:pt x="727" y="4"/>
                    <a:pt x="715" y="10"/>
                  </a:cubicBezTo>
                  <a:cubicBezTo>
                    <a:pt x="667" y="34"/>
                    <a:pt x="643" y="81"/>
                    <a:pt x="643" y="141"/>
                  </a:cubicBezTo>
                  <a:cubicBezTo>
                    <a:pt x="643" y="176"/>
                    <a:pt x="662" y="198"/>
                    <a:pt x="686" y="198"/>
                  </a:cubicBezTo>
                  <a:cubicBezTo>
                    <a:pt x="695" y="198"/>
                    <a:pt x="705" y="195"/>
                    <a:pt x="715" y="189"/>
                  </a:cubicBezTo>
                  <a:cubicBezTo>
                    <a:pt x="762" y="153"/>
                    <a:pt x="786" y="105"/>
                    <a:pt x="798" y="58"/>
                  </a:cubicBezTo>
                  <a:cubicBezTo>
                    <a:pt x="798" y="23"/>
                    <a:pt x="779" y="1"/>
                    <a:pt x="750" y="1"/>
                  </a:cubicBezTo>
                  <a:close/>
                  <a:moveTo>
                    <a:pt x="433" y="179"/>
                  </a:moveTo>
                  <a:cubicBezTo>
                    <a:pt x="424" y="179"/>
                    <a:pt x="415" y="182"/>
                    <a:pt x="405" y="189"/>
                  </a:cubicBezTo>
                  <a:cubicBezTo>
                    <a:pt x="357" y="224"/>
                    <a:pt x="334" y="272"/>
                    <a:pt x="322" y="320"/>
                  </a:cubicBezTo>
                  <a:cubicBezTo>
                    <a:pt x="322" y="354"/>
                    <a:pt x="341" y="377"/>
                    <a:pt x="370" y="377"/>
                  </a:cubicBezTo>
                  <a:cubicBezTo>
                    <a:pt x="380" y="377"/>
                    <a:pt x="392" y="374"/>
                    <a:pt x="405" y="367"/>
                  </a:cubicBezTo>
                  <a:cubicBezTo>
                    <a:pt x="453" y="343"/>
                    <a:pt x="476" y="296"/>
                    <a:pt x="476" y="236"/>
                  </a:cubicBezTo>
                  <a:cubicBezTo>
                    <a:pt x="476" y="201"/>
                    <a:pt x="457" y="179"/>
                    <a:pt x="433" y="179"/>
                  </a:cubicBezTo>
                  <a:close/>
                  <a:moveTo>
                    <a:pt x="757" y="355"/>
                  </a:moveTo>
                  <a:cubicBezTo>
                    <a:pt x="745" y="355"/>
                    <a:pt x="730" y="359"/>
                    <a:pt x="715" y="367"/>
                  </a:cubicBezTo>
                  <a:cubicBezTo>
                    <a:pt x="667" y="391"/>
                    <a:pt x="643" y="439"/>
                    <a:pt x="643" y="498"/>
                  </a:cubicBezTo>
                  <a:cubicBezTo>
                    <a:pt x="643" y="530"/>
                    <a:pt x="659" y="546"/>
                    <a:pt x="680" y="546"/>
                  </a:cubicBezTo>
                  <a:cubicBezTo>
                    <a:pt x="691" y="546"/>
                    <a:pt x="703" y="542"/>
                    <a:pt x="715" y="534"/>
                  </a:cubicBezTo>
                  <a:cubicBezTo>
                    <a:pt x="762" y="510"/>
                    <a:pt x="786" y="462"/>
                    <a:pt x="798" y="403"/>
                  </a:cubicBezTo>
                  <a:cubicBezTo>
                    <a:pt x="798" y="371"/>
                    <a:pt x="782" y="355"/>
                    <a:pt x="757" y="355"/>
                  </a:cubicBezTo>
                  <a:close/>
                  <a:moveTo>
                    <a:pt x="105" y="370"/>
                  </a:moveTo>
                  <a:cubicBezTo>
                    <a:pt x="95" y="370"/>
                    <a:pt x="84" y="373"/>
                    <a:pt x="72" y="379"/>
                  </a:cubicBezTo>
                  <a:cubicBezTo>
                    <a:pt x="24" y="415"/>
                    <a:pt x="0" y="462"/>
                    <a:pt x="0" y="510"/>
                  </a:cubicBezTo>
                  <a:cubicBezTo>
                    <a:pt x="0" y="545"/>
                    <a:pt x="19" y="567"/>
                    <a:pt x="44" y="567"/>
                  </a:cubicBezTo>
                  <a:cubicBezTo>
                    <a:pt x="52" y="567"/>
                    <a:pt x="62" y="564"/>
                    <a:pt x="72" y="558"/>
                  </a:cubicBezTo>
                  <a:cubicBezTo>
                    <a:pt x="119" y="534"/>
                    <a:pt x="143" y="474"/>
                    <a:pt x="143" y="427"/>
                  </a:cubicBezTo>
                  <a:cubicBezTo>
                    <a:pt x="143" y="392"/>
                    <a:pt x="130" y="370"/>
                    <a:pt x="105" y="370"/>
                  </a:cubicBezTo>
                  <a:close/>
                  <a:moveTo>
                    <a:pt x="433" y="536"/>
                  </a:moveTo>
                  <a:cubicBezTo>
                    <a:pt x="424" y="536"/>
                    <a:pt x="415" y="539"/>
                    <a:pt x="405" y="546"/>
                  </a:cubicBezTo>
                  <a:cubicBezTo>
                    <a:pt x="357" y="570"/>
                    <a:pt x="334" y="617"/>
                    <a:pt x="322" y="677"/>
                  </a:cubicBezTo>
                  <a:cubicBezTo>
                    <a:pt x="322" y="712"/>
                    <a:pt x="341" y="734"/>
                    <a:pt x="370" y="734"/>
                  </a:cubicBezTo>
                  <a:cubicBezTo>
                    <a:pt x="380" y="734"/>
                    <a:pt x="392" y="731"/>
                    <a:pt x="405" y="724"/>
                  </a:cubicBezTo>
                  <a:cubicBezTo>
                    <a:pt x="453" y="689"/>
                    <a:pt x="476" y="641"/>
                    <a:pt x="476" y="593"/>
                  </a:cubicBezTo>
                  <a:cubicBezTo>
                    <a:pt x="476" y="559"/>
                    <a:pt x="457" y="536"/>
                    <a:pt x="433" y="536"/>
                  </a:cubicBezTo>
                  <a:close/>
                  <a:moveTo>
                    <a:pt x="105" y="727"/>
                  </a:moveTo>
                  <a:cubicBezTo>
                    <a:pt x="95" y="727"/>
                    <a:pt x="84" y="730"/>
                    <a:pt x="72" y="736"/>
                  </a:cubicBezTo>
                  <a:cubicBezTo>
                    <a:pt x="24" y="760"/>
                    <a:pt x="0" y="808"/>
                    <a:pt x="0" y="867"/>
                  </a:cubicBezTo>
                  <a:cubicBezTo>
                    <a:pt x="0" y="902"/>
                    <a:pt x="19" y="924"/>
                    <a:pt x="44" y="924"/>
                  </a:cubicBezTo>
                  <a:cubicBezTo>
                    <a:pt x="52" y="924"/>
                    <a:pt x="62" y="921"/>
                    <a:pt x="72" y="915"/>
                  </a:cubicBezTo>
                  <a:cubicBezTo>
                    <a:pt x="119" y="879"/>
                    <a:pt x="143" y="832"/>
                    <a:pt x="143" y="784"/>
                  </a:cubicBezTo>
                  <a:cubicBezTo>
                    <a:pt x="143" y="749"/>
                    <a:pt x="130" y="727"/>
                    <a:pt x="105" y="72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17"/>
            <p:cNvSpPr/>
            <p:nvPr/>
          </p:nvSpPr>
          <p:spPr>
            <a:xfrm>
              <a:off x="2168390" y="3032859"/>
              <a:ext cx="512871" cy="318936"/>
            </a:xfrm>
            <a:custGeom>
              <a:avLst/>
              <a:gdLst/>
              <a:ahLst/>
              <a:cxnLst/>
              <a:rect l="l" t="t" r="r" b="b"/>
              <a:pathLst>
                <a:path w="11241" h="6990" extrusionOk="0">
                  <a:moveTo>
                    <a:pt x="11240" y="500"/>
                  </a:moveTo>
                  <a:lnTo>
                    <a:pt x="10371" y="0"/>
                  </a:lnTo>
                  <a:lnTo>
                    <a:pt x="1" y="5989"/>
                  </a:lnTo>
                  <a:lnTo>
                    <a:pt x="1" y="6989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17"/>
            <p:cNvSpPr/>
            <p:nvPr/>
          </p:nvSpPr>
          <p:spPr>
            <a:xfrm>
              <a:off x="2168390" y="2918792"/>
              <a:ext cx="512871" cy="387377"/>
            </a:xfrm>
            <a:custGeom>
              <a:avLst/>
              <a:gdLst/>
              <a:ahLst/>
              <a:cxnLst/>
              <a:rect l="l" t="t" r="r" b="b"/>
              <a:pathLst>
                <a:path w="11241" h="8490" extrusionOk="0">
                  <a:moveTo>
                    <a:pt x="1" y="6489"/>
                  </a:moveTo>
                  <a:lnTo>
                    <a:pt x="1" y="8489"/>
                  </a:lnTo>
                  <a:lnTo>
                    <a:pt x="11240" y="2000"/>
                  </a:lnTo>
                  <a:lnTo>
                    <a:pt x="11240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17"/>
            <p:cNvSpPr/>
            <p:nvPr/>
          </p:nvSpPr>
          <p:spPr>
            <a:xfrm>
              <a:off x="2200466" y="3093133"/>
              <a:ext cx="221646" cy="169004"/>
            </a:xfrm>
            <a:custGeom>
              <a:avLst/>
              <a:gdLst/>
              <a:ahLst/>
              <a:cxnLst/>
              <a:rect l="l" t="t" r="r" b="b"/>
              <a:pathLst>
                <a:path w="4858" h="3704" extrusionOk="0">
                  <a:moveTo>
                    <a:pt x="0" y="2799"/>
                  </a:moveTo>
                  <a:lnTo>
                    <a:pt x="0" y="3704"/>
                  </a:lnTo>
                  <a:lnTo>
                    <a:pt x="4858" y="906"/>
                  </a:lnTo>
                  <a:lnTo>
                    <a:pt x="485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17"/>
            <p:cNvSpPr/>
            <p:nvPr/>
          </p:nvSpPr>
          <p:spPr>
            <a:xfrm>
              <a:off x="2453059" y="3030669"/>
              <a:ext cx="65791" cy="95681"/>
            </a:xfrm>
            <a:custGeom>
              <a:avLst/>
              <a:gdLst/>
              <a:ahLst/>
              <a:cxnLst/>
              <a:rect l="l" t="t" r="r" b="b"/>
              <a:pathLst>
                <a:path w="1442" h="2097" extrusionOk="0">
                  <a:moveTo>
                    <a:pt x="1441" y="1"/>
                  </a:moveTo>
                  <a:lnTo>
                    <a:pt x="1" y="834"/>
                  </a:lnTo>
                  <a:lnTo>
                    <a:pt x="1" y="2096"/>
                  </a:lnTo>
                  <a:lnTo>
                    <a:pt x="1441" y="1263"/>
                  </a:lnTo>
                  <a:lnTo>
                    <a:pt x="144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17"/>
            <p:cNvSpPr/>
            <p:nvPr/>
          </p:nvSpPr>
          <p:spPr>
            <a:xfrm>
              <a:off x="2539979" y="2952464"/>
              <a:ext cx="128799" cy="118997"/>
            </a:xfrm>
            <a:custGeom>
              <a:avLst/>
              <a:gdLst/>
              <a:ahLst/>
              <a:cxnLst/>
              <a:rect l="l" t="t" r="r" b="b"/>
              <a:pathLst>
                <a:path w="2823" h="2608" extrusionOk="0">
                  <a:moveTo>
                    <a:pt x="1" y="1631"/>
                  </a:moveTo>
                  <a:lnTo>
                    <a:pt x="1" y="2608"/>
                  </a:lnTo>
                  <a:lnTo>
                    <a:pt x="2822" y="977"/>
                  </a:lnTo>
                  <a:lnTo>
                    <a:pt x="2822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538;p17"/>
            <p:cNvSpPr/>
            <p:nvPr/>
          </p:nvSpPr>
          <p:spPr>
            <a:xfrm>
              <a:off x="2553575" y="2969848"/>
              <a:ext cx="104892" cy="87514"/>
            </a:xfrm>
            <a:custGeom>
              <a:avLst/>
              <a:gdLst/>
              <a:ahLst/>
              <a:cxnLst/>
              <a:rect l="l" t="t" r="r" b="b"/>
              <a:pathLst>
                <a:path w="2299" h="1918" extrusionOk="0">
                  <a:moveTo>
                    <a:pt x="2298" y="0"/>
                  </a:moveTo>
                  <a:lnTo>
                    <a:pt x="2024" y="155"/>
                  </a:lnTo>
                  <a:lnTo>
                    <a:pt x="2024" y="393"/>
                  </a:lnTo>
                  <a:lnTo>
                    <a:pt x="2298" y="238"/>
                  </a:lnTo>
                  <a:lnTo>
                    <a:pt x="2298" y="0"/>
                  </a:lnTo>
                  <a:close/>
                  <a:moveTo>
                    <a:pt x="1893" y="238"/>
                  </a:moveTo>
                  <a:lnTo>
                    <a:pt x="1620" y="393"/>
                  </a:lnTo>
                  <a:lnTo>
                    <a:pt x="1620" y="631"/>
                  </a:lnTo>
                  <a:lnTo>
                    <a:pt x="1893" y="477"/>
                  </a:lnTo>
                  <a:lnTo>
                    <a:pt x="1893" y="238"/>
                  </a:lnTo>
                  <a:close/>
                  <a:moveTo>
                    <a:pt x="2298" y="357"/>
                  </a:moveTo>
                  <a:lnTo>
                    <a:pt x="2024" y="512"/>
                  </a:lnTo>
                  <a:lnTo>
                    <a:pt x="2024" y="750"/>
                  </a:lnTo>
                  <a:lnTo>
                    <a:pt x="2298" y="596"/>
                  </a:lnTo>
                  <a:lnTo>
                    <a:pt x="2298" y="357"/>
                  </a:lnTo>
                  <a:close/>
                  <a:moveTo>
                    <a:pt x="1489" y="465"/>
                  </a:moveTo>
                  <a:lnTo>
                    <a:pt x="1215" y="619"/>
                  </a:lnTo>
                  <a:lnTo>
                    <a:pt x="1215" y="858"/>
                  </a:lnTo>
                  <a:lnTo>
                    <a:pt x="1489" y="703"/>
                  </a:lnTo>
                  <a:lnTo>
                    <a:pt x="1489" y="465"/>
                  </a:lnTo>
                  <a:close/>
                  <a:moveTo>
                    <a:pt x="1893" y="584"/>
                  </a:moveTo>
                  <a:lnTo>
                    <a:pt x="1620" y="750"/>
                  </a:lnTo>
                  <a:lnTo>
                    <a:pt x="1620" y="988"/>
                  </a:lnTo>
                  <a:lnTo>
                    <a:pt x="1893" y="822"/>
                  </a:lnTo>
                  <a:lnTo>
                    <a:pt x="1893" y="584"/>
                  </a:lnTo>
                  <a:close/>
                  <a:moveTo>
                    <a:pt x="1084" y="703"/>
                  </a:moveTo>
                  <a:lnTo>
                    <a:pt x="810" y="858"/>
                  </a:lnTo>
                  <a:lnTo>
                    <a:pt x="810" y="1096"/>
                  </a:lnTo>
                  <a:lnTo>
                    <a:pt x="1084" y="941"/>
                  </a:lnTo>
                  <a:lnTo>
                    <a:pt x="1084" y="703"/>
                  </a:lnTo>
                  <a:close/>
                  <a:moveTo>
                    <a:pt x="1489" y="822"/>
                  </a:moveTo>
                  <a:lnTo>
                    <a:pt x="1215" y="977"/>
                  </a:lnTo>
                  <a:lnTo>
                    <a:pt x="1215" y="1215"/>
                  </a:lnTo>
                  <a:lnTo>
                    <a:pt x="1489" y="1060"/>
                  </a:lnTo>
                  <a:lnTo>
                    <a:pt x="1489" y="822"/>
                  </a:lnTo>
                  <a:close/>
                  <a:moveTo>
                    <a:pt x="679" y="929"/>
                  </a:moveTo>
                  <a:lnTo>
                    <a:pt x="405" y="1084"/>
                  </a:lnTo>
                  <a:lnTo>
                    <a:pt x="405" y="1322"/>
                  </a:lnTo>
                  <a:lnTo>
                    <a:pt x="679" y="1167"/>
                  </a:lnTo>
                  <a:lnTo>
                    <a:pt x="679" y="929"/>
                  </a:lnTo>
                  <a:close/>
                  <a:moveTo>
                    <a:pt x="1084" y="1048"/>
                  </a:moveTo>
                  <a:lnTo>
                    <a:pt x="810" y="1215"/>
                  </a:lnTo>
                  <a:lnTo>
                    <a:pt x="810" y="1453"/>
                  </a:lnTo>
                  <a:lnTo>
                    <a:pt x="1084" y="1286"/>
                  </a:lnTo>
                  <a:lnTo>
                    <a:pt x="1084" y="1048"/>
                  </a:lnTo>
                  <a:close/>
                  <a:moveTo>
                    <a:pt x="274" y="1167"/>
                  </a:moveTo>
                  <a:lnTo>
                    <a:pt x="0" y="1322"/>
                  </a:lnTo>
                  <a:lnTo>
                    <a:pt x="0" y="1560"/>
                  </a:lnTo>
                  <a:lnTo>
                    <a:pt x="274" y="1405"/>
                  </a:lnTo>
                  <a:lnTo>
                    <a:pt x="274" y="1167"/>
                  </a:lnTo>
                  <a:close/>
                  <a:moveTo>
                    <a:pt x="679" y="1286"/>
                  </a:moveTo>
                  <a:lnTo>
                    <a:pt x="405" y="1441"/>
                  </a:lnTo>
                  <a:lnTo>
                    <a:pt x="405" y="1679"/>
                  </a:lnTo>
                  <a:lnTo>
                    <a:pt x="679" y="1524"/>
                  </a:lnTo>
                  <a:lnTo>
                    <a:pt x="679" y="1286"/>
                  </a:lnTo>
                  <a:close/>
                  <a:moveTo>
                    <a:pt x="274" y="1512"/>
                  </a:moveTo>
                  <a:lnTo>
                    <a:pt x="0" y="1679"/>
                  </a:lnTo>
                  <a:lnTo>
                    <a:pt x="0" y="1917"/>
                  </a:lnTo>
                  <a:lnTo>
                    <a:pt x="274" y="1750"/>
                  </a:lnTo>
                  <a:lnTo>
                    <a:pt x="274" y="151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Google Shape;1539;p17"/>
            <p:cNvSpPr/>
            <p:nvPr/>
          </p:nvSpPr>
          <p:spPr>
            <a:xfrm>
              <a:off x="2467751" y="3060373"/>
              <a:ext cx="36409" cy="42479"/>
            </a:xfrm>
            <a:custGeom>
              <a:avLst/>
              <a:gdLst/>
              <a:ahLst/>
              <a:cxnLst/>
              <a:rect l="l" t="t" r="r" b="b"/>
              <a:pathLst>
                <a:path w="798" h="931" extrusionOk="0">
                  <a:moveTo>
                    <a:pt x="745" y="0"/>
                  </a:moveTo>
                  <a:cubicBezTo>
                    <a:pt x="735" y="0"/>
                    <a:pt x="725" y="2"/>
                    <a:pt x="715" y="5"/>
                  </a:cubicBezTo>
                  <a:lnTo>
                    <a:pt x="715" y="17"/>
                  </a:lnTo>
                  <a:cubicBezTo>
                    <a:pt x="667" y="40"/>
                    <a:pt x="643" y="88"/>
                    <a:pt x="643" y="147"/>
                  </a:cubicBezTo>
                  <a:cubicBezTo>
                    <a:pt x="643" y="182"/>
                    <a:pt x="662" y="204"/>
                    <a:pt x="686" y="204"/>
                  </a:cubicBezTo>
                  <a:cubicBezTo>
                    <a:pt x="695" y="204"/>
                    <a:pt x="705" y="202"/>
                    <a:pt x="715" y="195"/>
                  </a:cubicBezTo>
                  <a:cubicBezTo>
                    <a:pt x="762" y="159"/>
                    <a:pt x="786" y="112"/>
                    <a:pt x="798" y="64"/>
                  </a:cubicBezTo>
                  <a:cubicBezTo>
                    <a:pt x="798" y="18"/>
                    <a:pt x="776" y="0"/>
                    <a:pt x="745" y="0"/>
                  </a:cubicBezTo>
                  <a:close/>
                  <a:moveTo>
                    <a:pt x="433" y="186"/>
                  </a:moveTo>
                  <a:cubicBezTo>
                    <a:pt x="424" y="186"/>
                    <a:pt x="415" y="189"/>
                    <a:pt x="405" y="195"/>
                  </a:cubicBezTo>
                  <a:cubicBezTo>
                    <a:pt x="357" y="231"/>
                    <a:pt x="334" y="278"/>
                    <a:pt x="322" y="326"/>
                  </a:cubicBezTo>
                  <a:cubicBezTo>
                    <a:pt x="322" y="361"/>
                    <a:pt x="341" y="383"/>
                    <a:pt x="370" y="383"/>
                  </a:cubicBezTo>
                  <a:cubicBezTo>
                    <a:pt x="380" y="383"/>
                    <a:pt x="392" y="380"/>
                    <a:pt x="405" y="374"/>
                  </a:cubicBezTo>
                  <a:cubicBezTo>
                    <a:pt x="453" y="350"/>
                    <a:pt x="476" y="290"/>
                    <a:pt x="476" y="243"/>
                  </a:cubicBezTo>
                  <a:cubicBezTo>
                    <a:pt x="476" y="208"/>
                    <a:pt x="457" y="186"/>
                    <a:pt x="433" y="186"/>
                  </a:cubicBezTo>
                  <a:close/>
                  <a:moveTo>
                    <a:pt x="750" y="352"/>
                  </a:moveTo>
                  <a:cubicBezTo>
                    <a:pt x="739" y="352"/>
                    <a:pt x="727" y="355"/>
                    <a:pt x="715" y="362"/>
                  </a:cubicBezTo>
                  <a:lnTo>
                    <a:pt x="715" y="374"/>
                  </a:lnTo>
                  <a:cubicBezTo>
                    <a:pt x="667" y="398"/>
                    <a:pt x="643" y="445"/>
                    <a:pt x="643" y="505"/>
                  </a:cubicBezTo>
                  <a:cubicBezTo>
                    <a:pt x="643" y="536"/>
                    <a:pt x="659" y="552"/>
                    <a:pt x="680" y="552"/>
                  </a:cubicBezTo>
                  <a:cubicBezTo>
                    <a:pt x="691" y="552"/>
                    <a:pt x="703" y="548"/>
                    <a:pt x="715" y="540"/>
                  </a:cubicBezTo>
                  <a:cubicBezTo>
                    <a:pt x="762" y="517"/>
                    <a:pt x="786" y="469"/>
                    <a:pt x="798" y="409"/>
                  </a:cubicBezTo>
                  <a:cubicBezTo>
                    <a:pt x="798" y="375"/>
                    <a:pt x="779" y="352"/>
                    <a:pt x="750" y="352"/>
                  </a:cubicBezTo>
                  <a:close/>
                  <a:moveTo>
                    <a:pt x="105" y="376"/>
                  </a:moveTo>
                  <a:cubicBezTo>
                    <a:pt x="95" y="376"/>
                    <a:pt x="84" y="379"/>
                    <a:pt x="72" y="386"/>
                  </a:cubicBezTo>
                  <a:cubicBezTo>
                    <a:pt x="24" y="421"/>
                    <a:pt x="0" y="469"/>
                    <a:pt x="0" y="517"/>
                  </a:cubicBezTo>
                  <a:cubicBezTo>
                    <a:pt x="0" y="551"/>
                    <a:pt x="19" y="574"/>
                    <a:pt x="44" y="574"/>
                  </a:cubicBezTo>
                  <a:cubicBezTo>
                    <a:pt x="52" y="574"/>
                    <a:pt x="62" y="571"/>
                    <a:pt x="72" y="564"/>
                  </a:cubicBezTo>
                  <a:cubicBezTo>
                    <a:pt x="119" y="540"/>
                    <a:pt x="143" y="481"/>
                    <a:pt x="143" y="433"/>
                  </a:cubicBezTo>
                  <a:cubicBezTo>
                    <a:pt x="143" y="398"/>
                    <a:pt x="130" y="376"/>
                    <a:pt x="105" y="376"/>
                  </a:cubicBezTo>
                  <a:close/>
                  <a:moveTo>
                    <a:pt x="438" y="541"/>
                  </a:moveTo>
                  <a:cubicBezTo>
                    <a:pt x="428" y="541"/>
                    <a:pt x="416" y="545"/>
                    <a:pt x="405" y="552"/>
                  </a:cubicBezTo>
                  <a:cubicBezTo>
                    <a:pt x="357" y="576"/>
                    <a:pt x="334" y="624"/>
                    <a:pt x="322" y="683"/>
                  </a:cubicBezTo>
                  <a:cubicBezTo>
                    <a:pt x="322" y="718"/>
                    <a:pt x="341" y="740"/>
                    <a:pt x="370" y="740"/>
                  </a:cubicBezTo>
                  <a:cubicBezTo>
                    <a:pt x="380" y="740"/>
                    <a:pt x="392" y="737"/>
                    <a:pt x="405" y="731"/>
                  </a:cubicBezTo>
                  <a:cubicBezTo>
                    <a:pt x="453" y="695"/>
                    <a:pt x="476" y="648"/>
                    <a:pt x="476" y="600"/>
                  </a:cubicBezTo>
                  <a:cubicBezTo>
                    <a:pt x="476" y="559"/>
                    <a:pt x="460" y="541"/>
                    <a:pt x="438" y="541"/>
                  </a:cubicBezTo>
                  <a:close/>
                  <a:moveTo>
                    <a:pt x="100" y="727"/>
                  </a:moveTo>
                  <a:cubicBezTo>
                    <a:pt x="92" y="727"/>
                    <a:pt x="82" y="728"/>
                    <a:pt x="72" y="731"/>
                  </a:cubicBezTo>
                  <a:lnTo>
                    <a:pt x="72" y="743"/>
                  </a:lnTo>
                  <a:cubicBezTo>
                    <a:pt x="24" y="767"/>
                    <a:pt x="0" y="814"/>
                    <a:pt x="0" y="874"/>
                  </a:cubicBezTo>
                  <a:cubicBezTo>
                    <a:pt x="0" y="909"/>
                    <a:pt x="19" y="931"/>
                    <a:pt x="44" y="931"/>
                  </a:cubicBezTo>
                  <a:cubicBezTo>
                    <a:pt x="52" y="931"/>
                    <a:pt x="62" y="928"/>
                    <a:pt x="72" y="921"/>
                  </a:cubicBezTo>
                  <a:cubicBezTo>
                    <a:pt x="119" y="886"/>
                    <a:pt x="143" y="838"/>
                    <a:pt x="143" y="790"/>
                  </a:cubicBezTo>
                  <a:cubicBezTo>
                    <a:pt x="143" y="744"/>
                    <a:pt x="129" y="727"/>
                    <a:pt x="100" y="72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Google Shape;1540;p17"/>
            <p:cNvSpPr/>
            <p:nvPr/>
          </p:nvSpPr>
          <p:spPr>
            <a:xfrm>
              <a:off x="2168390" y="2896480"/>
              <a:ext cx="512871" cy="318389"/>
            </a:xfrm>
            <a:custGeom>
              <a:avLst/>
              <a:gdLst/>
              <a:ahLst/>
              <a:cxnLst/>
              <a:rect l="l" t="t" r="r" b="b"/>
              <a:pathLst>
                <a:path w="11241" h="6978" extrusionOk="0">
                  <a:moveTo>
                    <a:pt x="11240" y="489"/>
                  </a:moveTo>
                  <a:lnTo>
                    <a:pt x="10371" y="1"/>
                  </a:lnTo>
                  <a:lnTo>
                    <a:pt x="1" y="5990"/>
                  </a:lnTo>
                  <a:lnTo>
                    <a:pt x="1" y="6978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1541;p17"/>
            <p:cNvSpPr/>
            <p:nvPr/>
          </p:nvSpPr>
          <p:spPr>
            <a:xfrm>
              <a:off x="2168390" y="2782412"/>
              <a:ext cx="512871" cy="387377"/>
            </a:xfrm>
            <a:custGeom>
              <a:avLst/>
              <a:gdLst/>
              <a:ahLst/>
              <a:cxnLst/>
              <a:rect l="l" t="t" r="r" b="b"/>
              <a:pathLst>
                <a:path w="11241" h="8490" extrusionOk="0">
                  <a:moveTo>
                    <a:pt x="1" y="6490"/>
                  </a:moveTo>
                  <a:lnTo>
                    <a:pt x="1" y="8490"/>
                  </a:lnTo>
                  <a:lnTo>
                    <a:pt x="11240" y="2001"/>
                  </a:lnTo>
                  <a:lnTo>
                    <a:pt x="11240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Google Shape;1542;p17"/>
            <p:cNvSpPr/>
            <p:nvPr/>
          </p:nvSpPr>
          <p:spPr>
            <a:xfrm>
              <a:off x="2200466" y="2956799"/>
              <a:ext cx="221646" cy="169004"/>
            </a:xfrm>
            <a:custGeom>
              <a:avLst/>
              <a:gdLst/>
              <a:ahLst/>
              <a:cxnLst/>
              <a:rect l="l" t="t" r="r" b="b"/>
              <a:pathLst>
                <a:path w="4858" h="3704" extrusionOk="0">
                  <a:moveTo>
                    <a:pt x="0" y="2798"/>
                  </a:moveTo>
                  <a:lnTo>
                    <a:pt x="0" y="3703"/>
                  </a:lnTo>
                  <a:lnTo>
                    <a:pt x="4858" y="905"/>
                  </a:lnTo>
                  <a:lnTo>
                    <a:pt x="485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Google Shape;1543;p17"/>
            <p:cNvSpPr/>
            <p:nvPr/>
          </p:nvSpPr>
          <p:spPr>
            <a:xfrm>
              <a:off x="2453059" y="2894335"/>
              <a:ext cx="65791" cy="95088"/>
            </a:xfrm>
            <a:custGeom>
              <a:avLst/>
              <a:gdLst/>
              <a:ahLst/>
              <a:cxnLst/>
              <a:rect l="l" t="t" r="r" b="b"/>
              <a:pathLst>
                <a:path w="1442" h="2084" extrusionOk="0">
                  <a:moveTo>
                    <a:pt x="1441" y="0"/>
                  </a:moveTo>
                  <a:lnTo>
                    <a:pt x="1" y="822"/>
                  </a:lnTo>
                  <a:lnTo>
                    <a:pt x="1" y="2084"/>
                  </a:lnTo>
                  <a:lnTo>
                    <a:pt x="1441" y="1250"/>
                  </a:lnTo>
                  <a:lnTo>
                    <a:pt x="144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Google Shape;1544;p17"/>
            <p:cNvSpPr/>
            <p:nvPr/>
          </p:nvSpPr>
          <p:spPr>
            <a:xfrm>
              <a:off x="2539979" y="2816085"/>
              <a:ext cx="128799" cy="119042"/>
            </a:xfrm>
            <a:custGeom>
              <a:avLst/>
              <a:gdLst/>
              <a:ahLst/>
              <a:cxnLst/>
              <a:rect l="l" t="t" r="r" b="b"/>
              <a:pathLst>
                <a:path w="2823" h="2609" extrusionOk="0">
                  <a:moveTo>
                    <a:pt x="1" y="1632"/>
                  </a:moveTo>
                  <a:lnTo>
                    <a:pt x="1" y="2608"/>
                  </a:lnTo>
                  <a:lnTo>
                    <a:pt x="2822" y="977"/>
                  </a:lnTo>
                  <a:lnTo>
                    <a:pt x="2822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Google Shape;1545;p17"/>
            <p:cNvSpPr/>
            <p:nvPr/>
          </p:nvSpPr>
          <p:spPr>
            <a:xfrm>
              <a:off x="2553575" y="2832921"/>
              <a:ext cx="104892" cy="87514"/>
            </a:xfrm>
            <a:custGeom>
              <a:avLst/>
              <a:gdLst/>
              <a:ahLst/>
              <a:cxnLst/>
              <a:rect l="l" t="t" r="r" b="b"/>
              <a:pathLst>
                <a:path w="2299" h="1918" extrusionOk="0">
                  <a:moveTo>
                    <a:pt x="2298" y="1"/>
                  </a:moveTo>
                  <a:lnTo>
                    <a:pt x="2024" y="168"/>
                  </a:lnTo>
                  <a:lnTo>
                    <a:pt x="2024" y="406"/>
                  </a:lnTo>
                  <a:lnTo>
                    <a:pt x="2298" y="239"/>
                  </a:lnTo>
                  <a:lnTo>
                    <a:pt x="2298" y="1"/>
                  </a:lnTo>
                  <a:close/>
                  <a:moveTo>
                    <a:pt x="1893" y="239"/>
                  </a:moveTo>
                  <a:lnTo>
                    <a:pt x="1620" y="394"/>
                  </a:lnTo>
                  <a:lnTo>
                    <a:pt x="1620" y="632"/>
                  </a:lnTo>
                  <a:lnTo>
                    <a:pt x="1893" y="477"/>
                  </a:lnTo>
                  <a:lnTo>
                    <a:pt x="1893" y="239"/>
                  </a:lnTo>
                  <a:close/>
                  <a:moveTo>
                    <a:pt x="2298" y="358"/>
                  </a:moveTo>
                  <a:lnTo>
                    <a:pt x="2024" y="513"/>
                  </a:lnTo>
                  <a:lnTo>
                    <a:pt x="2024" y="751"/>
                  </a:lnTo>
                  <a:lnTo>
                    <a:pt x="2298" y="584"/>
                  </a:lnTo>
                  <a:lnTo>
                    <a:pt x="2298" y="358"/>
                  </a:lnTo>
                  <a:close/>
                  <a:moveTo>
                    <a:pt x="1489" y="477"/>
                  </a:moveTo>
                  <a:lnTo>
                    <a:pt x="1215" y="632"/>
                  </a:lnTo>
                  <a:lnTo>
                    <a:pt x="1215" y="870"/>
                  </a:lnTo>
                  <a:lnTo>
                    <a:pt x="1489" y="715"/>
                  </a:lnTo>
                  <a:lnTo>
                    <a:pt x="1489" y="477"/>
                  </a:lnTo>
                  <a:close/>
                  <a:moveTo>
                    <a:pt x="1893" y="584"/>
                  </a:moveTo>
                  <a:lnTo>
                    <a:pt x="1620" y="751"/>
                  </a:lnTo>
                  <a:lnTo>
                    <a:pt x="1620" y="989"/>
                  </a:lnTo>
                  <a:lnTo>
                    <a:pt x="1893" y="822"/>
                  </a:lnTo>
                  <a:lnTo>
                    <a:pt x="1893" y="584"/>
                  </a:lnTo>
                  <a:close/>
                  <a:moveTo>
                    <a:pt x="1084" y="703"/>
                  </a:moveTo>
                  <a:lnTo>
                    <a:pt x="810" y="858"/>
                  </a:lnTo>
                  <a:lnTo>
                    <a:pt x="810" y="1108"/>
                  </a:lnTo>
                  <a:lnTo>
                    <a:pt x="1084" y="942"/>
                  </a:lnTo>
                  <a:lnTo>
                    <a:pt x="1084" y="703"/>
                  </a:lnTo>
                  <a:close/>
                  <a:moveTo>
                    <a:pt x="1489" y="822"/>
                  </a:moveTo>
                  <a:lnTo>
                    <a:pt x="1215" y="977"/>
                  </a:lnTo>
                  <a:lnTo>
                    <a:pt x="1215" y="1215"/>
                  </a:lnTo>
                  <a:lnTo>
                    <a:pt x="1489" y="1061"/>
                  </a:lnTo>
                  <a:lnTo>
                    <a:pt x="1489" y="822"/>
                  </a:lnTo>
                  <a:close/>
                  <a:moveTo>
                    <a:pt x="679" y="942"/>
                  </a:moveTo>
                  <a:lnTo>
                    <a:pt x="405" y="1096"/>
                  </a:lnTo>
                  <a:lnTo>
                    <a:pt x="405" y="1334"/>
                  </a:lnTo>
                  <a:lnTo>
                    <a:pt x="679" y="1180"/>
                  </a:lnTo>
                  <a:lnTo>
                    <a:pt x="679" y="942"/>
                  </a:lnTo>
                  <a:close/>
                  <a:moveTo>
                    <a:pt x="1084" y="1049"/>
                  </a:moveTo>
                  <a:lnTo>
                    <a:pt x="810" y="1215"/>
                  </a:lnTo>
                  <a:lnTo>
                    <a:pt x="810" y="1453"/>
                  </a:lnTo>
                  <a:lnTo>
                    <a:pt x="1084" y="1287"/>
                  </a:lnTo>
                  <a:lnTo>
                    <a:pt x="1084" y="1049"/>
                  </a:lnTo>
                  <a:close/>
                  <a:moveTo>
                    <a:pt x="274" y="1168"/>
                  </a:moveTo>
                  <a:lnTo>
                    <a:pt x="0" y="1311"/>
                  </a:lnTo>
                  <a:lnTo>
                    <a:pt x="0" y="1549"/>
                  </a:lnTo>
                  <a:lnTo>
                    <a:pt x="274" y="1406"/>
                  </a:lnTo>
                  <a:lnTo>
                    <a:pt x="274" y="1168"/>
                  </a:lnTo>
                  <a:close/>
                  <a:moveTo>
                    <a:pt x="679" y="1287"/>
                  </a:moveTo>
                  <a:lnTo>
                    <a:pt x="405" y="1442"/>
                  </a:lnTo>
                  <a:lnTo>
                    <a:pt x="405" y="1680"/>
                  </a:lnTo>
                  <a:lnTo>
                    <a:pt x="679" y="1525"/>
                  </a:lnTo>
                  <a:lnTo>
                    <a:pt x="679" y="1287"/>
                  </a:lnTo>
                  <a:close/>
                  <a:moveTo>
                    <a:pt x="274" y="1513"/>
                  </a:moveTo>
                  <a:lnTo>
                    <a:pt x="0" y="1680"/>
                  </a:lnTo>
                  <a:lnTo>
                    <a:pt x="0" y="1918"/>
                  </a:lnTo>
                  <a:lnTo>
                    <a:pt x="274" y="1751"/>
                  </a:lnTo>
                  <a:lnTo>
                    <a:pt x="274" y="151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Google Shape;1546;p17"/>
            <p:cNvSpPr/>
            <p:nvPr/>
          </p:nvSpPr>
          <p:spPr>
            <a:xfrm>
              <a:off x="2467751" y="2923765"/>
              <a:ext cx="36409" cy="42205"/>
            </a:xfrm>
            <a:custGeom>
              <a:avLst/>
              <a:gdLst/>
              <a:ahLst/>
              <a:cxnLst/>
              <a:rect l="l" t="t" r="r" b="b"/>
              <a:pathLst>
                <a:path w="798" h="925" extrusionOk="0">
                  <a:moveTo>
                    <a:pt x="750" y="1"/>
                  </a:moveTo>
                  <a:cubicBezTo>
                    <a:pt x="739" y="1"/>
                    <a:pt x="727" y="4"/>
                    <a:pt x="715" y="10"/>
                  </a:cubicBezTo>
                  <a:cubicBezTo>
                    <a:pt x="667" y="34"/>
                    <a:pt x="643" y="82"/>
                    <a:pt x="643" y="141"/>
                  </a:cubicBezTo>
                  <a:cubicBezTo>
                    <a:pt x="643" y="178"/>
                    <a:pt x="664" y="193"/>
                    <a:pt x="690" y="193"/>
                  </a:cubicBezTo>
                  <a:cubicBezTo>
                    <a:pt x="698" y="193"/>
                    <a:pt x="706" y="192"/>
                    <a:pt x="715" y="189"/>
                  </a:cubicBezTo>
                  <a:cubicBezTo>
                    <a:pt x="762" y="153"/>
                    <a:pt x="786" y="105"/>
                    <a:pt x="798" y="58"/>
                  </a:cubicBezTo>
                  <a:cubicBezTo>
                    <a:pt x="798" y="23"/>
                    <a:pt x="779" y="1"/>
                    <a:pt x="750" y="1"/>
                  </a:cubicBezTo>
                  <a:close/>
                  <a:moveTo>
                    <a:pt x="433" y="179"/>
                  </a:moveTo>
                  <a:cubicBezTo>
                    <a:pt x="424" y="179"/>
                    <a:pt x="415" y="182"/>
                    <a:pt x="405" y="189"/>
                  </a:cubicBezTo>
                  <a:cubicBezTo>
                    <a:pt x="357" y="224"/>
                    <a:pt x="334" y="272"/>
                    <a:pt x="322" y="320"/>
                  </a:cubicBezTo>
                  <a:cubicBezTo>
                    <a:pt x="322" y="355"/>
                    <a:pt x="341" y="377"/>
                    <a:pt x="370" y="377"/>
                  </a:cubicBezTo>
                  <a:cubicBezTo>
                    <a:pt x="380" y="377"/>
                    <a:pt x="392" y="374"/>
                    <a:pt x="405" y="367"/>
                  </a:cubicBezTo>
                  <a:cubicBezTo>
                    <a:pt x="453" y="344"/>
                    <a:pt x="476" y="284"/>
                    <a:pt x="476" y="236"/>
                  </a:cubicBezTo>
                  <a:cubicBezTo>
                    <a:pt x="476" y="202"/>
                    <a:pt x="457" y="179"/>
                    <a:pt x="433" y="179"/>
                  </a:cubicBezTo>
                  <a:close/>
                  <a:moveTo>
                    <a:pt x="757" y="355"/>
                  </a:moveTo>
                  <a:cubicBezTo>
                    <a:pt x="745" y="355"/>
                    <a:pt x="730" y="359"/>
                    <a:pt x="715" y="367"/>
                  </a:cubicBezTo>
                  <a:cubicBezTo>
                    <a:pt x="667" y="391"/>
                    <a:pt x="643" y="439"/>
                    <a:pt x="643" y="486"/>
                  </a:cubicBezTo>
                  <a:cubicBezTo>
                    <a:pt x="643" y="521"/>
                    <a:pt x="662" y="543"/>
                    <a:pt x="686" y="543"/>
                  </a:cubicBezTo>
                  <a:cubicBezTo>
                    <a:pt x="695" y="543"/>
                    <a:pt x="705" y="540"/>
                    <a:pt x="715" y="534"/>
                  </a:cubicBezTo>
                  <a:cubicBezTo>
                    <a:pt x="762" y="510"/>
                    <a:pt x="786" y="463"/>
                    <a:pt x="798" y="403"/>
                  </a:cubicBezTo>
                  <a:cubicBezTo>
                    <a:pt x="798" y="371"/>
                    <a:pt x="782" y="355"/>
                    <a:pt x="757" y="355"/>
                  </a:cubicBezTo>
                  <a:close/>
                  <a:moveTo>
                    <a:pt x="105" y="370"/>
                  </a:moveTo>
                  <a:cubicBezTo>
                    <a:pt x="95" y="370"/>
                    <a:pt x="84" y="373"/>
                    <a:pt x="72" y="379"/>
                  </a:cubicBezTo>
                  <a:cubicBezTo>
                    <a:pt x="24" y="415"/>
                    <a:pt x="0" y="463"/>
                    <a:pt x="0" y="510"/>
                  </a:cubicBezTo>
                  <a:cubicBezTo>
                    <a:pt x="0" y="545"/>
                    <a:pt x="19" y="567"/>
                    <a:pt x="44" y="567"/>
                  </a:cubicBezTo>
                  <a:cubicBezTo>
                    <a:pt x="52" y="567"/>
                    <a:pt x="62" y="564"/>
                    <a:pt x="72" y="558"/>
                  </a:cubicBezTo>
                  <a:cubicBezTo>
                    <a:pt x="119" y="534"/>
                    <a:pt x="143" y="475"/>
                    <a:pt x="143" y="427"/>
                  </a:cubicBezTo>
                  <a:cubicBezTo>
                    <a:pt x="143" y="392"/>
                    <a:pt x="130" y="370"/>
                    <a:pt x="105" y="370"/>
                  </a:cubicBezTo>
                  <a:close/>
                  <a:moveTo>
                    <a:pt x="433" y="537"/>
                  </a:moveTo>
                  <a:cubicBezTo>
                    <a:pt x="424" y="537"/>
                    <a:pt x="415" y="540"/>
                    <a:pt x="405" y="546"/>
                  </a:cubicBezTo>
                  <a:cubicBezTo>
                    <a:pt x="357" y="570"/>
                    <a:pt x="334" y="617"/>
                    <a:pt x="322" y="677"/>
                  </a:cubicBezTo>
                  <a:cubicBezTo>
                    <a:pt x="322" y="712"/>
                    <a:pt x="341" y="734"/>
                    <a:pt x="370" y="734"/>
                  </a:cubicBezTo>
                  <a:cubicBezTo>
                    <a:pt x="380" y="734"/>
                    <a:pt x="392" y="731"/>
                    <a:pt x="405" y="725"/>
                  </a:cubicBezTo>
                  <a:cubicBezTo>
                    <a:pt x="453" y="689"/>
                    <a:pt x="476" y="641"/>
                    <a:pt x="476" y="594"/>
                  </a:cubicBezTo>
                  <a:cubicBezTo>
                    <a:pt x="476" y="559"/>
                    <a:pt x="457" y="537"/>
                    <a:pt x="433" y="537"/>
                  </a:cubicBezTo>
                  <a:close/>
                  <a:moveTo>
                    <a:pt x="105" y="727"/>
                  </a:moveTo>
                  <a:cubicBezTo>
                    <a:pt x="95" y="727"/>
                    <a:pt x="84" y="730"/>
                    <a:pt x="72" y="736"/>
                  </a:cubicBezTo>
                  <a:cubicBezTo>
                    <a:pt x="24" y="760"/>
                    <a:pt x="0" y="808"/>
                    <a:pt x="0" y="867"/>
                  </a:cubicBezTo>
                  <a:cubicBezTo>
                    <a:pt x="0" y="902"/>
                    <a:pt x="19" y="924"/>
                    <a:pt x="44" y="924"/>
                  </a:cubicBezTo>
                  <a:cubicBezTo>
                    <a:pt x="52" y="924"/>
                    <a:pt x="62" y="921"/>
                    <a:pt x="72" y="915"/>
                  </a:cubicBezTo>
                  <a:cubicBezTo>
                    <a:pt x="119" y="879"/>
                    <a:pt x="143" y="832"/>
                    <a:pt x="143" y="784"/>
                  </a:cubicBezTo>
                  <a:cubicBezTo>
                    <a:pt x="143" y="749"/>
                    <a:pt x="130" y="727"/>
                    <a:pt x="105" y="72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Google Shape;1547;p17"/>
            <p:cNvSpPr/>
            <p:nvPr/>
          </p:nvSpPr>
          <p:spPr>
            <a:xfrm>
              <a:off x="2168390" y="2759599"/>
              <a:ext cx="512871" cy="318936"/>
            </a:xfrm>
            <a:custGeom>
              <a:avLst/>
              <a:gdLst/>
              <a:ahLst/>
              <a:cxnLst/>
              <a:rect l="l" t="t" r="r" b="b"/>
              <a:pathLst>
                <a:path w="11241" h="6990" extrusionOk="0">
                  <a:moveTo>
                    <a:pt x="11240" y="501"/>
                  </a:moveTo>
                  <a:lnTo>
                    <a:pt x="10371" y="1"/>
                  </a:lnTo>
                  <a:lnTo>
                    <a:pt x="1" y="5989"/>
                  </a:lnTo>
                  <a:lnTo>
                    <a:pt x="1" y="699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Google Shape;1548;p17"/>
            <p:cNvSpPr/>
            <p:nvPr/>
          </p:nvSpPr>
          <p:spPr>
            <a:xfrm>
              <a:off x="2168390" y="2645531"/>
              <a:ext cx="512871" cy="387377"/>
            </a:xfrm>
            <a:custGeom>
              <a:avLst/>
              <a:gdLst/>
              <a:ahLst/>
              <a:cxnLst/>
              <a:rect l="l" t="t" r="r" b="b"/>
              <a:pathLst>
                <a:path w="11241" h="8490" extrusionOk="0">
                  <a:moveTo>
                    <a:pt x="1" y="6489"/>
                  </a:moveTo>
                  <a:lnTo>
                    <a:pt x="1" y="8489"/>
                  </a:lnTo>
                  <a:lnTo>
                    <a:pt x="11240" y="2001"/>
                  </a:lnTo>
                  <a:lnTo>
                    <a:pt x="11240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Google Shape;1549;p17"/>
            <p:cNvSpPr/>
            <p:nvPr/>
          </p:nvSpPr>
          <p:spPr>
            <a:xfrm>
              <a:off x="2200466" y="2819918"/>
              <a:ext cx="221646" cy="168959"/>
            </a:xfrm>
            <a:custGeom>
              <a:avLst/>
              <a:gdLst/>
              <a:ahLst/>
              <a:cxnLst/>
              <a:rect l="l" t="t" r="r" b="b"/>
              <a:pathLst>
                <a:path w="4858" h="3703" extrusionOk="0">
                  <a:moveTo>
                    <a:pt x="0" y="2798"/>
                  </a:moveTo>
                  <a:lnTo>
                    <a:pt x="0" y="3703"/>
                  </a:lnTo>
                  <a:lnTo>
                    <a:pt x="4858" y="905"/>
                  </a:lnTo>
                  <a:lnTo>
                    <a:pt x="4858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Google Shape;1550;p17"/>
            <p:cNvSpPr/>
            <p:nvPr/>
          </p:nvSpPr>
          <p:spPr>
            <a:xfrm>
              <a:off x="2453059" y="2757408"/>
              <a:ext cx="65791" cy="95681"/>
            </a:xfrm>
            <a:custGeom>
              <a:avLst/>
              <a:gdLst/>
              <a:ahLst/>
              <a:cxnLst/>
              <a:rect l="l" t="t" r="r" b="b"/>
              <a:pathLst>
                <a:path w="1442" h="2097" extrusionOk="0">
                  <a:moveTo>
                    <a:pt x="1441" y="1"/>
                  </a:moveTo>
                  <a:lnTo>
                    <a:pt x="1" y="834"/>
                  </a:lnTo>
                  <a:lnTo>
                    <a:pt x="1" y="2096"/>
                  </a:lnTo>
                  <a:lnTo>
                    <a:pt x="1441" y="1263"/>
                  </a:lnTo>
                  <a:lnTo>
                    <a:pt x="144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Google Shape;1551;p17"/>
            <p:cNvSpPr/>
            <p:nvPr/>
          </p:nvSpPr>
          <p:spPr>
            <a:xfrm>
              <a:off x="2539979" y="2679204"/>
              <a:ext cx="128799" cy="118997"/>
            </a:xfrm>
            <a:custGeom>
              <a:avLst/>
              <a:gdLst/>
              <a:ahLst/>
              <a:cxnLst/>
              <a:rect l="l" t="t" r="r" b="b"/>
              <a:pathLst>
                <a:path w="2823" h="2608" extrusionOk="0">
                  <a:moveTo>
                    <a:pt x="1" y="1632"/>
                  </a:moveTo>
                  <a:lnTo>
                    <a:pt x="1" y="2608"/>
                  </a:lnTo>
                  <a:lnTo>
                    <a:pt x="2822" y="977"/>
                  </a:lnTo>
                  <a:lnTo>
                    <a:pt x="2822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1552;p17"/>
            <p:cNvSpPr/>
            <p:nvPr/>
          </p:nvSpPr>
          <p:spPr>
            <a:xfrm>
              <a:off x="2553575" y="2696587"/>
              <a:ext cx="104892" cy="86966"/>
            </a:xfrm>
            <a:custGeom>
              <a:avLst/>
              <a:gdLst/>
              <a:ahLst/>
              <a:cxnLst/>
              <a:rect l="l" t="t" r="r" b="b"/>
              <a:pathLst>
                <a:path w="2299" h="1906" extrusionOk="0">
                  <a:moveTo>
                    <a:pt x="2298" y="0"/>
                  </a:moveTo>
                  <a:lnTo>
                    <a:pt x="2024" y="155"/>
                  </a:lnTo>
                  <a:lnTo>
                    <a:pt x="2024" y="393"/>
                  </a:lnTo>
                  <a:lnTo>
                    <a:pt x="2298" y="239"/>
                  </a:lnTo>
                  <a:lnTo>
                    <a:pt x="2298" y="0"/>
                  </a:lnTo>
                  <a:close/>
                  <a:moveTo>
                    <a:pt x="1893" y="239"/>
                  </a:moveTo>
                  <a:lnTo>
                    <a:pt x="1620" y="393"/>
                  </a:lnTo>
                  <a:lnTo>
                    <a:pt x="1620" y="631"/>
                  </a:lnTo>
                  <a:lnTo>
                    <a:pt x="1893" y="477"/>
                  </a:lnTo>
                  <a:lnTo>
                    <a:pt x="1893" y="239"/>
                  </a:lnTo>
                  <a:close/>
                  <a:moveTo>
                    <a:pt x="2298" y="346"/>
                  </a:moveTo>
                  <a:lnTo>
                    <a:pt x="2024" y="501"/>
                  </a:lnTo>
                  <a:lnTo>
                    <a:pt x="2024" y="739"/>
                  </a:lnTo>
                  <a:lnTo>
                    <a:pt x="2298" y="584"/>
                  </a:lnTo>
                  <a:lnTo>
                    <a:pt x="2298" y="346"/>
                  </a:lnTo>
                  <a:close/>
                  <a:moveTo>
                    <a:pt x="1489" y="465"/>
                  </a:moveTo>
                  <a:lnTo>
                    <a:pt x="1215" y="620"/>
                  </a:lnTo>
                  <a:lnTo>
                    <a:pt x="1215" y="858"/>
                  </a:lnTo>
                  <a:lnTo>
                    <a:pt x="1489" y="703"/>
                  </a:lnTo>
                  <a:lnTo>
                    <a:pt x="1489" y="465"/>
                  </a:lnTo>
                  <a:close/>
                  <a:moveTo>
                    <a:pt x="1893" y="584"/>
                  </a:moveTo>
                  <a:lnTo>
                    <a:pt x="1620" y="739"/>
                  </a:lnTo>
                  <a:lnTo>
                    <a:pt x="1620" y="977"/>
                  </a:lnTo>
                  <a:lnTo>
                    <a:pt x="1893" y="822"/>
                  </a:lnTo>
                  <a:lnTo>
                    <a:pt x="1893" y="584"/>
                  </a:lnTo>
                  <a:close/>
                  <a:moveTo>
                    <a:pt x="1084" y="703"/>
                  </a:moveTo>
                  <a:lnTo>
                    <a:pt x="810" y="858"/>
                  </a:lnTo>
                  <a:lnTo>
                    <a:pt x="810" y="1096"/>
                  </a:lnTo>
                  <a:lnTo>
                    <a:pt x="1084" y="941"/>
                  </a:lnTo>
                  <a:lnTo>
                    <a:pt x="1084" y="703"/>
                  </a:lnTo>
                  <a:close/>
                  <a:moveTo>
                    <a:pt x="1489" y="822"/>
                  </a:moveTo>
                  <a:lnTo>
                    <a:pt x="1215" y="977"/>
                  </a:lnTo>
                  <a:lnTo>
                    <a:pt x="1215" y="1215"/>
                  </a:lnTo>
                  <a:lnTo>
                    <a:pt x="1489" y="1048"/>
                  </a:lnTo>
                  <a:lnTo>
                    <a:pt x="1489" y="822"/>
                  </a:lnTo>
                  <a:close/>
                  <a:moveTo>
                    <a:pt x="679" y="929"/>
                  </a:moveTo>
                  <a:lnTo>
                    <a:pt x="405" y="1084"/>
                  </a:lnTo>
                  <a:lnTo>
                    <a:pt x="405" y="1322"/>
                  </a:lnTo>
                  <a:lnTo>
                    <a:pt x="679" y="1167"/>
                  </a:lnTo>
                  <a:lnTo>
                    <a:pt x="679" y="929"/>
                  </a:lnTo>
                  <a:close/>
                  <a:moveTo>
                    <a:pt x="1084" y="1048"/>
                  </a:moveTo>
                  <a:lnTo>
                    <a:pt x="810" y="1203"/>
                  </a:lnTo>
                  <a:lnTo>
                    <a:pt x="810" y="1441"/>
                  </a:lnTo>
                  <a:lnTo>
                    <a:pt x="1084" y="1286"/>
                  </a:lnTo>
                  <a:lnTo>
                    <a:pt x="1084" y="1048"/>
                  </a:lnTo>
                  <a:close/>
                  <a:moveTo>
                    <a:pt x="274" y="1167"/>
                  </a:moveTo>
                  <a:lnTo>
                    <a:pt x="0" y="1322"/>
                  </a:lnTo>
                  <a:lnTo>
                    <a:pt x="0" y="1560"/>
                  </a:lnTo>
                  <a:lnTo>
                    <a:pt x="274" y="1405"/>
                  </a:lnTo>
                  <a:lnTo>
                    <a:pt x="274" y="1167"/>
                  </a:lnTo>
                  <a:close/>
                  <a:moveTo>
                    <a:pt x="679" y="1274"/>
                  </a:moveTo>
                  <a:lnTo>
                    <a:pt x="405" y="1441"/>
                  </a:lnTo>
                  <a:lnTo>
                    <a:pt x="405" y="1679"/>
                  </a:lnTo>
                  <a:lnTo>
                    <a:pt x="679" y="1513"/>
                  </a:lnTo>
                  <a:lnTo>
                    <a:pt x="679" y="1274"/>
                  </a:lnTo>
                  <a:close/>
                  <a:moveTo>
                    <a:pt x="274" y="1513"/>
                  </a:moveTo>
                  <a:lnTo>
                    <a:pt x="0" y="1667"/>
                  </a:lnTo>
                  <a:lnTo>
                    <a:pt x="0" y="1905"/>
                  </a:lnTo>
                  <a:lnTo>
                    <a:pt x="274" y="1751"/>
                  </a:lnTo>
                  <a:lnTo>
                    <a:pt x="274" y="151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Google Shape;1553;p17"/>
            <p:cNvSpPr/>
            <p:nvPr/>
          </p:nvSpPr>
          <p:spPr>
            <a:xfrm>
              <a:off x="2467751" y="2786884"/>
              <a:ext cx="36409" cy="42160"/>
            </a:xfrm>
            <a:custGeom>
              <a:avLst/>
              <a:gdLst/>
              <a:ahLst/>
              <a:cxnLst/>
              <a:rect l="l" t="t" r="r" b="b"/>
              <a:pathLst>
                <a:path w="798" h="924" extrusionOk="0">
                  <a:moveTo>
                    <a:pt x="750" y="0"/>
                  </a:moveTo>
                  <a:cubicBezTo>
                    <a:pt x="739" y="0"/>
                    <a:pt x="727" y="3"/>
                    <a:pt x="715" y="10"/>
                  </a:cubicBezTo>
                  <a:cubicBezTo>
                    <a:pt x="667" y="46"/>
                    <a:pt x="643" y="93"/>
                    <a:pt x="643" y="141"/>
                  </a:cubicBezTo>
                  <a:cubicBezTo>
                    <a:pt x="643" y="176"/>
                    <a:pt x="662" y="198"/>
                    <a:pt x="686" y="198"/>
                  </a:cubicBezTo>
                  <a:cubicBezTo>
                    <a:pt x="695" y="198"/>
                    <a:pt x="705" y="195"/>
                    <a:pt x="715" y="188"/>
                  </a:cubicBezTo>
                  <a:cubicBezTo>
                    <a:pt x="762" y="165"/>
                    <a:pt x="786" y="117"/>
                    <a:pt x="798" y="57"/>
                  </a:cubicBezTo>
                  <a:cubicBezTo>
                    <a:pt x="798" y="23"/>
                    <a:pt x="779" y="0"/>
                    <a:pt x="750" y="0"/>
                  </a:cubicBezTo>
                  <a:close/>
                  <a:moveTo>
                    <a:pt x="433" y="191"/>
                  </a:moveTo>
                  <a:cubicBezTo>
                    <a:pt x="424" y="191"/>
                    <a:pt x="415" y="194"/>
                    <a:pt x="405" y="200"/>
                  </a:cubicBezTo>
                  <a:cubicBezTo>
                    <a:pt x="357" y="224"/>
                    <a:pt x="334" y="272"/>
                    <a:pt x="322" y="331"/>
                  </a:cubicBezTo>
                  <a:cubicBezTo>
                    <a:pt x="322" y="363"/>
                    <a:pt x="337" y="379"/>
                    <a:pt x="362" y="379"/>
                  </a:cubicBezTo>
                  <a:cubicBezTo>
                    <a:pt x="375" y="379"/>
                    <a:pt x="389" y="375"/>
                    <a:pt x="405" y="367"/>
                  </a:cubicBezTo>
                  <a:cubicBezTo>
                    <a:pt x="453" y="343"/>
                    <a:pt x="476" y="296"/>
                    <a:pt x="476" y="248"/>
                  </a:cubicBezTo>
                  <a:cubicBezTo>
                    <a:pt x="476" y="213"/>
                    <a:pt x="457" y="191"/>
                    <a:pt x="433" y="191"/>
                  </a:cubicBezTo>
                  <a:close/>
                  <a:moveTo>
                    <a:pt x="750" y="358"/>
                  </a:moveTo>
                  <a:cubicBezTo>
                    <a:pt x="739" y="358"/>
                    <a:pt x="727" y="361"/>
                    <a:pt x="715" y="367"/>
                  </a:cubicBezTo>
                  <a:cubicBezTo>
                    <a:pt x="667" y="391"/>
                    <a:pt x="643" y="450"/>
                    <a:pt x="643" y="498"/>
                  </a:cubicBezTo>
                  <a:cubicBezTo>
                    <a:pt x="643" y="533"/>
                    <a:pt x="662" y="555"/>
                    <a:pt x="686" y="555"/>
                  </a:cubicBezTo>
                  <a:cubicBezTo>
                    <a:pt x="695" y="555"/>
                    <a:pt x="705" y="552"/>
                    <a:pt x="715" y="546"/>
                  </a:cubicBezTo>
                  <a:cubicBezTo>
                    <a:pt x="762" y="510"/>
                    <a:pt x="786" y="462"/>
                    <a:pt x="798" y="415"/>
                  </a:cubicBezTo>
                  <a:cubicBezTo>
                    <a:pt x="798" y="380"/>
                    <a:pt x="779" y="358"/>
                    <a:pt x="750" y="358"/>
                  </a:cubicBezTo>
                  <a:close/>
                  <a:moveTo>
                    <a:pt x="110" y="379"/>
                  </a:moveTo>
                  <a:cubicBezTo>
                    <a:pt x="99" y="379"/>
                    <a:pt x="87" y="383"/>
                    <a:pt x="72" y="391"/>
                  </a:cubicBezTo>
                  <a:cubicBezTo>
                    <a:pt x="24" y="415"/>
                    <a:pt x="0" y="462"/>
                    <a:pt x="0" y="522"/>
                  </a:cubicBezTo>
                  <a:cubicBezTo>
                    <a:pt x="0" y="548"/>
                    <a:pt x="19" y="567"/>
                    <a:pt x="42" y="567"/>
                  </a:cubicBezTo>
                  <a:cubicBezTo>
                    <a:pt x="52" y="567"/>
                    <a:pt x="62" y="564"/>
                    <a:pt x="72" y="557"/>
                  </a:cubicBezTo>
                  <a:cubicBezTo>
                    <a:pt x="119" y="534"/>
                    <a:pt x="143" y="486"/>
                    <a:pt x="143" y="438"/>
                  </a:cubicBezTo>
                  <a:cubicBezTo>
                    <a:pt x="143" y="398"/>
                    <a:pt x="132" y="379"/>
                    <a:pt x="110" y="379"/>
                  </a:cubicBezTo>
                  <a:close/>
                  <a:moveTo>
                    <a:pt x="439" y="546"/>
                  </a:moveTo>
                  <a:cubicBezTo>
                    <a:pt x="429" y="546"/>
                    <a:pt x="417" y="550"/>
                    <a:pt x="405" y="557"/>
                  </a:cubicBezTo>
                  <a:cubicBezTo>
                    <a:pt x="357" y="581"/>
                    <a:pt x="334" y="629"/>
                    <a:pt x="322" y="677"/>
                  </a:cubicBezTo>
                  <a:cubicBezTo>
                    <a:pt x="322" y="711"/>
                    <a:pt x="341" y="734"/>
                    <a:pt x="370" y="734"/>
                  </a:cubicBezTo>
                  <a:cubicBezTo>
                    <a:pt x="380" y="734"/>
                    <a:pt x="392" y="731"/>
                    <a:pt x="405" y="724"/>
                  </a:cubicBezTo>
                  <a:cubicBezTo>
                    <a:pt x="453" y="700"/>
                    <a:pt x="476" y="653"/>
                    <a:pt x="476" y="593"/>
                  </a:cubicBezTo>
                  <a:cubicBezTo>
                    <a:pt x="476" y="561"/>
                    <a:pt x="461" y="546"/>
                    <a:pt x="439" y="546"/>
                  </a:cubicBezTo>
                  <a:close/>
                  <a:moveTo>
                    <a:pt x="111" y="736"/>
                  </a:moveTo>
                  <a:cubicBezTo>
                    <a:pt x="101" y="736"/>
                    <a:pt x="87" y="740"/>
                    <a:pt x="72" y="748"/>
                  </a:cubicBezTo>
                  <a:cubicBezTo>
                    <a:pt x="24" y="772"/>
                    <a:pt x="0" y="819"/>
                    <a:pt x="0" y="867"/>
                  </a:cubicBezTo>
                  <a:cubicBezTo>
                    <a:pt x="0" y="902"/>
                    <a:pt x="19" y="924"/>
                    <a:pt x="44" y="924"/>
                  </a:cubicBezTo>
                  <a:cubicBezTo>
                    <a:pt x="52" y="924"/>
                    <a:pt x="62" y="921"/>
                    <a:pt x="72" y="915"/>
                  </a:cubicBezTo>
                  <a:cubicBezTo>
                    <a:pt x="119" y="891"/>
                    <a:pt x="143" y="843"/>
                    <a:pt x="143" y="784"/>
                  </a:cubicBezTo>
                  <a:cubicBezTo>
                    <a:pt x="143" y="752"/>
                    <a:pt x="132" y="736"/>
                    <a:pt x="111" y="73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Google Shape;1554;p17"/>
            <p:cNvSpPr/>
            <p:nvPr/>
          </p:nvSpPr>
          <p:spPr>
            <a:xfrm>
              <a:off x="2168390" y="2623265"/>
              <a:ext cx="512871" cy="318389"/>
            </a:xfrm>
            <a:custGeom>
              <a:avLst/>
              <a:gdLst/>
              <a:ahLst/>
              <a:cxnLst/>
              <a:rect l="l" t="t" r="r" b="b"/>
              <a:pathLst>
                <a:path w="11241" h="6978" extrusionOk="0">
                  <a:moveTo>
                    <a:pt x="11240" y="488"/>
                  </a:moveTo>
                  <a:lnTo>
                    <a:pt x="10371" y="0"/>
                  </a:lnTo>
                  <a:lnTo>
                    <a:pt x="1" y="5989"/>
                  </a:lnTo>
                  <a:lnTo>
                    <a:pt x="1" y="6977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Google Shape;1555;p17"/>
            <p:cNvSpPr/>
            <p:nvPr/>
          </p:nvSpPr>
          <p:spPr>
            <a:xfrm>
              <a:off x="1576240" y="1917048"/>
              <a:ext cx="144038" cy="1465190"/>
            </a:xfrm>
            <a:custGeom>
              <a:avLst/>
              <a:gdLst/>
              <a:ahLst/>
              <a:cxnLst/>
              <a:rect l="l" t="t" r="r" b="b"/>
              <a:pathLst>
                <a:path w="3157" h="32112" extrusionOk="0">
                  <a:moveTo>
                    <a:pt x="1" y="0"/>
                  </a:moveTo>
                  <a:lnTo>
                    <a:pt x="561" y="321"/>
                  </a:lnTo>
                  <a:lnTo>
                    <a:pt x="561" y="3322"/>
                  </a:lnTo>
                  <a:lnTo>
                    <a:pt x="1" y="3000"/>
                  </a:lnTo>
                  <a:close/>
                  <a:moveTo>
                    <a:pt x="870" y="3489"/>
                  </a:moveTo>
                  <a:lnTo>
                    <a:pt x="1430" y="3810"/>
                  </a:lnTo>
                  <a:lnTo>
                    <a:pt x="1430" y="810"/>
                  </a:lnTo>
                  <a:lnTo>
                    <a:pt x="870" y="500"/>
                  </a:lnTo>
                  <a:close/>
                  <a:moveTo>
                    <a:pt x="1739" y="3989"/>
                  </a:moveTo>
                  <a:lnTo>
                    <a:pt x="2287" y="4310"/>
                  </a:lnTo>
                  <a:lnTo>
                    <a:pt x="2287" y="1322"/>
                  </a:lnTo>
                  <a:lnTo>
                    <a:pt x="1739" y="1000"/>
                  </a:lnTo>
                  <a:close/>
                  <a:moveTo>
                    <a:pt x="2597" y="4489"/>
                  </a:moveTo>
                  <a:lnTo>
                    <a:pt x="3156" y="4810"/>
                  </a:lnTo>
                  <a:lnTo>
                    <a:pt x="3156" y="1810"/>
                  </a:lnTo>
                  <a:lnTo>
                    <a:pt x="2597" y="1500"/>
                  </a:lnTo>
                  <a:close/>
                  <a:moveTo>
                    <a:pt x="1" y="6310"/>
                  </a:moveTo>
                  <a:lnTo>
                    <a:pt x="561" y="6620"/>
                  </a:lnTo>
                  <a:lnTo>
                    <a:pt x="561" y="3631"/>
                  </a:lnTo>
                  <a:lnTo>
                    <a:pt x="1" y="3310"/>
                  </a:lnTo>
                  <a:close/>
                  <a:moveTo>
                    <a:pt x="870" y="6810"/>
                  </a:moveTo>
                  <a:lnTo>
                    <a:pt x="1430" y="7120"/>
                  </a:lnTo>
                  <a:lnTo>
                    <a:pt x="1430" y="4131"/>
                  </a:lnTo>
                  <a:lnTo>
                    <a:pt x="870" y="3810"/>
                  </a:lnTo>
                  <a:close/>
                  <a:moveTo>
                    <a:pt x="1727" y="7310"/>
                  </a:moveTo>
                  <a:lnTo>
                    <a:pt x="2287" y="7620"/>
                  </a:lnTo>
                  <a:lnTo>
                    <a:pt x="2287" y="4632"/>
                  </a:lnTo>
                  <a:lnTo>
                    <a:pt x="1727" y="4310"/>
                  </a:lnTo>
                  <a:close/>
                  <a:moveTo>
                    <a:pt x="2597" y="7811"/>
                  </a:moveTo>
                  <a:lnTo>
                    <a:pt x="3156" y="8120"/>
                  </a:lnTo>
                  <a:lnTo>
                    <a:pt x="3156" y="5132"/>
                  </a:lnTo>
                  <a:lnTo>
                    <a:pt x="2608" y="4810"/>
                  </a:lnTo>
                  <a:close/>
                  <a:moveTo>
                    <a:pt x="1" y="9620"/>
                  </a:moveTo>
                  <a:lnTo>
                    <a:pt x="561" y="9942"/>
                  </a:lnTo>
                  <a:lnTo>
                    <a:pt x="561" y="6941"/>
                  </a:lnTo>
                  <a:lnTo>
                    <a:pt x="1" y="6620"/>
                  </a:lnTo>
                  <a:close/>
                  <a:moveTo>
                    <a:pt x="870" y="10120"/>
                  </a:moveTo>
                  <a:lnTo>
                    <a:pt x="1430" y="10442"/>
                  </a:lnTo>
                  <a:lnTo>
                    <a:pt x="1430" y="7441"/>
                  </a:lnTo>
                  <a:lnTo>
                    <a:pt x="870" y="7120"/>
                  </a:lnTo>
                  <a:close/>
                  <a:moveTo>
                    <a:pt x="1727" y="10620"/>
                  </a:moveTo>
                  <a:lnTo>
                    <a:pt x="2287" y="10942"/>
                  </a:lnTo>
                  <a:lnTo>
                    <a:pt x="2287" y="7941"/>
                  </a:lnTo>
                  <a:lnTo>
                    <a:pt x="1727" y="7620"/>
                  </a:lnTo>
                  <a:close/>
                  <a:moveTo>
                    <a:pt x="2597" y="11120"/>
                  </a:moveTo>
                  <a:lnTo>
                    <a:pt x="3156" y="11430"/>
                  </a:lnTo>
                  <a:lnTo>
                    <a:pt x="3156" y="8442"/>
                  </a:lnTo>
                  <a:lnTo>
                    <a:pt x="2608" y="8120"/>
                  </a:lnTo>
                  <a:close/>
                  <a:moveTo>
                    <a:pt x="1" y="23670"/>
                  </a:moveTo>
                  <a:lnTo>
                    <a:pt x="561" y="23991"/>
                  </a:lnTo>
                  <a:lnTo>
                    <a:pt x="561" y="20991"/>
                  </a:lnTo>
                  <a:lnTo>
                    <a:pt x="1" y="20669"/>
                  </a:lnTo>
                  <a:close/>
                  <a:moveTo>
                    <a:pt x="870" y="24170"/>
                  </a:moveTo>
                  <a:lnTo>
                    <a:pt x="1430" y="24491"/>
                  </a:lnTo>
                  <a:lnTo>
                    <a:pt x="1430" y="21491"/>
                  </a:lnTo>
                  <a:lnTo>
                    <a:pt x="870" y="21169"/>
                  </a:lnTo>
                  <a:close/>
                  <a:moveTo>
                    <a:pt x="1727" y="24670"/>
                  </a:moveTo>
                  <a:lnTo>
                    <a:pt x="2287" y="24991"/>
                  </a:lnTo>
                  <a:lnTo>
                    <a:pt x="2287" y="21991"/>
                  </a:lnTo>
                  <a:lnTo>
                    <a:pt x="1727" y="21669"/>
                  </a:lnTo>
                  <a:close/>
                  <a:moveTo>
                    <a:pt x="2597" y="25170"/>
                  </a:moveTo>
                  <a:lnTo>
                    <a:pt x="3156" y="25491"/>
                  </a:lnTo>
                  <a:lnTo>
                    <a:pt x="3156" y="22491"/>
                  </a:lnTo>
                  <a:lnTo>
                    <a:pt x="2608" y="22169"/>
                  </a:lnTo>
                  <a:close/>
                  <a:moveTo>
                    <a:pt x="1" y="26980"/>
                  </a:moveTo>
                  <a:lnTo>
                    <a:pt x="561" y="27301"/>
                  </a:lnTo>
                  <a:lnTo>
                    <a:pt x="561" y="24301"/>
                  </a:lnTo>
                  <a:lnTo>
                    <a:pt x="1" y="23979"/>
                  </a:lnTo>
                  <a:close/>
                  <a:moveTo>
                    <a:pt x="870" y="27480"/>
                  </a:moveTo>
                  <a:lnTo>
                    <a:pt x="1430" y="27801"/>
                  </a:lnTo>
                  <a:lnTo>
                    <a:pt x="1430" y="24801"/>
                  </a:lnTo>
                  <a:lnTo>
                    <a:pt x="870" y="24491"/>
                  </a:lnTo>
                  <a:close/>
                  <a:moveTo>
                    <a:pt x="1739" y="27980"/>
                  </a:moveTo>
                  <a:lnTo>
                    <a:pt x="2287" y="28301"/>
                  </a:lnTo>
                  <a:lnTo>
                    <a:pt x="2287" y="25301"/>
                  </a:lnTo>
                  <a:lnTo>
                    <a:pt x="1739" y="24991"/>
                  </a:lnTo>
                  <a:close/>
                  <a:moveTo>
                    <a:pt x="2597" y="28480"/>
                  </a:moveTo>
                  <a:lnTo>
                    <a:pt x="3156" y="28801"/>
                  </a:lnTo>
                  <a:lnTo>
                    <a:pt x="3156" y="25801"/>
                  </a:lnTo>
                  <a:lnTo>
                    <a:pt x="2608" y="25491"/>
                  </a:lnTo>
                  <a:close/>
                  <a:moveTo>
                    <a:pt x="1" y="30289"/>
                  </a:moveTo>
                  <a:lnTo>
                    <a:pt x="561" y="30611"/>
                  </a:lnTo>
                  <a:lnTo>
                    <a:pt x="561" y="27622"/>
                  </a:lnTo>
                  <a:lnTo>
                    <a:pt x="1" y="27301"/>
                  </a:lnTo>
                  <a:close/>
                  <a:moveTo>
                    <a:pt x="870" y="30790"/>
                  </a:moveTo>
                  <a:lnTo>
                    <a:pt x="1430" y="31111"/>
                  </a:lnTo>
                  <a:lnTo>
                    <a:pt x="1430" y="28123"/>
                  </a:lnTo>
                  <a:lnTo>
                    <a:pt x="870" y="27801"/>
                  </a:lnTo>
                  <a:close/>
                  <a:moveTo>
                    <a:pt x="1727" y="31290"/>
                  </a:moveTo>
                  <a:lnTo>
                    <a:pt x="2287" y="31611"/>
                  </a:lnTo>
                  <a:lnTo>
                    <a:pt x="2287" y="28623"/>
                  </a:lnTo>
                  <a:lnTo>
                    <a:pt x="1727" y="28301"/>
                  </a:lnTo>
                  <a:close/>
                  <a:moveTo>
                    <a:pt x="2597" y="31790"/>
                  </a:moveTo>
                  <a:lnTo>
                    <a:pt x="3156" y="32111"/>
                  </a:lnTo>
                  <a:lnTo>
                    <a:pt x="3156" y="29111"/>
                  </a:lnTo>
                  <a:lnTo>
                    <a:pt x="2597" y="2880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Google Shape;1556;p17"/>
            <p:cNvSpPr/>
            <p:nvPr/>
          </p:nvSpPr>
          <p:spPr>
            <a:xfrm>
              <a:off x="2681241" y="1803482"/>
              <a:ext cx="39146" cy="1502696"/>
            </a:xfrm>
            <a:custGeom>
              <a:avLst/>
              <a:gdLst/>
              <a:ahLst/>
              <a:cxnLst/>
              <a:rect l="l" t="t" r="r" b="b"/>
              <a:pathLst>
                <a:path w="858" h="32934" extrusionOk="0">
                  <a:moveTo>
                    <a:pt x="858" y="32933"/>
                  </a:moveTo>
                  <a:lnTo>
                    <a:pt x="0" y="32433"/>
                  </a:lnTo>
                  <a:lnTo>
                    <a:pt x="0" y="489"/>
                  </a:lnTo>
                  <a:lnTo>
                    <a:pt x="85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Google Shape;1557;p17"/>
            <p:cNvSpPr/>
            <p:nvPr/>
          </p:nvSpPr>
          <p:spPr>
            <a:xfrm>
              <a:off x="2168390" y="3283307"/>
              <a:ext cx="551971" cy="341750"/>
            </a:xfrm>
            <a:custGeom>
              <a:avLst/>
              <a:gdLst/>
              <a:ahLst/>
              <a:cxnLst/>
              <a:rect l="l" t="t" r="r" b="b"/>
              <a:pathLst>
                <a:path w="12098" h="7490" extrusionOk="0">
                  <a:moveTo>
                    <a:pt x="1" y="7489"/>
                  </a:moveTo>
                  <a:lnTo>
                    <a:pt x="1" y="6489"/>
                  </a:lnTo>
                  <a:lnTo>
                    <a:pt x="11240" y="0"/>
                  </a:lnTo>
                  <a:lnTo>
                    <a:pt x="12098" y="50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Google Shape;1558;p17"/>
            <p:cNvSpPr/>
            <p:nvPr/>
          </p:nvSpPr>
          <p:spPr>
            <a:xfrm>
              <a:off x="2168390" y="3333816"/>
              <a:ext cx="551971" cy="427028"/>
            </a:xfrm>
            <a:custGeom>
              <a:avLst/>
              <a:gdLst/>
              <a:ahLst/>
              <a:cxnLst/>
              <a:rect l="l" t="t" r="r" b="b"/>
              <a:pathLst>
                <a:path w="12098" h="9359" extrusionOk="0">
                  <a:moveTo>
                    <a:pt x="1" y="6989"/>
                  </a:moveTo>
                  <a:lnTo>
                    <a:pt x="12098" y="0"/>
                  </a:lnTo>
                  <a:lnTo>
                    <a:pt x="12098" y="2370"/>
                  </a:lnTo>
                  <a:lnTo>
                    <a:pt x="1" y="9359"/>
                  </a:lnTo>
                  <a:close/>
                </a:path>
              </a:pathLst>
            </a:custGeom>
            <a:solidFill>
              <a:srgbClr val="35199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Google Shape;1559;p17"/>
            <p:cNvSpPr/>
            <p:nvPr/>
          </p:nvSpPr>
          <p:spPr>
            <a:xfrm>
              <a:off x="2168390" y="3306120"/>
              <a:ext cx="551971" cy="357491"/>
            </a:xfrm>
            <a:custGeom>
              <a:avLst/>
              <a:gdLst/>
              <a:ahLst/>
              <a:cxnLst/>
              <a:rect l="l" t="t" r="r" b="b"/>
              <a:pathLst>
                <a:path w="12098" h="7835" extrusionOk="0">
                  <a:moveTo>
                    <a:pt x="1" y="6989"/>
                  </a:moveTo>
                  <a:lnTo>
                    <a:pt x="12098" y="0"/>
                  </a:lnTo>
                  <a:lnTo>
                    <a:pt x="12098" y="846"/>
                  </a:lnTo>
                  <a:lnTo>
                    <a:pt x="1" y="783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Google Shape;1560;p17"/>
            <p:cNvSpPr/>
            <p:nvPr/>
          </p:nvSpPr>
          <p:spPr>
            <a:xfrm>
              <a:off x="2168390" y="3403352"/>
              <a:ext cx="551971" cy="357491"/>
            </a:xfrm>
            <a:custGeom>
              <a:avLst/>
              <a:gdLst/>
              <a:ahLst/>
              <a:cxnLst/>
              <a:rect l="l" t="t" r="r" b="b"/>
              <a:pathLst>
                <a:path w="12098" h="7835" extrusionOk="0">
                  <a:moveTo>
                    <a:pt x="1" y="6989"/>
                  </a:moveTo>
                  <a:lnTo>
                    <a:pt x="12098" y="0"/>
                  </a:lnTo>
                  <a:lnTo>
                    <a:pt x="12098" y="846"/>
                  </a:lnTo>
                  <a:lnTo>
                    <a:pt x="1" y="783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Google Shape;1561;p17"/>
            <p:cNvSpPr/>
            <p:nvPr/>
          </p:nvSpPr>
          <p:spPr>
            <a:xfrm>
              <a:off x="2168390" y="3354987"/>
              <a:ext cx="551971" cy="357537"/>
            </a:xfrm>
            <a:custGeom>
              <a:avLst/>
              <a:gdLst/>
              <a:ahLst/>
              <a:cxnLst/>
              <a:rect l="l" t="t" r="r" b="b"/>
              <a:pathLst>
                <a:path w="12098" h="7836" extrusionOk="0">
                  <a:moveTo>
                    <a:pt x="1" y="6978"/>
                  </a:moveTo>
                  <a:lnTo>
                    <a:pt x="12098" y="1"/>
                  </a:lnTo>
                  <a:lnTo>
                    <a:pt x="12098" y="846"/>
                  </a:lnTo>
                  <a:lnTo>
                    <a:pt x="1" y="783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Google Shape;1562;p17"/>
            <p:cNvSpPr/>
            <p:nvPr/>
          </p:nvSpPr>
          <p:spPr>
            <a:xfrm>
              <a:off x="2143432" y="2797104"/>
              <a:ext cx="34264" cy="110829"/>
            </a:xfrm>
            <a:custGeom>
              <a:avLst/>
              <a:gdLst/>
              <a:ahLst/>
              <a:cxnLst/>
              <a:rect l="l" t="t" r="r" b="b"/>
              <a:pathLst>
                <a:path w="751" h="2429" extrusionOk="0">
                  <a:moveTo>
                    <a:pt x="524" y="2429"/>
                  </a:moveTo>
                  <a:cubicBezTo>
                    <a:pt x="476" y="2417"/>
                    <a:pt x="441" y="2417"/>
                    <a:pt x="405" y="2393"/>
                  </a:cubicBezTo>
                  <a:lnTo>
                    <a:pt x="107" y="2227"/>
                  </a:lnTo>
                  <a:cubicBezTo>
                    <a:pt x="60" y="2191"/>
                    <a:pt x="48" y="2131"/>
                    <a:pt x="72" y="2096"/>
                  </a:cubicBezTo>
                  <a:cubicBezTo>
                    <a:pt x="95" y="2048"/>
                    <a:pt x="155" y="2024"/>
                    <a:pt x="203" y="2060"/>
                  </a:cubicBezTo>
                  <a:lnTo>
                    <a:pt x="500" y="2227"/>
                  </a:lnTo>
                  <a:cubicBezTo>
                    <a:pt x="512" y="2238"/>
                    <a:pt x="536" y="2238"/>
                    <a:pt x="548" y="2227"/>
                  </a:cubicBezTo>
                  <a:cubicBezTo>
                    <a:pt x="560" y="2215"/>
                    <a:pt x="560" y="2203"/>
                    <a:pt x="560" y="2191"/>
                  </a:cubicBezTo>
                  <a:lnTo>
                    <a:pt x="560" y="619"/>
                  </a:lnTo>
                  <a:cubicBezTo>
                    <a:pt x="560" y="536"/>
                    <a:pt x="524" y="464"/>
                    <a:pt x="453" y="417"/>
                  </a:cubicBezTo>
                  <a:lnTo>
                    <a:pt x="107" y="226"/>
                  </a:lnTo>
                  <a:cubicBezTo>
                    <a:pt x="0" y="155"/>
                    <a:pt x="95" y="0"/>
                    <a:pt x="203" y="60"/>
                  </a:cubicBezTo>
                  <a:lnTo>
                    <a:pt x="548" y="250"/>
                  </a:lnTo>
                  <a:cubicBezTo>
                    <a:pt x="679" y="333"/>
                    <a:pt x="750" y="464"/>
                    <a:pt x="750" y="619"/>
                  </a:cubicBezTo>
                  <a:lnTo>
                    <a:pt x="750" y="2191"/>
                  </a:lnTo>
                  <a:cubicBezTo>
                    <a:pt x="750" y="2262"/>
                    <a:pt x="714" y="2346"/>
                    <a:pt x="643" y="2381"/>
                  </a:cubicBezTo>
                  <a:cubicBezTo>
                    <a:pt x="607" y="2405"/>
                    <a:pt x="560" y="2417"/>
                    <a:pt x="524" y="2429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Google Shape;1563;p17"/>
            <p:cNvSpPr/>
            <p:nvPr/>
          </p:nvSpPr>
          <p:spPr>
            <a:xfrm>
              <a:off x="1676756" y="1477948"/>
              <a:ext cx="903968" cy="521568"/>
            </a:xfrm>
            <a:custGeom>
              <a:avLst/>
              <a:gdLst/>
              <a:ahLst/>
              <a:cxnLst/>
              <a:rect l="l" t="t" r="r" b="b"/>
              <a:pathLst>
                <a:path w="19813" h="11431" extrusionOk="0">
                  <a:moveTo>
                    <a:pt x="9895" y="286"/>
                  </a:moveTo>
                  <a:lnTo>
                    <a:pt x="19301" y="5715"/>
                  </a:lnTo>
                  <a:lnTo>
                    <a:pt x="9907" y="11145"/>
                  </a:lnTo>
                  <a:lnTo>
                    <a:pt x="501" y="5715"/>
                  </a:lnTo>
                  <a:lnTo>
                    <a:pt x="9895" y="286"/>
                  </a:lnTo>
                  <a:close/>
                  <a:moveTo>
                    <a:pt x="9907" y="0"/>
                  </a:moveTo>
                  <a:lnTo>
                    <a:pt x="1" y="5715"/>
                  </a:lnTo>
                  <a:lnTo>
                    <a:pt x="9907" y="11430"/>
                  </a:lnTo>
                  <a:lnTo>
                    <a:pt x="19813" y="5715"/>
                  </a:lnTo>
                  <a:lnTo>
                    <a:pt x="990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Google Shape;1564;p17"/>
            <p:cNvSpPr/>
            <p:nvPr/>
          </p:nvSpPr>
          <p:spPr>
            <a:xfrm>
              <a:off x="2086352" y="2071313"/>
              <a:ext cx="6022" cy="1695518"/>
            </a:xfrm>
            <a:custGeom>
              <a:avLst/>
              <a:gdLst/>
              <a:ahLst/>
              <a:cxnLst/>
              <a:rect l="l" t="t" r="r" b="b"/>
              <a:pathLst>
                <a:path w="132" h="37160" extrusionOk="0">
                  <a:moveTo>
                    <a:pt x="1" y="0"/>
                  </a:moveTo>
                  <a:lnTo>
                    <a:pt x="1" y="37076"/>
                  </a:lnTo>
                  <a:lnTo>
                    <a:pt x="132" y="37160"/>
                  </a:lnTo>
                  <a:lnTo>
                    <a:pt x="132" y="119"/>
                  </a:lnTo>
                  <a:lnTo>
                    <a:pt x="120" y="7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1565;p17"/>
            <p:cNvSpPr/>
            <p:nvPr/>
          </p:nvSpPr>
          <p:spPr>
            <a:xfrm>
              <a:off x="1533898" y="1752425"/>
              <a:ext cx="6023" cy="1695518"/>
            </a:xfrm>
            <a:custGeom>
              <a:avLst/>
              <a:gdLst/>
              <a:ahLst/>
              <a:cxnLst/>
              <a:rect l="l" t="t" r="r" b="b"/>
              <a:pathLst>
                <a:path w="132" h="37160" extrusionOk="0">
                  <a:moveTo>
                    <a:pt x="0" y="0"/>
                  </a:moveTo>
                  <a:lnTo>
                    <a:pt x="0" y="37076"/>
                  </a:lnTo>
                  <a:lnTo>
                    <a:pt x="131" y="37160"/>
                  </a:lnTo>
                  <a:lnTo>
                    <a:pt x="131" y="119"/>
                  </a:lnTo>
                  <a:lnTo>
                    <a:pt x="119" y="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Google Shape;1566;p17"/>
            <p:cNvSpPr/>
            <p:nvPr/>
          </p:nvSpPr>
          <p:spPr>
            <a:xfrm>
              <a:off x="2539979" y="1857847"/>
              <a:ext cx="128799" cy="118997"/>
            </a:xfrm>
            <a:custGeom>
              <a:avLst/>
              <a:gdLst/>
              <a:ahLst/>
              <a:cxnLst/>
              <a:rect l="l" t="t" r="r" b="b"/>
              <a:pathLst>
                <a:path w="2823" h="2608" extrusionOk="0">
                  <a:moveTo>
                    <a:pt x="1" y="1620"/>
                  </a:moveTo>
                  <a:lnTo>
                    <a:pt x="1" y="2608"/>
                  </a:lnTo>
                  <a:lnTo>
                    <a:pt x="2822" y="977"/>
                  </a:lnTo>
                  <a:lnTo>
                    <a:pt x="2822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Google Shape;1567;p17"/>
            <p:cNvSpPr/>
            <p:nvPr/>
          </p:nvSpPr>
          <p:spPr>
            <a:xfrm>
              <a:off x="2553575" y="1875231"/>
              <a:ext cx="104892" cy="86966"/>
            </a:xfrm>
            <a:custGeom>
              <a:avLst/>
              <a:gdLst/>
              <a:ahLst/>
              <a:cxnLst/>
              <a:rect l="l" t="t" r="r" b="b"/>
              <a:pathLst>
                <a:path w="2299" h="1906" extrusionOk="0">
                  <a:moveTo>
                    <a:pt x="2298" y="0"/>
                  </a:moveTo>
                  <a:lnTo>
                    <a:pt x="2024" y="155"/>
                  </a:lnTo>
                  <a:lnTo>
                    <a:pt x="2024" y="393"/>
                  </a:lnTo>
                  <a:lnTo>
                    <a:pt x="2298" y="238"/>
                  </a:lnTo>
                  <a:lnTo>
                    <a:pt x="2298" y="0"/>
                  </a:lnTo>
                  <a:close/>
                  <a:moveTo>
                    <a:pt x="1893" y="238"/>
                  </a:moveTo>
                  <a:lnTo>
                    <a:pt x="1620" y="381"/>
                  </a:lnTo>
                  <a:lnTo>
                    <a:pt x="1620" y="619"/>
                  </a:lnTo>
                  <a:lnTo>
                    <a:pt x="1893" y="477"/>
                  </a:lnTo>
                  <a:lnTo>
                    <a:pt x="1893" y="238"/>
                  </a:lnTo>
                  <a:close/>
                  <a:moveTo>
                    <a:pt x="2298" y="346"/>
                  </a:moveTo>
                  <a:lnTo>
                    <a:pt x="2024" y="500"/>
                  </a:lnTo>
                  <a:lnTo>
                    <a:pt x="2024" y="739"/>
                  </a:lnTo>
                  <a:lnTo>
                    <a:pt x="2298" y="584"/>
                  </a:lnTo>
                  <a:lnTo>
                    <a:pt x="2298" y="346"/>
                  </a:lnTo>
                  <a:close/>
                  <a:moveTo>
                    <a:pt x="1489" y="453"/>
                  </a:moveTo>
                  <a:lnTo>
                    <a:pt x="1215" y="619"/>
                  </a:lnTo>
                  <a:lnTo>
                    <a:pt x="1215" y="858"/>
                  </a:lnTo>
                  <a:lnTo>
                    <a:pt x="1489" y="703"/>
                  </a:lnTo>
                  <a:lnTo>
                    <a:pt x="1489" y="453"/>
                  </a:lnTo>
                  <a:close/>
                  <a:moveTo>
                    <a:pt x="1893" y="596"/>
                  </a:moveTo>
                  <a:lnTo>
                    <a:pt x="1620" y="739"/>
                  </a:lnTo>
                  <a:lnTo>
                    <a:pt x="1620" y="977"/>
                  </a:lnTo>
                  <a:lnTo>
                    <a:pt x="1893" y="834"/>
                  </a:lnTo>
                  <a:lnTo>
                    <a:pt x="1893" y="596"/>
                  </a:lnTo>
                  <a:close/>
                  <a:moveTo>
                    <a:pt x="1084" y="691"/>
                  </a:moveTo>
                  <a:lnTo>
                    <a:pt x="810" y="846"/>
                  </a:lnTo>
                  <a:lnTo>
                    <a:pt x="810" y="1084"/>
                  </a:lnTo>
                  <a:lnTo>
                    <a:pt x="1084" y="929"/>
                  </a:lnTo>
                  <a:lnTo>
                    <a:pt x="1084" y="691"/>
                  </a:lnTo>
                  <a:close/>
                  <a:moveTo>
                    <a:pt x="1489" y="798"/>
                  </a:moveTo>
                  <a:lnTo>
                    <a:pt x="1215" y="977"/>
                  </a:lnTo>
                  <a:lnTo>
                    <a:pt x="1215" y="1203"/>
                  </a:lnTo>
                  <a:lnTo>
                    <a:pt x="1489" y="1036"/>
                  </a:lnTo>
                  <a:lnTo>
                    <a:pt x="1489" y="798"/>
                  </a:lnTo>
                  <a:close/>
                  <a:moveTo>
                    <a:pt x="679" y="917"/>
                  </a:moveTo>
                  <a:lnTo>
                    <a:pt x="405" y="1084"/>
                  </a:lnTo>
                  <a:lnTo>
                    <a:pt x="405" y="1322"/>
                  </a:lnTo>
                  <a:lnTo>
                    <a:pt x="679" y="1155"/>
                  </a:lnTo>
                  <a:lnTo>
                    <a:pt x="679" y="917"/>
                  </a:lnTo>
                  <a:close/>
                  <a:moveTo>
                    <a:pt x="1084" y="1048"/>
                  </a:moveTo>
                  <a:lnTo>
                    <a:pt x="810" y="1203"/>
                  </a:lnTo>
                  <a:lnTo>
                    <a:pt x="810" y="1441"/>
                  </a:lnTo>
                  <a:lnTo>
                    <a:pt x="1084" y="1286"/>
                  </a:lnTo>
                  <a:lnTo>
                    <a:pt x="1084" y="1048"/>
                  </a:lnTo>
                  <a:close/>
                  <a:moveTo>
                    <a:pt x="274" y="1155"/>
                  </a:moveTo>
                  <a:lnTo>
                    <a:pt x="0" y="1310"/>
                  </a:lnTo>
                  <a:lnTo>
                    <a:pt x="0" y="1548"/>
                  </a:lnTo>
                  <a:lnTo>
                    <a:pt x="274" y="1393"/>
                  </a:lnTo>
                  <a:lnTo>
                    <a:pt x="274" y="1155"/>
                  </a:lnTo>
                  <a:close/>
                  <a:moveTo>
                    <a:pt x="679" y="1274"/>
                  </a:moveTo>
                  <a:lnTo>
                    <a:pt x="405" y="1441"/>
                  </a:lnTo>
                  <a:lnTo>
                    <a:pt x="405" y="1679"/>
                  </a:lnTo>
                  <a:lnTo>
                    <a:pt x="679" y="1512"/>
                  </a:lnTo>
                  <a:lnTo>
                    <a:pt x="679" y="1274"/>
                  </a:lnTo>
                  <a:close/>
                  <a:moveTo>
                    <a:pt x="274" y="1512"/>
                  </a:moveTo>
                  <a:lnTo>
                    <a:pt x="0" y="1667"/>
                  </a:lnTo>
                  <a:lnTo>
                    <a:pt x="0" y="1905"/>
                  </a:lnTo>
                  <a:lnTo>
                    <a:pt x="274" y="1751"/>
                  </a:lnTo>
                  <a:lnTo>
                    <a:pt x="274" y="151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2" name="Google Shape;1572;p18"/>
          <p:cNvSpPr txBox="1">
            <a:spLocks noGrp="1"/>
          </p:cNvSpPr>
          <p:nvPr>
            <p:ph type="title"/>
          </p:nvPr>
        </p:nvSpPr>
        <p:spPr>
          <a:xfrm>
            <a:off x="514775" y="300700"/>
            <a:ext cx="8114400" cy="51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Project Summary</a:t>
            </a:r>
            <a:endParaRPr/>
          </a:p>
        </p:txBody>
      </p:sp>
      <p:grpSp>
        <p:nvGrpSpPr>
          <p:cNvPr id="1573" name="Google Shape;1573;p18"/>
          <p:cNvGrpSpPr/>
          <p:nvPr/>
        </p:nvGrpSpPr>
        <p:grpSpPr>
          <a:xfrm>
            <a:off x="1047817" y="1158425"/>
            <a:ext cx="2532953" cy="3574389"/>
            <a:chOff x="1047817" y="1158425"/>
            <a:chExt cx="2532953" cy="3574389"/>
          </a:xfrm>
        </p:grpSpPr>
        <p:sp>
          <p:nvSpPr>
            <p:cNvPr id="1574" name="Google Shape;1574;p18"/>
            <p:cNvSpPr/>
            <p:nvPr/>
          </p:nvSpPr>
          <p:spPr>
            <a:xfrm>
              <a:off x="2444996" y="1158425"/>
              <a:ext cx="801628" cy="1427472"/>
            </a:xfrm>
            <a:custGeom>
              <a:avLst/>
              <a:gdLst/>
              <a:ahLst/>
              <a:cxnLst/>
              <a:rect l="l" t="t" r="r" b="b"/>
              <a:pathLst>
                <a:path w="24539" h="43697" extrusionOk="0">
                  <a:moveTo>
                    <a:pt x="11787" y="43696"/>
                  </a:moveTo>
                  <a:cubicBezTo>
                    <a:pt x="10751" y="43661"/>
                    <a:pt x="10406" y="42839"/>
                    <a:pt x="10406" y="41458"/>
                  </a:cubicBezTo>
                  <a:cubicBezTo>
                    <a:pt x="10430" y="30897"/>
                    <a:pt x="10430" y="20336"/>
                    <a:pt x="10418" y="9788"/>
                  </a:cubicBezTo>
                  <a:lnTo>
                    <a:pt x="10418" y="8585"/>
                  </a:lnTo>
                  <a:cubicBezTo>
                    <a:pt x="10108" y="9097"/>
                    <a:pt x="9906" y="9418"/>
                    <a:pt x="9716" y="9740"/>
                  </a:cubicBezTo>
                  <a:cubicBezTo>
                    <a:pt x="7489" y="13586"/>
                    <a:pt x="5263" y="17431"/>
                    <a:pt x="3048" y="21265"/>
                  </a:cubicBezTo>
                  <a:cubicBezTo>
                    <a:pt x="2488" y="22218"/>
                    <a:pt x="1869" y="22801"/>
                    <a:pt x="1107" y="22825"/>
                  </a:cubicBezTo>
                  <a:cubicBezTo>
                    <a:pt x="452" y="22837"/>
                    <a:pt x="0" y="22408"/>
                    <a:pt x="12" y="21551"/>
                  </a:cubicBezTo>
                  <a:cubicBezTo>
                    <a:pt x="36" y="20896"/>
                    <a:pt x="191" y="20003"/>
                    <a:pt x="524" y="19408"/>
                  </a:cubicBezTo>
                  <a:cubicBezTo>
                    <a:pt x="3953" y="13395"/>
                    <a:pt x="7406" y="7418"/>
                    <a:pt x="10894" y="1453"/>
                  </a:cubicBezTo>
                  <a:cubicBezTo>
                    <a:pt x="11144" y="1048"/>
                    <a:pt x="11490" y="715"/>
                    <a:pt x="11787" y="346"/>
                  </a:cubicBezTo>
                  <a:lnTo>
                    <a:pt x="12549" y="1"/>
                  </a:lnTo>
                  <a:cubicBezTo>
                    <a:pt x="13002" y="203"/>
                    <a:pt x="13478" y="334"/>
                    <a:pt x="13871" y="644"/>
                  </a:cubicBezTo>
                  <a:cubicBezTo>
                    <a:pt x="17169" y="3251"/>
                    <a:pt x="20443" y="5894"/>
                    <a:pt x="23729" y="8526"/>
                  </a:cubicBezTo>
                  <a:cubicBezTo>
                    <a:pt x="24277" y="8966"/>
                    <a:pt x="24539" y="9633"/>
                    <a:pt x="24289" y="10704"/>
                  </a:cubicBezTo>
                  <a:cubicBezTo>
                    <a:pt x="24063" y="11681"/>
                    <a:pt x="23563" y="12419"/>
                    <a:pt x="22848" y="12883"/>
                  </a:cubicBezTo>
                  <a:cubicBezTo>
                    <a:pt x="22134" y="13336"/>
                    <a:pt x="21646" y="13133"/>
                    <a:pt x="21169" y="12752"/>
                  </a:cubicBezTo>
                  <a:cubicBezTo>
                    <a:pt x="19014" y="10990"/>
                    <a:pt x="16847" y="9252"/>
                    <a:pt x="14680" y="7502"/>
                  </a:cubicBezTo>
                  <a:cubicBezTo>
                    <a:pt x="14490" y="7323"/>
                    <a:pt x="14311" y="7132"/>
                    <a:pt x="14145" y="6942"/>
                  </a:cubicBezTo>
                  <a:lnTo>
                    <a:pt x="13930" y="7121"/>
                  </a:lnTo>
                  <a:lnTo>
                    <a:pt x="13930" y="8085"/>
                  </a:lnTo>
                  <a:cubicBezTo>
                    <a:pt x="13930" y="18682"/>
                    <a:pt x="13907" y="29278"/>
                    <a:pt x="13942" y="39851"/>
                  </a:cubicBezTo>
                  <a:cubicBezTo>
                    <a:pt x="13942" y="41244"/>
                    <a:pt x="13573" y="42351"/>
                    <a:pt x="12549" y="43351"/>
                  </a:cubicBez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Google Shape;1575;p18"/>
            <p:cNvSpPr/>
            <p:nvPr/>
          </p:nvSpPr>
          <p:spPr>
            <a:xfrm>
              <a:off x="1047817" y="2283181"/>
              <a:ext cx="1538345" cy="1835750"/>
            </a:xfrm>
            <a:custGeom>
              <a:avLst/>
              <a:gdLst/>
              <a:ahLst/>
              <a:cxnLst/>
              <a:rect l="l" t="t" r="r" b="b"/>
              <a:pathLst>
                <a:path w="47091" h="56195" extrusionOk="0">
                  <a:moveTo>
                    <a:pt x="46352" y="1"/>
                  </a:moveTo>
                  <a:cubicBezTo>
                    <a:pt x="46138" y="1"/>
                    <a:pt x="45890" y="72"/>
                    <a:pt x="45626" y="224"/>
                  </a:cubicBezTo>
                  <a:lnTo>
                    <a:pt x="24659" y="12333"/>
                  </a:lnTo>
                  <a:lnTo>
                    <a:pt x="1465" y="25727"/>
                  </a:lnTo>
                  <a:cubicBezTo>
                    <a:pt x="656" y="26179"/>
                    <a:pt x="1" y="27227"/>
                    <a:pt x="1" y="28025"/>
                  </a:cubicBezTo>
                  <a:lnTo>
                    <a:pt x="1" y="55350"/>
                  </a:lnTo>
                  <a:cubicBezTo>
                    <a:pt x="1" y="55893"/>
                    <a:pt x="295" y="56195"/>
                    <a:pt x="734" y="56195"/>
                  </a:cubicBezTo>
                  <a:cubicBezTo>
                    <a:pt x="949" y="56195"/>
                    <a:pt x="1199" y="56122"/>
                    <a:pt x="1465" y="55969"/>
                  </a:cubicBezTo>
                  <a:lnTo>
                    <a:pt x="16491" y="47301"/>
                  </a:lnTo>
                  <a:lnTo>
                    <a:pt x="45626" y="30478"/>
                  </a:lnTo>
                  <a:cubicBezTo>
                    <a:pt x="46435" y="30013"/>
                    <a:pt x="47090" y="28977"/>
                    <a:pt x="47090" y="28168"/>
                  </a:cubicBezTo>
                  <a:lnTo>
                    <a:pt x="47090" y="843"/>
                  </a:lnTo>
                  <a:cubicBezTo>
                    <a:pt x="47090" y="306"/>
                    <a:pt x="46793" y="1"/>
                    <a:pt x="46352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1576;p18"/>
            <p:cNvSpPr/>
            <p:nvPr/>
          </p:nvSpPr>
          <p:spPr>
            <a:xfrm>
              <a:off x="1055233" y="2281548"/>
              <a:ext cx="1538313" cy="1851398"/>
            </a:xfrm>
            <a:custGeom>
              <a:avLst/>
              <a:gdLst/>
              <a:ahLst/>
              <a:cxnLst/>
              <a:rect l="l" t="t" r="r" b="b"/>
              <a:pathLst>
                <a:path w="47090" h="56674" extrusionOk="0">
                  <a:moveTo>
                    <a:pt x="0" y="28265"/>
                  </a:moveTo>
                  <a:lnTo>
                    <a:pt x="0" y="55590"/>
                  </a:lnTo>
                  <a:cubicBezTo>
                    <a:pt x="0" y="56388"/>
                    <a:pt x="655" y="56674"/>
                    <a:pt x="1465" y="56209"/>
                  </a:cubicBezTo>
                  <a:lnTo>
                    <a:pt x="16490" y="47530"/>
                  </a:lnTo>
                  <a:lnTo>
                    <a:pt x="45625" y="30718"/>
                  </a:lnTo>
                  <a:cubicBezTo>
                    <a:pt x="46435" y="30254"/>
                    <a:pt x="47089" y="29206"/>
                    <a:pt x="47089" y="28408"/>
                  </a:cubicBezTo>
                  <a:lnTo>
                    <a:pt x="47089" y="1084"/>
                  </a:lnTo>
                  <a:cubicBezTo>
                    <a:pt x="47089" y="274"/>
                    <a:pt x="46435" y="0"/>
                    <a:pt x="45625" y="464"/>
                  </a:cubicBezTo>
                  <a:lnTo>
                    <a:pt x="24658" y="12573"/>
                  </a:lnTo>
                  <a:lnTo>
                    <a:pt x="1465" y="25968"/>
                  </a:lnTo>
                  <a:cubicBezTo>
                    <a:pt x="655" y="26420"/>
                    <a:pt x="0" y="27456"/>
                    <a:pt x="0" y="28265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577;p18"/>
            <p:cNvSpPr/>
            <p:nvPr/>
          </p:nvSpPr>
          <p:spPr>
            <a:xfrm>
              <a:off x="1062616" y="2287754"/>
              <a:ext cx="1538313" cy="1851431"/>
            </a:xfrm>
            <a:custGeom>
              <a:avLst/>
              <a:gdLst/>
              <a:ahLst/>
              <a:cxnLst/>
              <a:rect l="l" t="t" r="r" b="b"/>
              <a:pathLst>
                <a:path w="47090" h="56675" extrusionOk="0">
                  <a:moveTo>
                    <a:pt x="0" y="28266"/>
                  </a:moveTo>
                  <a:lnTo>
                    <a:pt x="0" y="55591"/>
                  </a:lnTo>
                  <a:cubicBezTo>
                    <a:pt x="0" y="56388"/>
                    <a:pt x="655" y="56674"/>
                    <a:pt x="1465" y="56210"/>
                  </a:cubicBezTo>
                  <a:lnTo>
                    <a:pt x="16502" y="47530"/>
                  </a:lnTo>
                  <a:lnTo>
                    <a:pt x="45625" y="30707"/>
                  </a:lnTo>
                  <a:cubicBezTo>
                    <a:pt x="46435" y="30242"/>
                    <a:pt x="47090" y="29207"/>
                    <a:pt x="47090" y="28409"/>
                  </a:cubicBezTo>
                  <a:lnTo>
                    <a:pt x="47090" y="1084"/>
                  </a:lnTo>
                  <a:cubicBezTo>
                    <a:pt x="47090" y="274"/>
                    <a:pt x="46435" y="1"/>
                    <a:pt x="45625" y="465"/>
                  </a:cubicBezTo>
                  <a:lnTo>
                    <a:pt x="24658" y="12562"/>
                  </a:lnTo>
                  <a:lnTo>
                    <a:pt x="1465" y="25956"/>
                  </a:lnTo>
                  <a:cubicBezTo>
                    <a:pt x="655" y="26420"/>
                    <a:pt x="0" y="27456"/>
                    <a:pt x="0" y="28266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1578;p18"/>
            <p:cNvSpPr/>
            <p:nvPr/>
          </p:nvSpPr>
          <p:spPr>
            <a:xfrm>
              <a:off x="1101176" y="2362981"/>
              <a:ext cx="1460139" cy="1704394"/>
            </a:xfrm>
            <a:custGeom>
              <a:avLst/>
              <a:gdLst/>
              <a:ahLst/>
              <a:cxnLst/>
              <a:rect l="l" t="t" r="r" b="b"/>
              <a:pathLst>
                <a:path w="44697" h="52174" extrusionOk="0">
                  <a:moveTo>
                    <a:pt x="44697" y="0"/>
                  </a:moveTo>
                  <a:lnTo>
                    <a:pt x="1" y="25837"/>
                  </a:lnTo>
                  <a:lnTo>
                    <a:pt x="1" y="52173"/>
                  </a:lnTo>
                  <a:lnTo>
                    <a:pt x="44673" y="26194"/>
                  </a:lnTo>
                  <a:lnTo>
                    <a:pt x="44697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1579;p18"/>
            <p:cNvSpPr/>
            <p:nvPr/>
          </p:nvSpPr>
          <p:spPr>
            <a:xfrm>
              <a:off x="1105769" y="2375661"/>
              <a:ext cx="1460531" cy="1692732"/>
            </a:xfrm>
            <a:custGeom>
              <a:avLst/>
              <a:gdLst/>
              <a:ahLst/>
              <a:cxnLst/>
              <a:rect l="l" t="t" r="r" b="b"/>
              <a:pathLst>
                <a:path w="44709" h="51817" extrusionOk="0">
                  <a:moveTo>
                    <a:pt x="1" y="25801"/>
                  </a:moveTo>
                  <a:lnTo>
                    <a:pt x="1" y="51661"/>
                  </a:lnTo>
                  <a:cubicBezTo>
                    <a:pt x="1" y="51757"/>
                    <a:pt x="108" y="51816"/>
                    <a:pt x="203" y="51769"/>
                  </a:cubicBezTo>
                  <a:lnTo>
                    <a:pt x="44637" y="26075"/>
                  </a:lnTo>
                  <a:cubicBezTo>
                    <a:pt x="44685" y="26063"/>
                    <a:pt x="44709" y="26015"/>
                    <a:pt x="44709" y="25968"/>
                  </a:cubicBezTo>
                  <a:lnTo>
                    <a:pt x="44673" y="167"/>
                  </a:lnTo>
                  <a:cubicBezTo>
                    <a:pt x="44673" y="60"/>
                    <a:pt x="44566" y="0"/>
                    <a:pt x="44471" y="48"/>
                  </a:cubicBezTo>
                  <a:lnTo>
                    <a:pt x="72" y="25682"/>
                  </a:lnTo>
                  <a:cubicBezTo>
                    <a:pt x="25" y="25706"/>
                    <a:pt x="1" y="25754"/>
                    <a:pt x="1" y="2580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580;p18"/>
            <p:cNvSpPr/>
            <p:nvPr/>
          </p:nvSpPr>
          <p:spPr>
            <a:xfrm>
              <a:off x="1817940" y="2742052"/>
              <a:ext cx="27245" cy="35804"/>
            </a:xfrm>
            <a:custGeom>
              <a:avLst/>
              <a:gdLst/>
              <a:ahLst/>
              <a:cxnLst/>
              <a:rect l="l" t="t" r="r" b="b"/>
              <a:pathLst>
                <a:path w="834" h="1096" extrusionOk="0">
                  <a:moveTo>
                    <a:pt x="0" y="786"/>
                  </a:moveTo>
                  <a:cubicBezTo>
                    <a:pt x="36" y="512"/>
                    <a:pt x="191" y="274"/>
                    <a:pt x="417" y="131"/>
                  </a:cubicBezTo>
                  <a:cubicBezTo>
                    <a:pt x="655" y="0"/>
                    <a:pt x="834" y="71"/>
                    <a:pt x="834" y="310"/>
                  </a:cubicBezTo>
                  <a:cubicBezTo>
                    <a:pt x="810" y="583"/>
                    <a:pt x="655" y="822"/>
                    <a:pt x="417" y="964"/>
                  </a:cubicBezTo>
                  <a:cubicBezTo>
                    <a:pt x="191" y="1095"/>
                    <a:pt x="0" y="1012"/>
                    <a:pt x="0" y="786"/>
                  </a:cubicBezTo>
                  <a:close/>
                </a:path>
              </a:pathLst>
            </a:custGeom>
            <a:solidFill>
              <a:srgbClr val="3030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581;p18"/>
            <p:cNvSpPr/>
            <p:nvPr/>
          </p:nvSpPr>
          <p:spPr>
            <a:xfrm>
              <a:off x="1814883" y="2741883"/>
              <a:ext cx="15615" cy="17640"/>
            </a:xfrm>
            <a:custGeom>
              <a:avLst/>
              <a:gdLst/>
              <a:ahLst/>
              <a:cxnLst/>
              <a:rect l="l" t="t" r="r" b="b"/>
              <a:pathLst>
                <a:path w="478" h="540" extrusionOk="0">
                  <a:moveTo>
                    <a:pt x="353" y="0"/>
                  </a:moveTo>
                  <a:cubicBezTo>
                    <a:pt x="319" y="0"/>
                    <a:pt x="280" y="11"/>
                    <a:pt x="239" y="34"/>
                  </a:cubicBezTo>
                  <a:cubicBezTo>
                    <a:pt x="108" y="117"/>
                    <a:pt x="25" y="248"/>
                    <a:pt x="1" y="403"/>
                  </a:cubicBezTo>
                  <a:cubicBezTo>
                    <a:pt x="1" y="489"/>
                    <a:pt x="48" y="539"/>
                    <a:pt x="117" y="539"/>
                  </a:cubicBezTo>
                  <a:cubicBezTo>
                    <a:pt x="153" y="539"/>
                    <a:pt x="195" y="526"/>
                    <a:pt x="239" y="498"/>
                  </a:cubicBezTo>
                  <a:cubicBezTo>
                    <a:pt x="370" y="427"/>
                    <a:pt x="453" y="284"/>
                    <a:pt x="477" y="141"/>
                  </a:cubicBezTo>
                  <a:cubicBezTo>
                    <a:pt x="477" y="51"/>
                    <a:pt x="427" y="0"/>
                    <a:pt x="353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582;p18"/>
            <p:cNvSpPr/>
            <p:nvPr/>
          </p:nvSpPr>
          <p:spPr>
            <a:xfrm>
              <a:off x="1096145" y="3257529"/>
              <a:ext cx="2484625" cy="1443413"/>
            </a:xfrm>
            <a:custGeom>
              <a:avLst/>
              <a:gdLst/>
              <a:ahLst/>
              <a:cxnLst/>
              <a:rect l="l" t="t" r="r" b="b"/>
              <a:pathLst>
                <a:path w="76058" h="44185" extrusionOk="0">
                  <a:moveTo>
                    <a:pt x="0" y="26885"/>
                  </a:moveTo>
                  <a:lnTo>
                    <a:pt x="0" y="26968"/>
                  </a:lnTo>
                  <a:cubicBezTo>
                    <a:pt x="12" y="27313"/>
                    <a:pt x="238" y="27659"/>
                    <a:pt x="691" y="27921"/>
                  </a:cubicBezTo>
                  <a:lnTo>
                    <a:pt x="27932" y="43649"/>
                  </a:lnTo>
                  <a:cubicBezTo>
                    <a:pt x="28873" y="44185"/>
                    <a:pt x="30397" y="44185"/>
                    <a:pt x="31337" y="43649"/>
                  </a:cubicBezTo>
                  <a:lnTo>
                    <a:pt x="75355" y="18229"/>
                  </a:lnTo>
                  <a:cubicBezTo>
                    <a:pt x="75819" y="17967"/>
                    <a:pt x="76045" y="17634"/>
                    <a:pt x="76057" y="17288"/>
                  </a:cubicBezTo>
                  <a:lnTo>
                    <a:pt x="76057" y="17205"/>
                  </a:lnTo>
                  <a:cubicBezTo>
                    <a:pt x="76045" y="16872"/>
                    <a:pt x="75807" y="16526"/>
                    <a:pt x="75355" y="16264"/>
                  </a:cubicBezTo>
                  <a:lnTo>
                    <a:pt x="48125" y="548"/>
                  </a:lnTo>
                  <a:cubicBezTo>
                    <a:pt x="47185" y="1"/>
                    <a:pt x="45661" y="1"/>
                    <a:pt x="44720" y="548"/>
                  </a:cubicBezTo>
                  <a:lnTo>
                    <a:pt x="691" y="25956"/>
                  </a:lnTo>
                  <a:cubicBezTo>
                    <a:pt x="250" y="26218"/>
                    <a:pt x="12" y="26551"/>
                    <a:pt x="0" y="26885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1583;p18"/>
            <p:cNvSpPr/>
            <p:nvPr/>
          </p:nvSpPr>
          <p:spPr>
            <a:xfrm>
              <a:off x="1287116" y="3359808"/>
              <a:ext cx="1874363" cy="1085606"/>
            </a:xfrm>
            <a:custGeom>
              <a:avLst/>
              <a:gdLst/>
              <a:ahLst/>
              <a:cxnLst/>
              <a:rect l="l" t="t" r="r" b="b"/>
              <a:pathLst>
                <a:path w="57377" h="33232" extrusionOk="0">
                  <a:moveTo>
                    <a:pt x="60" y="23468"/>
                  </a:moveTo>
                  <a:cubicBezTo>
                    <a:pt x="119" y="23670"/>
                    <a:pt x="262" y="23837"/>
                    <a:pt x="464" y="23932"/>
                  </a:cubicBezTo>
                  <a:lnTo>
                    <a:pt x="16014" y="32910"/>
                  </a:lnTo>
                  <a:cubicBezTo>
                    <a:pt x="16633" y="33231"/>
                    <a:pt x="17383" y="33231"/>
                    <a:pt x="18002" y="32910"/>
                  </a:cubicBezTo>
                  <a:lnTo>
                    <a:pt x="56924" y="10443"/>
                  </a:lnTo>
                  <a:cubicBezTo>
                    <a:pt x="57114" y="10347"/>
                    <a:pt x="57257" y="10181"/>
                    <a:pt x="57317" y="9966"/>
                  </a:cubicBezTo>
                  <a:cubicBezTo>
                    <a:pt x="57376" y="9728"/>
                    <a:pt x="57245" y="9478"/>
                    <a:pt x="56924" y="9288"/>
                  </a:cubicBezTo>
                  <a:lnTo>
                    <a:pt x="41374" y="310"/>
                  </a:lnTo>
                  <a:cubicBezTo>
                    <a:pt x="40743" y="1"/>
                    <a:pt x="40005" y="1"/>
                    <a:pt x="39386" y="310"/>
                  </a:cubicBezTo>
                  <a:lnTo>
                    <a:pt x="464" y="22789"/>
                  </a:lnTo>
                  <a:cubicBezTo>
                    <a:pt x="143" y="22968"/>
                    <a:pt x="0" y="23218"/>
                    <a:pt x="60" y="23468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Google Shape;1584;p18"/>
            <p:cNvSpPr/>
            <p:nvPr/>
          </p:nvSpPr>
          <p:spPr>
            <a:xfrm>
              <a:off x="2306129" y="3952548"/>
              <a:ext cx="717640" cy="415433"/>
            </a:xfrm>
            <a:custGeom>
              <a:avLst/>
              <a:gdLst/>
              <a:ahLst/>
              <a:cxnLst/>
              <a:rect l="l" t="t" r="r" b="b"/>
              <a:pathLst>
                <a:path w="21968" h="12717" extrusionOk="0">
                  <a:moveTo>
                    <a:pt x="36" y="7835"/>
                  </a:moveTo>
                  <a:cubicBezTo>
                    <a:pt x="60" y="7931"/>
                    <a:pt x="131" y="8002"/>
                    <a:pt x="215" y="8038"/>
                  </a:cubicBezTo>
                  <a:lnTo>
                    <a:pt x="8073" y="12574"/>
                  </a:lnTo>
                  <a:cubicBezTo>
                    <a:pt x="8359" y="12717"/>
                    <a:pt x="8692" y="12717"/>
                    <a:pt x="8978" y="12574"/>
                  </a:cubicBezTo>
                  <a:lnTo>
                    <a:pt x="21753" y="5204"/>
                  </a:lnTo>
                  <a:cubicBezTo>
                    <a:pt x="21837" y="5156"/>
                    <a:pt x="21896" y="5085"/>
                    <a:pt x="21932" y="5002"/>
                  </a:cubicBezTo>
                  <a:cubicBezTo>
                    <a:pt x="21968" y="4883"/>
                    <a:pt x="21908" y="4763"/>
                    <a:pt x="21753" y="4680"/>
                  </a:cubicBezTo>
                  <a:lnTo>
                    <a:pt x="13895" y="144"/>
                  </a:lnTo>
                  <a:cubicBezTo>
                    <a:pt x="13609" y="1"/>
                    <a:pt x="13276" y="1"/>
                    <a:pt x="12990" y="144"/>
                  </a:cubicBezTo>
                  <a:lnTo>
                    <a:pt x="215" y="7514"/>
                  </a:lnTo>
                  <a:cubicBezTo>
                    <a:pt x="60" y="7609"/>
                    <a:pt x="1" y="7728"/>
                    <a:pt x="36" y="7835"/>
                  </a:cubicBezTo>
                  <a:close/>
                </a:path>
              </a:pathLst>
            </a:custGeom>
            <a:solidFill>
              <a:srgbClr val="2D18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1585;p18"/>
            <p:cNvSpPr/>
            <p:nvPr/>
          </p:nvSpPr>
          <p:spPr>
            <a:xfrm>
              <a:off x="2307305" y="3956468"/>
              <a:ext cx="716856" cy="411512"/>
            </a:xfrm>
            <a:custGeom>
              <a:avLst/>
              <a:gdLst/>
              <a:ahLst/>
              <a:cxnLst/>
              <a:rect l="l" t="t" r="r" b="b"/>
              <a:pathLst>
                <a:path w="21944" h="12597" extrusionOk="0">
                  <a:moveTo>
                    <a:pt x="0" y="7715"/>
                  </a:moveTo>
                  <a:cubicBezTo>
                    <a:pt x="24" y="7811"/>
                    <a:pt x="95" y="7882"/>
                    <a:pt x="179" y="7918"/>
                  </a:cubicBezTo>
                  <a:lnTo>
                    <a:pt x="8037" y="12454"/>
                  </a:lnTo>
                  <a:cubicBezTo>
                    <a:pt x="8323" y="12597"/>
                    <a:pt x="8656" y="12597"/>
                    <a:pt x="8942" y="12454"/>
                  </a:cubicBezTo>
                  <a:lnTo>
                    <a:pt x="21717" y="5084"/>
                  </a:lnTo>
                  <a:cubicBezTo>
                    <a:pt x="21943" y="5048"/>
                    <a:pt x="21943" y="4715"/>
                    <a:pt x="21717" y="4679"/>
                  </a:cubicBezTo>
                  <a:lnTo>
                    <a:pt x="13859" y="143"/>
                  </a:lnTo>
                  <a:cubicBezTo>
                    <a:pt x="13573" y="0"/>
                    <a:pt x="13240" y="0"/>
                    <a:pt x="12954" y="143"/>
                  </a:cubicBezTo>
                  <a:lnTo>
                    <a:pt x="179" y="7513"/>
                  </a:lnTo>
                  <a:cubicBezTo>
                    <a:pt x="95" y="7560"/>
                    <a:pt x="24" y="7632"/>
                    <a:pt x="0" y="7715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1586;p18"/>
            <p:cNvSpPr/>
            <p:nvPr/>
          </p:nvSpPr>
          <p:spPr>
            <a:xfrm>
              <a:off x="1320567" y="3382773"/>
              <a:ext cx="1824970" cy="1029582"/>
            </a:xfrm>
            <a:custGeom>
              <a:avLst/>
              <a:gdLst/>
              <a:ahLst/>
              <a:cxnLst/>
              <a:rect l="l" t="t" r="r" b="b"/>
              <a:pathLst>
                <a:path w="55865" h="31517" extrusionOk="0">
                  <a:moveTo>
                    <a:pt x="4584" y="25456"/>
                  </a:moveTo>
                  <a:cubicBezTo>
                    <a:pt x="4441" y="25527"/>
                    <a:pt x="4274" y="25527"/>
                    <a:pt x="4132" y="25456"/>
                  </a:cubicBezTo>
                  <a:lnTo>
                    <a:pt x="2238" y="24360"/>
                  </a:lnTo>
                  <a:cubicBezTo>
                    <a:pt x="2119" y="24313"/>
                    <a:pt x="2119" y="24146"/>
                    <a:pt x="2238" y="24110"/>
                  </a:cubicBezTo>
                  <a:lnTo>
                    <a:pt x="4560" y="22765"/>
                  </a:lnTo>
                  <a:cubicBezTo>
                    <a:pt x="4703" y="22694"/>
                    <a:pt x="4870" y="22694"/>
                    <a:pt x="5013" y="22765"/>
                  </a:cubicBezTo>
                  <a:lnTo>
                    <a:pt x="6906" y="23860"/>
                  </a:lnTo>
                  <a:cubicBezTo>
                    <a:pt x="7025" y="23908"/>
                    <a:pt x="7025" y="24075"/>
                    <a:pt x="6906" y="24122"/>
                  </a:cubicBezTo>
                  <a:close/>
                  <a:moveTo>
                    <a:pt x="44089" y="2655"/>
                  </a:moveTo>
                  <a:cubicBezTo>
                    <a:pt x="44208" y="2608"/>
                    <a:pt x="44208" y="2441"/>
                    <a:pt x="44089" y="2394"/>
                  </a:cubicBezTo>
                  <a:lnTo>
                    <a:pt x="42196" y="1298"/>
                  </a:lnTo>
                  <a:cubicBezTo>
                    <a:pt x="42053" y="1227"/>
                    <a:pt x="41886" y="1227"/>
                    <a:pt x="41743" y="1298"/>
                  </a:cubicBezTo>
                  <a:lnTo>
                    <a:pt x="36778" y="4168"/>
                  </a:lnTo>
                  <a:cubicBezTo>
                    <a:pt x="36659" y="4203"/>
                    <a:pt x="36659" y="4382"/>
                    <a:pt x="36778" y="4418"/>
                  </a:cubicBezTo>
                  <a:lnTo>
                    <a:pt x="38672" y="5513"/>
                  </a:lnTo>
                  <a:cubicBezTo>
                    <a:pt x="38814" y="5584"/>
                    <a:pt x="38981" y="5584"/>
                    <a:pt x="39124" y="5513"/>
                  </a:cubicBezTo>
                  <a:close/>
                  <a:moveTo>
                    <a:pt x="46684" y="4144"/>
                  </a:moveTo>
                  <a:cubicBezTo>
                    <a:pt x="46804" y="4108"/>
                    <a:pt x="46804" y="3929"/>
                    <a:pt x="46684" y="3894"/>
                  </a:cubicBezTo>
                  <a:lnTo>
                    <a:pt x="44791" y="2798"/>
                  </a:lnTo>
                  <a:cubicBezTo>
                    <a:pt x="44649" y="2727"/>
                    <a:pt x="44482" y="2727"/>
                    <a:pt x="44339" y="2798"/>
                  </a:cubicBezTo>
                  <a:lnTo>
                    <a:pt x="40684" y="4918"/>
                  </a:lnTo>
                  <a:cubicBezTo>
                    <a:pt x="40553" y="4953"/>
                    <a:pt x="40553" y="5132"/>
                    <a:pt x="40684" y="5180"/>
                  </a:cubicBezTo>
                  <a:lnTo>
                    <a:pt x="42577" y="6263"/>
                  </a:lnTo>
                  <a:cubicBezTo>
                    <a:pt x="42720" y="6334"/>
                    <a:pt x="42874" y="6334"/>
                    <a:pt x="43017" y="6263"/>
                  </a:cubicBezTo>
                  <a:close/>
                  <a:moveTo>
                    <a:pt x="49375" y="5703"/>
                  </a:moveTo>
                  <a:cubicBezTo>
                    <a:pt x="49494" y="5656"/>
                    <a:pt x="49494" y="5489"/>
                    <a:pt x="49375" y="5441"/>
                  </a:cubicBezTo>
                  <a:lnTo>
                    <a:pt x="47470" y="4346"/>
                  </a:lnTo>
                  <a:cubicBezTo>
                    <a:pt x="47327" y="4275"/>
                    <a:pt x="47173" y="4275"/>
                    <a:pt x="47030" y="4346"/>
                  </a:cubicBezTo>
                  <a:lnTo>
                    <a:pt x="41398" y="7597"/>
                  </a:lnTo>
                  <a:cubicBezTo>
                    <a:pt x="41267" y="7644"/>
                    <a:pt x="41267" y="7811"/>
                    <a:pt x="41398" y="7858"/>
                  </a:cubicBezTo>
                  <a:lnTo>
                    <a:pt x="43291" y="8954"/>
                  </a:lnTo>
                  <a:cubicBezTo>
                    <a:pt x="43434" y="9025"/>
                    <a:pt x="43589" y="9025"/>
                    <a:pt x="43732" y="8954"/>
                  </a:cubicBezTo>
                  <a:close/>
                  <a:moveTo>
                    <a:pt x="52054" y="7251"/>
                  </a:moveTo>
                  <a:cubicBezTo>
                    <a:pt x="52173" y="7216"/>
                    <a:pt x="52173" y="7037"/>
                    <a:pt x="52054" y="6989"/>
                  </a:cubicBezTo>
                  <a:lnTo>
                    <a:pt x="50149" y="5894"/>
                  </a:lnTo>
                  <a:cubicBezTo>
                    <a:pt x="50006" y="5822"/>
                    <a:pt x="49852" y="5822"/>
                    <a:pt x="49709" y="5894"/>
                  </a:cubicBezTo>
                  <a:lnTo>
                    <a:pt x="42744" y="9918"/>
                  </a:lnTo>
                  <a:cubicBezTo>
                    <a:pt x="42624" y="9954"/>
                    <a:pt x="42624" y="10133"/>
                    <a:pt x="42744" y="10168"/>
                  </a:cubicBezTo>
                  <a:lnTo>
                    <a:pt x="44637" y="11264"/>
                  </a:lnTo>
                  <a:cubicBezTo>
                    <a:pt x="44779" y="11335"/>
                    <a:pt x="44946" y="11335"/>
                    <a:pt x="45089" y="11264"/>
                  </a:cubicBezTo>
                  <a:close/>
                  <a:moveTo>
                    <a:pt x="10823" y="24849"/>
                  </a:moveTo>
                  <a:cubicBezTo>
                    <a:pt x="10942" y="24801"/>
                    <a:pt x="10942" y="24634"/>
                    <a:pt x="10823" y="24587"/>
                  </a:cubicBezTo>
                  <a:lnTo>
                    <a:pt x="8930" y="23491"/>
                  </a:lnTo>
                  <a:cubicBezTo>
                    <a:pt x="8787" y="23420"/>
                    <a:pt x="8620" y="23420"/>
                    <a:pt x="8477" y="23491"/>
                  </a:cubicBezTo>
                  <a:lnTo>
                    <a:pt x="4834" y="25611"/>
                  </a:lnTo>
                  <a:cubicBezTo>
                    <a:pt x="4715" y="25646"/>
                    <a:pt x="4715" y="25813"/>
                    <a:pt x="4834" y="25861"/>
                  </a:cubicBezTo>
                  <a:lnTo>
                    <a:pt x="6727" y="26956"/>
                  </a:lnTo>
                  <a:cubicBezTo>
                    <a:pt x="6870" y="27027"/>
                    <a:pt x="7037" y="27027"/>
                    <a:pt x="7180" y="26956"/>
                  </a:cubicBezTo>
                  <a:close/>
                  <a:moveTo>
                    <a:pt x="14085" y="25968"/>
                  </a:moveTo>
                  <a:cubicBezTo>
                    <a:pt x="14204" y="25920"/>
                    <a:pt x="14204" y="25754"/>
                    <a:pt x="14085" y="25706"/>
                  </a:cubicBezTo>
                  <a:lnTo>
                    <a:pt x="12180" y="24611"/>
                  </a:lnTo>
                  <a:cubicBezTo>
                    <a:pt x="12037" y="24539"/>
                    <a:pt x="11883" y="24539"/>
                    <a:pt x="11740" y="24611"/>
                  </a:cubicBezTo>
                  <a:lnTo>
                    <a:pt x="7418" y="27099"/>
                  </a:lnTo>
                  <a:cubicBezTo>
                    <a:pt x="7299" y="27147"/>
                    <a:pt x="7299" y="27313"/>
                    <a:pt x="7418" y="27361"/>
                  </a:cubicBezTo>
                  <a:lnTo>
                    <a:pt x="9323" y="28456"/>
                  </a:lnTo>
                  <a:cubicBezTo>
                    <a:pt x="9454" y="28528"/>
                    <a:pt x="9620" y="28528"/>
                    <a:pt x="9763" y="28456"/>
                  </a:cubicBezTo>
                  <a:close/>
                  <a:moveTo>
                    <a:pt x="17967" y="26706"/>
                  </a:moveTo>
                  <a:cubicBezTo>
                    <a:pt x="18086" y="26658"/>
                    <a:pt x="18086" y="26492"/>
                    <a:pt x="17967" y="26444"/>
                  </a:cubicBezTo>
                  <a:lnTo>
                    <a:pt x="16074" y="25349"/>
                  </a:lnTo>
                  <a:cubicBezTo>
                    <a:pt x="15931" y="25289"/>
                    <a:pt x="15764" y="25289"/>
                    <a:pt x="15633" y="25349"/>
                  </a:cubicBezTo>
                  <a:lnTo>
                    <a:pt x="10013" y="28599"/>
                  </a:lnTo>
                  <a:cubicBezTo>
                    <a:pt x="9894" y="28635"/>
                    <a:pt x="9894" y="28813"/>
                    <a:pt x="10013" y="28849"/>
                  </a:cubicBezTo>
                  <a:lnTo>
                    <a:pt x="11930" y="29956"/>
                  </a:lnTo>
                  <a:cubicBezTo>
                    <a:pt x="12061" y="30028"/>
                    <a:pt x="12228" y="30028"/>
                    <a:pt x="12371" y="29956"/>
                  </a:cubicBezTo>
                  <a:close/>
                  <a:moveTo>
                    <a:pt x="17919" y="29730"/>
                  </a:moveTo>
                  <a:cubicBezTo>
                    <a:pt x="18038" y="29683"/>
                    <a:pt x="18038" y="29516"/>
                    <a:pt x="17919" y="29468"/>
                  </a:cubicBezTo>
                  <a:lnTo>
                    <a:pt x="16026" y="28373"/>
                  </a:lnTo>
                  <a:cubicBezTo>
                    <a:pt x="15883" y="28313"/>
                    <a:pt x="15716" y="28313"/>
                    <a:pt x="15573" y="28373"/>
                  </a:cubicBezTo>
                  <a:lnTo>
                    <a:pt x="12597" y="30087"/>
                  </a:lnTo>
                  <a:cubicBezTo>
                    <a:pt x="12478" y="30135"/>
                    <a:pt x="12478" y="30302"/>
                    <a:pt x="12597" y="30349"/>
                  </a:cubicBezTo>
                  <a:lnTo>
                    <a:pt x="14502" y="31445"/>
                  </a:lnTo>
                  <a:cubicBezTo>
                    <a:pt x="14633" y="31516"/>
                    <a:pt x="14800" y="31516"/>
                    <a:pt x="14942" y="31445"/>
                  </a:cubicBezTo>
                  <a:close/>
                  <a:moveTo>
                    <a:pt x="38850" y="17657"/>
                  </a:moveTo>
                  <a:cubicBezTo>
                    <a:pt x="38969" y="17610"/>
                    <a:pt x="38969" y="17443"/>
                    <a:pt x="38850" y="17395"/>
                  </a:cubicBezTo>
                  <a:lnTo>
                    <a:pt x="36957" y="16300"/>
                  </a:lnTo>
                  <a:cubicBezTo>
                    <a:pt x="36814" y="16229"/>
                    <a:pt x="36648" y="16229"/>
                    <a:pt x="36505" y="16300"/>
                  </a:cubicBezTo>
                  <a:lnTo>
                    <a:pt x="24098" y="23468"/>
                  </a:lnTo>
                  <a:cubicBezTo>
                    <a:pt x="23979" y="23515"/>
                    <a:pt x="23979" y="23682"/>
                    <a:pt x="24098" y="23729"/>
                  </a:cubicBezTo>
                  <a:lnTo>
                    <a:pt x="26003" y="24825"/>
                  </a:lnTo>
                  <a:cubicBezTo>
                    <a:pt x="26134" y="24884"/>
                    <a:pt x="26301" y="24884"/>
                    <a:pt x="26444" y="24825"/>
                  </a:cubicBezTo>
                  <a:close/>
                  <a:moveTo>
                    <a:pt x="3751" y="22944"/>
                  </a:moveTo>
                  <a:cubicBezTo>
                    <a:pt x="3870" y="22896"/>
                    <a:pt x="3870" y="22729"/>
                    <a:pt x="3751" y="22682"/>
                  </a:cubicBezTo>
                  <a:lnTo>
                    <a:pt x="2322" y="21860"/>
                  </a:lnTo>
                  <a:cubicBezTo>
                    <a:pt x="2179" y="21789"/>
                    <a:pt x="2024" y="21789"/>
                    <a:pt x="1881" y="21860"/>
                  </a:cubicBezTo>
                  <a:lnTo>
                    <a:pt x="119" y="22884"/>
                  </a:lnTo>
                  <a:cubicBezTo>
                    <a:pt x="0" y="22920"/>
                    <a:pt x="0" y="23098"/>
                    <a:pt x="119" y="23134"/>
                  </a:cubicBezTo>
                  <a:lnTo>
                    <a:pt x="1536" y="23968"/>
                  </a:lnTo>
                  <a:cubicBezTo>
                    <a:pt x="1679" y="24027"/>
                    <a:pt x="1846" y="24027"/>
                    <a:pt x="1988" y="23968"/>
                  </a:cubicBezTo>
                  <a:close/>
                  <a:moveTo>
                    <a:pt x="6215" y="21527"/>
                  </a:moveTo>
                  <a:cubicBezTo>
                    <a:pt x="6334" y="21479"/>
                    <a:pt x="6334" y="21301"/>
                    <a:pt x="6215" y="21265"/>
                  </a:cubicBezTo>
                  <a:lnTo>
                    <a:pt x="4786" y="20443"/>
                  </a:lnTo>
                  <a:cubicBezTo>
                    <a:pt x="4644" y="20372"/>
                    <a:pt x="4477" y="20372"/>
                    <a:pt x="4334" y="20443"/>
                  </a:cubicBezTo>
                  <a:lnTo>
                    <a:pt x="2572" y="21467"/>
                  </a:lnTo>
                  <a:cubicBezTo>
                    <a:pt x="2453" y="21503"/>
                    <a:pt x="2453" y="21670"/>
                    <a:pt x="2572" y="21717"/>
                  </a:cubicBezTo>
                  <a:lnTo>
                    <a:pt x="4001" y="22539"/>
                  </a:lnTo>
                  <a:cubicBezTo>
                    <a:pt x="4132" y="22610"/>
                    <a:pt x="4298" y="22610"/>
                    <a:pt x="4441" y="22539"/>
                  </a:cubicBezTo>
                  <a:close/>
                  <a:moveTo>
                    <a:pt x="8549" y="20169"/>
                  </a:moveTo>
                  <a:cubicBezTo>
                    <a:pt x="8668" y="20134"/>
                    <a:pt x="8668" y="19955"/>
                    <a:pt x="8549" y="19919"/>
                  </a:cubicBezTo>
                  <a:lnTo>
                    <a:pt x="7120" y="19098"/>
                  </a:lnTo>
                  <a:cubicBezTo>
                    <a:pt x="6977" y="19015"/>
                    <a:pt x="6822" y="19015"/>
                    <a:pt x="6679" y="19098"/>
                  </a:cubicBezTo>
                  <a:lnTo>
                    <a:pt x="4917" y="20110"/>
                  </a:lnTo>
                  <a:cubicBezTo>
                    <a:pt x="4786" y="20146"/>
                    <a:pt x="4786" y="20324"/>
                    <a:pt x="4917" y="20372"/>
                  </a:cubicBezTo>
                  <a:lnTo>
                    <a:pt x="6334" y="21193"/>
                  </a:lnTo>
                  <a:cubicBezTo>
                    <a:pt x="6477" y="21265"/>
                    <a:pt x="6644" y="21265"/>
                    <a:pt x="6787" y="21193"/>
                  </a:cubicBezTo>
                  <a:close/>
                  <a:moveTo>
                    <a:pt x="10882" y="18824"/>
                  </a:moveTo>
                  <a:cubicBezTo>
                    <a:pt x="11001" y="18776"/>
                    <a:pt x="11001" y="18610"/>
                    <a:pt x="10882" y="18562"/>
                  </a:cubicBezTo>
                  <a:lnTo>
                    <a:pt x="9454" y="17741"/>
                  </a:lnTo>
                  <a:cubicBezTo>
                    <a:pt x="9311" y="17669"/>
                    <a:pt x="9156" y="17669"/>
                    <a:pt x="9013" y="17741"/>
                  </a:cubicBezTo>
                  <a:lnTo>
                    <a:pt x="7251" y="18765"/>
                  </a:lnTo>
                  <a:cubicBezTo>
                    <a:pt x="7132" y="18800"/>
                    <a:pt x="7132" y="18967"/>
                    <a:pt x="7251" y="19015"/>
                  </a:cubicBezTo>
                  <a:lnTo>
                    <a:pt x="8680" y="19836"/>
                  </a:lnTo>
                  <a:cubicBezTo>
                    <a:pt x="8823" y="19908"/>
                    <a:pt x="8989" y="19908"/>
                    <a:pt x="9120" y="19836"/>
                  </a:cubicBezTo>
                  <a:close/>
                  <a:moveTo>
                    <a:pt x="13216" y="17467"/>
                  </a:moveTo>
                  <a:cubicBezTo>
                    <a:pt x="13347" y="17431"/>
                    <a:pt x="13347" y="17252"/>
                    <a:pt x="13216" y="17217"/>
                  </a:cubicBezTo>
                  <a:lnTo>
                    <a:pt x="11799" y="16395"/>
                  </a:lnTo>
                  <a:cubicBezTo>
                    <a:pt x="11656" y="16324"/>
                    <a:pt x="11490" y="16324"/>
                    <a:pt x="11347" y="16395"/>
                  </a:cubicBezTo>
                  <a:lnTo>
                    <a:pt x="9585" y="17407"/>
                  </a:lnTo>
                  <a:cubicBezTo>
                    <a:pt x="9466" y="17455"/>
                    <a:pt x="9466" y="17622"/>
                    <a:pt x="9585" y="17669"/>
                  </a:cubicBezTo>
                  <a:lnTo>
                    <a:pt x="11013" y="18491"/>
                  </a:lnTo>
                  <a:cubicBezTo>
                    <a:pt x="11156" y="18562"/>
                    <a:pt x="11323" y="18562"/>
                    <a:pt x="11454" y="18491"/>
                  </a:cubicBezTo>
                  <a:close/>
                  <a:moveTo>
                    <a:pt x="15562" y="16121"/>
                  </a:moveTo>
                  <a:cubicBezTo>
                    <a:pt x="15681" y="16074"/>
                    <a:pt x="15681" y="15907"/>
                    <a:pt x="15562" y="15859"/>
                  </a:cubicBezTo>
                  <a:lnTo>
                    <a:pt x="14145" y="15038"/>
                  </a:lnTo>
                  <a:cubicBezTo>
                    <a:pt x="14002" y="14966"/>
                    <a:pt x="13835" y="14966"/>
                    <a:pt x="13692" y="15038"/>
                  </a:cubicBezTo>
                  <a:lnTo>
                    <a:pt x="11930" y="16062"/>
                  </a:lnTo>
                  <a:cubicBezTo>
                    <a:pt x="11811" y="16098"/>
                    <a:pt x="11811" y="16276"/>
                    <a:pt x="11930" y="16312"/>
                  </a:cubicBezTo>
                  <a:lnTo>
                    <a:pt x="13359" y="17133"/>
                  </a:lnTo>
                  <a:cubicBezTo>
                    <a:pt x="13502" y="17205"/>
                    <a:pt x="13657" y="17205"/>
                    <a:pt x="13799" y="17133"/>
                  </a:cubicBezTo>
                  <a:close/>
                  <a:moveTo>
                    <a:pt x="17895" y="14764"/>
                  </a:moveTo>
                  <a:cubicBezTo>
                    <a:pt x="18014" y="14728"/>
                    <a:pt x="18014" y="14562"/>
                    <a:pt x="17895" y="14514"/>
                  </a:cubicBezTo>
                  <a:lnTo>
                    <a:pt x="16478" y="13693"/>
                  </a:lnTo>
                  <a:cubicBezTo>
                    <a:pt x="16335" y="13621"/>
                    <a:pt x="16169" y="13621"/>
                    <a:pt x="16026" y="13693"/>
                  </a:cubicBezTo>
                  <a:lnTo>
                    <a:pt x="14264" y="14705"/>
                  </a:lnTo>
                  <a:cubicBezTo>
                    <a:pt x="14145" y="14752"/>
                    <a:pt x="14145" y="14919"/>
                    <a:pt x="14264" y="14966"/>
                  </a:cubicBezTo>
                  <a:lnTo>
                    <a:pt x="15693" y="15788"/>
                  </a:lnTo>
                  <a:cubicBezTo>
                    <a:pt x="15823" y="15859"/>
                    <a:pt x="15990" y="15859"/>
                    <a:pt x="16133" y="15788"/>
                  </a:cubicBezTo>
                  <a:close/>
                  <a:moveTo>
                    <a:pt x="20241" y="13419"/>
                  </a:moveTo>
                  <a:cubicBezTo>
                    <a:pt x="20360" y="13371"/>
                    <a:pt x="20360" y="13204"/>
                    <a:pt x="20241" y="13157"/>
                  </a:cubicBezTo>
                  <a:lnTo>
                    <a:pt x="18812" y="12335"/>
                  </a:lnTo>
                  <a:cubicBezTo>
                    <a:pt x="18669" y="12264"/>
                    <a:pt x="18502" y="12264"/>
                    <a:pt x="18371" y="12335"/>
                  </a:cubicBezTo>
                  <a:lnTo>
                    <a:pt x="16597" y="13359"/>
                  </a:lnTo>
                  <a:cubicBezTo>
                    <a:pt x="16478" y="13407"/>
                    <a:pt x="16478" y="13573"/>
                    <a:pt x="16597" y="13609"/>
                  </a:cubicBezTo>
                  <a:lnTo>
                    <a:pt x="18026" y="14443"/>
                  </a:lnTo>
                  <a:cubicBezTo>
                    <a:pt x="18169" y="14514"/>
                    <a:pt x="18336" y="14514"/>
                    <a:pt x="18479" y="14443"/>
                  </a:cubicBezTo>
                  <a:close/>
                  <a:moveTo>
                    <a:pt x="22574" y="12073"/>
                  </a:moveTo>
                  <a:cubicBezTo>
                    <a:pt x="22693" y="12026"/>
                    <a:pt x="22693" y="11859"/>
                    <a:pt x="22574" y="11811"/>
                  </a:cubicBezTo>
                  <a:lnTo>
                    <a:pt x="21157" y="10990"/>
                  </a:lnTo>
                  <a:cubicBezTo>
                    <a:pt x="21015" y="10918"/>
                    <a:pt x="20848" y="10918"/>
                    <a:pt x="20705" y="10990"/>
                  </a:cubicBezTo>
                  <a:lnTo>
                    <a:pt x="18943" y="12002"/>
                  </a:lnTo>
                  <a:cubicBezTo>
                    <a:pt x="18824" y="12049"/>
                    <a:pt x="18824" y="12216"/>
                    <a:pt x="18943" y="12264"/>
                  </a:cubicBezTo>
                  <a:lnTo>
                    <a:pt x="20372" y="13085"/>
                  </a:lnTo>
                  <a:cubicBezTo>
                    <a:pt x="20515" y="13157"/>
                    <a:pt x="20669" y="13157"/>
                    <a:pt x="20812" y="13085"/>
                  </a:cubicBezTo>
                  <a:close/>
                  <a:moveTo>
                    <a:pt x="24920" y="10728"/>
                  </a:moveTo>
                  <a:cubicBezTo>
                    <a:pt x="25039" y="10680"/>
                    <a:pt x="25039" y="10514"/>
                    <a:pt x="24920" y="10466"/>
                  </a:cubicBezTo>
                  <a:lnTo>
                    <a:pt x="23503" y="9644"/>
                  </a:lnTo>
                  <a:cubicBezTo>
                    <a:pt x="23360" y="9573"/>
                    <a:pt x="23193" y="9573"/>
                    <a:pt x="23051" y="9644"/>
                  </a:cubicBezTo>
                  <a:lnTo>
                    <a:pt x="21288" y="10656"/>
                  </a:lnTo>
                  <a:cubicBezTo>
                    <a:pt x="21169" y="10704"/>
                    <a:pt x="21169" y="10871"/>
                    <a:pt x="21288" y="10918"/>
                  </a:cubicBezTo>
                  <a:lnTo>
                    <a:pt x="22717" y="11740"/>
                  </a:lnTo>
                  <a:cubicBezTo>
                    <a:pt x="22860" y="11811"/>
                    <a:pt x="23015" y="11811"/>
                    <a:pt x="23158" y="11740"/>
                  </a:cubicBezTo>
                  <a:close/>
                  <a:moveTo>
                    <a:pt x="27265" y="9371"/>
                  </a:moveTo>
                  <a:cubicBezTo>
                    <a:pt x="27384" y="9323"/>
                    <a:pt x="27384" y="9156"/>
                    <a:pt x="27265" y="9109"/>
                  </a:cubicBezTo>
                  <a:lnTo>
                    <a:pt x="25837" y="8287"/>
                  </a:lnTo>
                  <a:cubicBezTo>
                    <a:pt x="25694" y="8216"/>
                    <a:pt x="25527" y="8216"/>
                    <a:pt x="25396" y="8287"/>
                  </a:cubicBezTo>
                  <a:lnTo>
                    <a:pt x="23622" y="9311"/>
                  </a:lnTo>
                  <a:cubicBezTo>
                    <a:pt x="23503" y="9359"/>
                    <a:pt x="23503" y="9525"/>
                    <a:pt x="23622" y="9573"/>
                  </a:cubicBezTo>
                  <a:lnTo>
                    <a:pt x="25051" y="10394"/>
                  </a:lnTo>
                  <a:cubicBezTo>
                    <a:pt x="25194" y="10466"/>
                    <a:pt x="25360" y="10466"/>
                    <a:pt x="25503" y="10394"/>
                  </a:cubicBezTo>
                  <a:close/>
                  <a:moveTo>
                    <a:pt x="29599" y="8025"/>
                  </a:moveTo>
                  <a:cubicBezTo>
                    <a:pt x="29718" y="7978"/>
                    <a:pt x="29718" y="7811"/>
                    <a:pt x="29599" y="7763"/>
                  </a:cubicBezTo>
                  <a:lnTo>
                    <a:pt x="28182" y="6942"/>
                  </a:lnTo>
                  <a:cubicBezTo>
                    <a:pt x="28039" y="6870"/>
                    <a:pt x="27873" y="6870"/>
                    <a:pt x="27730" y="6942"/>
                  </a:cubicBezTo>
                  <a:lnTo>
                    <a:pt x="25968" y="7954"/>
                  </a:lnTo>
                  <a:cubicBezTo>
                    <a:pt x="25849" y="8001"/>
                    <a:pt x="25849" y="8168"/>
                    <a:pt x="25968" y="8216"/>
                  </a:cubicBezTo>
                  <a:lnTo>
                    <a:pt x="27396" y="9037"/>
                  </a:lnTo>
                  <a:cubicBezTo>
                    <a:pt x="27527" y="9109"/>
                    <a:pt x="27694" y="9109"/>
                    <a:pt x="27837" y="9037"/>
                  </a:cubicBezTo>
                  <a:close/>
                  <a:moveTo>
                    <a:pt x="31945" y="6668"/>
                  </a:moveTo>
                  <a:cubicBezTo>
                    <a:pt x="32064" y="6632"/>
                    <a:pt x="32064" y="6454"/>
                    <a:pt x="31945" y="6418"/>
                  </a:cubicBezTo>
                  <a:lnTo>
                    <a:pt x="30516" y="5584"/>
                  </a:lnTo>
                  <a:cubicBezTo>
                    <a:pt x="30373" y="5525"/>
                    <a:pt x="30206" y="5525"/>
                    <a:pt x="30075" y="5584"/>
                  </a:cubicBezTo>
                  <a:lnTo>
                    <a:pt x="28301" y="6608"/>
                  </a:lnTo>
                  <a:cubicBezTo>
                    <a:pt x="28182" y="6656"/>
                    <a:pt x="28182" y="6823"/>
                    <a:pt x="28301" y="6870"/>
                  </a:cubicBezTo>
                  <a:lnTo>
                    <a:pt x="29730" y="7692"/>
                  </a:lnTo>
                  <a:cubicBezTo>
                    <a:pt x="29873" y="7763"/>
                    <a:pt x="30040" y="7763"/>
                    <a:pt x="30182" y="7692"/>
                  </a:cubicBezTo>
                  <a:close/>
                  <a:moveTo>
                    <a:pt x="34469" y="5203"/>
                  </a:moveTo>
                  <a:cubicBezTo>
                    <a:pt x="34600" y="5168"/>
                    <a:pt x="34600" y="4989"/>
                    <a:pt x="34469" y="4953"/>
                  </a:cubicBezTo>
                  <a:lnTo>
                    <a:pt x="33064" y="4120"/>
                  </a:lnTo>
                  <a:cubicBezTo>
                    <a:pt x="32921" y="4048"/>
                    <a:pt x="32754" y="4048"/>
                    <a:pt x="32611" y="4120"/>
                  </a:cubicBezTo>
                  <a:lnTo>
                    <a:pt x="30849" y="5144"/>
                  </a:lnTo>
                  <a:cubicBezTo>
                    <a:pt x="30730" y="5180"/>
                    <a:pt x="30730" y="5358"/>
                    <a:pt x="30849" y="5394"/>
                  </a:cubicBezTo>
                  <a:lnTo>
                    <a:pt x="32278" y="6227"/>
                  </a:lnTo>
                  <a:cubicBezTo>
                    <a:pt x="32409" y="6299"/>
                    <a:pt x="32576" y="6299"/>
                    <a:pt x="32718" y="6227"/>
                  </a:cubicBezTo>
                  <a:close/>
                  <a:moveTo>
                    <a:pt x="36814" y="3858"/>
                  </a:moveTo>
                  <a:cubicBezTo>
                    <a:pt x="36933" y="3810"/>
                    <a:pt x="36933" y="3644"/>
                    <a:pt x="36814" y="3596"/>
                  </a:cubicBezTo>
                  <a:lnTo>
                    <a:pt x="35385" y="2775"/>
                  </a:lnTo>
                  <a:cubicBezTo>
                    <a:pt x="35243" y="2703"/>
                    <a:pt x="35076" y="2703"/>
                    <a:pt x="34945" y="2775"/>
                  </a:cubicBezTo>
                  <a:lnTo>
                    <a:pt x="33171" y="3798"/>
                  </a:lnTo>
                  <a:cubicBezTo>
                    <a:pt x="33052" y="3834"/>
                    <a:pt x="33052" y="4013"/>
                    <a:pt x="33171" y="4048"/>
                  </a:cubicBezTo>
                  <a:lnTo>
                    <a:pt x="34600" y="4870"/>
                  </a:lnTo>
                  <a:cubicBezTo>
                    <a:pt x="34743" y="4941"/>
                    <a:pt x="34909" y="4941"/>
                    <a:pt x="35052" y="4870"/>
                  </a:cubicBezTo>
                  <a:close/>
                  <a:moveTo>
                    <a:pt x="39160" y="2501"/>
                  </a:moveTo>
                  <a:cubicBezTo>
                    <a:pt x="39279" y="2453"/>
                    <a:pt x="39279" y="2286"/>
                    <a:pt x="39160" y="2251"/>
                  </a:cubicBezTo>
                  <a:lnTo>
                    <a:pt x="37731" y="1417"/>
                  </a:lnTo>
                  <a:cubicBezTo>
                    <a:pt x="37588" y="1346"/>
                    <a:pt x="37433" y="1346"/>
                    <a:pt x="37290" y="1417"/>
                  </a:cubicBezTo>
                  <a:lnTo>
                    <a:pt x="35528" y="2441"/>
                  </a:lnTo>
                  <a:cubicBezTo>
                    <a:pt x="35397" y="2489"/>
                    <a:pt x="35397" y="2655"/>
                    <a:pt x="35528" y="2703"/>
                  </a:cubicBezTo>
                  <a:lnTo>
                    <a:pt x="36945" y="3525"/>
                  </a:lnTo>
                  <a:cubicBezTo>
                    <a:pt x="37088" y="3596"/>
                    <a:pt x="37255" y="3596"/>
                    <a:pt x="37398" y="3525"/>
                  </a:cubicBezTo>
                  <a:close/>
                  <a:moveTo>
                    <a:pt x="41505" y="1155"/>
                  </a:moveTo>
                  <a:cubicBezTo>
                    <a:pt x="41624" y="1108"/>
                    <a:pt x="41624" y="941"/>
                    <a:pt x="41505" y="893"/>
                  </a:cubicBezTo>
                  <a:lnTo>
                    <a:pt x="40077" y="72"/>
                  </a:lnTo>
                  <a:cubicBezTo>
                    <a:pt x="39934" y="0"/>
                    <a:pt x="39767" y="0"/>
                    <a:pt x="39624" y="72"/>
                  </a:cubicBezTo>
                  <a:lnTo>
                    <a:pt x="37862" y="1096"/>
                  </a:lnTo>
                  <a:cubicBezTo>
                    <a:pt x="37743" y="1131"/>
                    <a:pt x="37743" y="1298"/>
                    <a:pt x="37862" y="1346"/>
                  </a:cubicBezTo>
                  <a:lnTo>
                    <a:pt x="39291" y="2167"/>
                  </a:lnTo>
                  <a:cubicBezTo>
                    <a:pt x="39434" y="2239"/>
                    <a:pt x="39600" y="2239"/>
                    <a:pt x="39731" y="2167"/>
                  </a:cubicBezTo>
                  <a:close/>
                  <a:moveTo>
                    <a:pt x="9513" y="22610"/>
                  </a:moveTo>
                  <a:cubicBezTo>
                    <a:pt x="9632" y="22575"/>
                    <a:pt x="9632" y="22396"/>
                    <a:pt x="9513" y="22360"/>
                  </a:cubicBezTo>
                  <a:lnTo>
                    <a:pt x="7620" y="21265"/>
                  </a:lnTo>
                  <a:cubicBezTo>
                    <a:pt x="7477" y="21193"/>
                    <a:pt x="7311" y="21193"/>
                    <a:pt x="7168" y="21265"/>
                  </a:cubicBezTo>
                  <a:lnTo>
                    <a:pt x="5275" y="22360"/>
                  </a:lnTo>
                  <a:cubicBezTo>
                    <a:pt x="5155" y="22396"/>
                    <a:pt x="5155" y="22563"/>
                    <a:pt x="5275" y="22610"/>
                  </a:cubicBezTo>
                  <a:lnTo>
                    <a:pt x="7168" y="23706"/>
                  </a:lnTo>
                  <a:cubicBezTo>
                    <a:pt x="7311" y="23777"/>
                    <a:pt x="7477" y="23777"/>
                    <a:pt x="7620" y="23706"/>
                  </a:cubicBezTo>
                  <a:close/>
                  <a:moveTo>
                    <a:pt x="14776" y="19574"/>
                  </a:moveTo>
                  <a:cubicBezTo>
                    <a:pt x="14895" y="19527"/>
                    <a:pt x="14895" y="19360"/>
                    <a:pt x="14776" y="19312"/>
                  </a:cubicBezTo>
                  <a:lnTo>
                    <a:pt x="12883" y="18217"/>
                  </a:lnTo>
                  <a:cubicBezTo>
                    <a:pt x="12740" y="18145"/>
                    <a:pt x="12573" y="18145"/>
                    <a:pt x="12430" y="18217"/>
                  </a:cubicBezTo>
                  <a:lnTo>
                    <a:pt x="10537" y="19312"/>
                  </a:lnTo>
                  <a:cubicBezTo>
                    <a:pt x="10406" y="19360"/>
                    <a:pt x="10406" y="19527"/>
                    <a:pt x="10537" y="19574"/>
                  </a:cubicBezTo>
                  <a:lnTo>
                    <a:pt x="12430" y="20670"/>
                  </a:lnTo>
                  <a:cubicBezTo>
                    <a:pt x="12573" y="20741"/>
                    <a:pt x="12740" y="20741"/>
                    <a:pt x="12883" y="20670"/>
                  </a:cubicBezTo>
                  <a:close/>
                  <a:moveTo>
                    <a:pt x="12144" y="21098"/>
                  </a:moveTo>
                  <a:cubicBezTo>
                    <a:pt x="12264" y="21051"/>
                    <a:pt x="12264" y="20872"/>
                    <a:pt x="12144" y="20836"/>
                  </a:cubicBezTo>
                  <a:lnTo>
                    <a:pt x="10251" y="19741"/>
                  </a:lnTo>
                  <a:cubicBezTo>
                    <a:pt x="10108" y="19669"/>
                    <a:pt x="9942" y="19669"/>
                    <a:pt x="9799" y="19741"/>
                  </a:cubicBezTo>
                  <a:lnTo>
                    <a:pt x="7906" y="20848"/>
                  </a:lnTo>
                  <a:cubicBezTo>
                    <a:pt x="7787" y="20884"/>
                    <a:pt x="7787" y="21062"/>
                    <a:pt x="7906" y="21098"/>
                  </a:cubicBezTo>
                  <a:lnTo>
                    <a:pt x="9799" y="22182"/>
                  </a:lnTo>
                  <a:cubicBezTo>
                    <a:pt x="9942" y="22253"/>
                    <a:pt x="10108" y="22253"/>
                    <a:pt x="10251" y="22182"/>
                  </a:cubicBezTo>
                  <a:close/>
                  <a:moveTo>
                    <a:pt x="17407" y="18050"/>
                  </a:moveTo>
                  <a:cubicBezTo>
                    <a:pt x="17526" y="18014"/>
                    <a:pt x="17526" y="17836"/>
                    <a:pt x="17407" y="17800"/>
                  </a:cubicBezTo>
                  <a:lnTo>
                    <a:pt x="15514" y="16705"/>
                  </a:lnTo>
                  <a:cubicBezTo>
                    <a:pt x="15371" y="16633"/>
                    <a:pt x="15204" y="16633"/>
                    <a:pt x="15061" y="16705"/>
                  </a:cubicBezTo>
                  <a:lnTo>
                    <a:pt x="13168" y="17800"/>
                  </a:lnTo>
                  <a:cubicBezTo>
                    <a:pt x="13049" y="17836"/>
                    <a:pt x="13049" y="18014"/>
                    <a:pt x="13168" y="18050"/>
                  </a:cubicBezTo>
                  <a:lnTo>
                    <a:pt x="15061" y="19146"/>
                  </a:lnTo>
                  <a:cubicBezTo>
                    <a:pt x="15204" y="19217"/>
                    <a:pt x="15371" y="19217"/>
                    <a:pt x="15514" y="19146"/>
                  </a:cubicBezTo>
                  <a:close/>
                  <a:moveTo>
                    <a:pt x="20038" y="16538"/>
                  </a:moveTo>
                  <a:cubicBezTo>
                    <a:pt x="20157" y="16490"/>
                    <a:pt x="20157" y="16324"/>
                    <a:pt x="20038" y="16276"/>
                  </a:cubicBezTo>
                  <a:lnTo>
                    <a:pt x="18145" y="15193"/>
                  </a:lnTo>
                  <a:cubicBezTo>
                    <a:pt x="18002" y="15109"/>
                    <a:pt x="17836" y="15109"/>
                    <a:pt x="17693" y="15193"/>
                  </a:cubicBezTo>
                  <a:lnTo>
                    <a:pt x="15800" y="16276"/>
                  </a:lnTo>
                  <a:cubicBezTo>
                    <a:pt x="15669" y="16324"/>
                    <a:pt x="15669" y="16490"/>
                    <a:pt x="15800" y="16538"/>
                  </a:cubicBezTo>
                  <a:lnTo>
                    <a:pt x="17693" y="17633"/>
                  </a:lnTo>
                  <a:cubicBezTo>
                    <a:pt x="17836" y="17705"/>
                    <a:pt x="17990" y="17705"/>
                    <a:pt x="18133" y="17633"/>
                  </a:cubicBezTo>
                  <a:close/>
                  <a:moveTo>
                    <a:pt x="22670" y="15014"/>
                  </a:moveTo>
                  <a:cubicBezTo>
                    <a:pt x="22789" y="14966"/>
                    <a:pt x="22789" y="14800"/>
                    <a:pt x="22670" y="14764"/>
                  </a:cubicBezTo>
                  <a:lnTo>
                    <a:pt x="20776" y="13669"/>
                  </a:lnTo>
                  <a:cubicBezTo>
                    <a:pt x="20634" y="13585"/>
                    <a:pt x="20467" y="13585"/>
                    <a:pt x="20324" y="13669"/>
                  </a:cubicBezTo>
                  <a:lnTo>
                    <a:pt x="18431" y="14764"/>
                  </a:lnTo>
                  <a:cubicBezTo>
                    <a:pt x="18312" y="14800"/>
                    <a:pt x="18312" y="14966"/>
                    <a:pt x="18431" y="15014"/>
                  </a:cubicBezTo>
                  <a:lnTo>
                    <a:pt x="20324" y="16109"/>
                  </a:lnTo>
                  <a:cubicBezTo>
                    <a:pt x="20467" y="16181"/>
                    <a:pt x="20634" y="16181"/>
                    <a:pt x="20776" y="16109"/>
                  </a:cubicBezTo>
                  <a:close/>
                  <a:moveTo>
                    <a:pt x="25301" y="13502"/>
                  </a:moveTo>
                  <a:cubicBezTo>
                    <a:pt x="25420" y="13454"/>
                    <a:pt x="25420" y="13288"/>
                    <a:pt x="25301" y="13240"/>
                  </a:cubicBezTo>
                  <a:lnTo>
                    <a:pt x="23408" y="12145"/>
                  </a:lnTo>
                  <a:cubicBezTo>
                    <a:pt x="23265" y="12073"/>
                    <a:pt x="23098" y="12073"/>
                    <a:pt x="22955" y="12145"/>
                  </a:cubicBezTo>
                  <a:lnTo>
                    <a:pt x="21062" y="13240"/>
                  </a:lnTo>
                  <a:cubicBezTo>
                    <a:pt x="20943" y="13276"/>
                    <a:pt x="20943" y="13454"/>
                    <a:pt x="21062" y="13502"/>
                  </a:cubicBezTo>
                  <a:lnTo>
                    <a:pt x="22955" y="14597"/>
                  </a:lnTo>
                  <a:cubicBezTo>
                    <a:pt x="23098" y="14669"/>
                    <a:pt x="23265" y="14669"/>
                    <a:pt x="23408" y="14597"/>
                  </a:cubicBezTo>
                  <a:close/>
                  <a:moveTo>
                    <a:pt x="27932" y="11978"/>
                  </a:moveTo>
                  <a:cubicBezTo>
                    <a:pt x="28051" y="11930"/>
                    <a:pt x="28051" y="11764"/>
                    <a:pt x="27932" y="11716"/>
                  </a:cubicBezTo>
                  <a:lnTo>
                    <a:pt x="26039" y="10621"/>
                  </a:lnTo>
                  <a:cubicBezTo>
                    <a:pt x="25896" y="10549"/>
                    <a:pt x="25729" y="10549"/>
                    <a:pt x="25587" y="10621"/>
                  </a:cubicBezTo>
                  <a:lnTo>
                    <a:pt x="23694" y="11716"/>
                  </a:lnTo>
                  <a:cubicBezTo>
                    <a:pt x="23574" y="11764"/>
                    <a:pt x="23574" y="11930"/>
                    <a:pt x="23694" y="11978"/>
                  </a:cubicBezTo>
                  <a:lnTo>
                    <a:pt x="25587" y="13073"/>
                  </a:lnTo>
                  <a:cubicBezTo>
                    <a:pt x="25729" y="13145"/>
                    <a:pt x="25896" y="13145"/>
                    <a:pt x="26039" y="13073"/>
                  </a:cubicBezTo>
                  <a:close/>
                  <a:moveTo>
                    <a:pt x="30563" y="10454"/>
                  </a:moveTo>
                  <a:cubicBezTo>
                    <a:pt x="30682" y="10418"/>
                    <a:pt x="30682" y="10240"/>
                    <a:pt x="30563" y="10204"/>
                  </a:cubicBezTo>
                  <a:lnTo>
                    <a:pt x="28670" y="9109"/>
                  </a:lnTo>
                  <a:cubicBezTo>
                    <a:pt x="28527" y="9037"/>
                    <a:pt x="28361" y="9037"/>
                    <a:pt x="28218" y="9109"/>
                  </a:cubicBezTo>
                  <a:lnTo>
                    <a:pt x="26325" y="10204"/>
                  </a:lnTo>
                  <a:cubicBezTo>
                    <a:pt x="26206" y="10240"/>
                    <a:pt x="26206" y="10418"/>
                    <a:pt x="26325" y="10454"/>
                  </a:cubicBezTo>
                  <a:lnTo>
                    <a:pt x="28218" y="11549"/>
                  </a:lnTo>
                  <a:cubicBezTo>
                    <a:pt x="28361" y="11621"/>
                    <a:pt x="28527" y="11621"/>
                    <a:pt x="28670" y="11549"/>
                  </a:cubicBezTo>
                  <a:close/>
                  <a:moveTo>
                    <a:pt x="33195" y="8942"/>
                  </a:moveTo>
                  <a:cubicBezTo>
                    <a:pt x="33326" y="8894"/>
                    <a:pt x="33326" y="8716"/>
                    <a:pt x="33195" y="8680"/>
                  </a:cubicBezTo>
                  <a:lnTo>
                    <a:pt x="31302" y="7585"/>
                  </a:lnTo>
                  <a:cubicBezTo>
                    <a:pt x="31159" y="7513"/>
                    <a:pt x="30992" y="7513"/>
                    <a:pt x="30849" y="7585"/>
                  </a:cubicBezTo>
                  <a:lnTo>
                    <a:pt x="28956" y="8680"/>
                  </a:lnTo>
                  <a:cubicBezTo>
                    <a:pt x="28837" y="8728"/>
                    <a:pt x="28837" y="8894"/>
                    <a:pt x="28956" y="8942"/>
                  </a:cubicBezTo>
                  <a:lnTo>
                    <a:pt x="30849" y="10037"/>
                  </a:lnTo>
                  <a:cubicBezTo>
                    <a:pt x="30992" y="10097"/>
                    <a:pt x="31159" y="10097"/>
                    <a:pt x="31302" y="10037"/>
                  </a:cubicBezTo>
                  <a:close/>
                  <a:moveTo>
                    <a:pt x="35826" y="7418"/>
                  </a:moveTo>
                  <a:cubicBezTo>
                    <a:pt x="35945" y="7370"/>
                    <a:pt x="35945" y="7204"/>
                    <a:pt x="35826" y="7156"/>
                  </a:cubicBezTo>
                  <a:lnTo>
                    <a:pt x="33933" y="6061"/>
                  </a:lnTo>
                  <a:cubicBezTo>
                    <a:pt x="33790" y="5989"/>
                    <a:pt x="33623" y="5989"/>
                    <a:pt x="33480" y="6061"/>
                  </a:cubicBezTo>
                  <a:lnTo>
                    <a:pt x="31587" y="7156"/>
                  </a:lnTo>
                  <a:cubicBezTo>
                    <a:pt x="31468" y="7204"/>
                    <a:pt x="31468" y="7370"/>
                    <a:pt x="31587" y="7418"/>
                  </a:cubicBezTo>
                  <a:lnTo>
                    <a:pt x="33480" y="8513"/>
                  </a:lnTo>
                  <a:cubicBezTo>
                    <a:pt x="33623" y="8585"/>
                    <a:pt x="33790" y="8585"/>
                    <a:pt x="33933" y="8513"/>
                  </a:cubicBezTo>
                  <a:close/>
                  <a:moveTo>
                    <a:pt x="38457" y="5894"/>
                  </a:moveTo>
                  <a:cubicBezTo>
                    <a:pt x="38576" y="5858"/>
                    <a:pt x="38576" y="5680"/>
                    <a:pt x="38457" y="5644"/>
                  </a:cubicBezTo>
                  <a:lnTo>
                    <a:pt x="36564" y="4549"/>
                  </a:lnTo>
                  <a:cubicBezTo>
                    <a:pt x="36421" y="4477"/>
                    <a:pt x="36255" y="4477"/>
                    <a:pt x="36112" y="4549"/>
                  </a:cubicBezTo>
                  <a:lnTo>
                    <a:pt x="34219" y="5644"/>
                  </a:lnTo>
                  <a:cubicBezTo>
                    <a:pt x="34100" y="5680"/>
                    <a:pt x="34100" y="5858"/>
                    <a:pt x="34219" y="5894"/>
                  </a:cubicBezTo>
                  <a:lnTo>
                    <a:pt x="36124" y="7001"/>
                  </a:lnTo>
                  <a:cubicBezTo>
                    <a:pt x="36255" y="7073"/>
                    <a:pt x="36421" y="7073"/>
                    <a:pt x="36564" y="7001"/>
                  </a:cubicBezTo>
                  <a:close/>
                  <a:moveTo>
                    <a:pt x="13418" y="23360"/>
                  </a:moveTo>
                  <a:cubicBezTo>
                    <a:pt x="13537" y="23313"/>
                    <a:pt x="13537" y="23146"/>
                    <a:pt x="13418" y="23098"/>
                  </a:cubicBezTo>
                  <a:lnTo>
                    <a:pt x="11513" y="22003"/>
                  </a:lnTo>
                  <a:cubicBezTo>
                    <a:pt x="11371" y="21932"/>
                    <a:pt x="11204" y="21932"/>
                    <a:pt x="11073" y="22003"/>
                  </a:cubicBezTo>
                  <a:lnTo>
                    <a:pt x="9168" y="23098"/>
                  </a:lnTo>
                  <a:cubicBezTo>
                    <a:pt x="9049" y="23146"/>
                    <a:pt x="9049" y="23313"/>
                    <a:pt x="9168" y="23360"/>
                  </a:cubicBezTo>
                  <a:lnTo>
                    <a:pt x="11073" y="24456"/>
                  </a:lnTo>
                  <a:cubicBezTo>
                    <a:pt x="11204" y="24527"/>
                    <a:pt x="11371" y="24527"/>
                    <a:pt x="11513" y="24456"/>
                  </a:cubicBezTo>
                  <a:close/>
                  <a:moveTo>
                    <a:pt x="16050" y="21836"/>
                  </a:moveTo>
                  <a:cubicBezTo>
                    <a:pt x="16169" y="21801"/>
                    <a:pt x="16169" y="21622"/>
                    <a:pt x="16050" y="21586"/>
                  </a:cubicBezTo>
                  <a:lnTo>
                    <a:pt x="14145" y="20491"/>
                  </a:lnTo>
                  <a:cubicBezTo>
                    <a:pt x="14002" y="20420"/>
                    <a:pt x="13847" y="20420"/>
                    <a:pt x="13704" y="20491"/>
                  </a:cubicBezTo>
                  <a:lnTo>
                    <a:pt x="11799" y="21586"/>
                  </a:lnTo>
                  <a:cubicBezTo>
                    <a:pt x="11680" y="21634"/>
                    <a:pt x="11680" y="21801"/>
                    <a:pt x="11799" y="21848"/>
                  </a:cubicBezTo>
                  <a:lnTo>
                    <a:pt x="13692" y="22944"/>
                  </a:lnTo>
                  <a:cubicBezTo>
                    <a:pt x="13835" y="23015"/>
                    <a:pt x="14002" y="23015"/>
                    <a:pt x="14145" y="22944"/>
                  </a:cubicBezTo>
                  <a:close/>
                  <a:moveTo>
                    <a:pt x="18681" y="20324"/>
                  </a:moveTo>
                  <a:cubicBezTo>
                    <a:pt x="18800" y="20277"/>
                    <a:pt x="18800" y="20110"/>
                    <a:pt x="18681" y="20062"/>
                  </a:cubicBezTo>
                  <a:lnTo>
                    <a:pt x="16776" y="18967"/>
                  </a:lnTo>
                  <a:cubicBezTo>
                    <a:pt x="16633" y="18896"/>
                    <a:pt x="16478" y="18896"/>
                    <a:pt x="16335" y="18967"/>
                  </a:cubicBezTo>
                  <a:lnTo>
                    <a:pt x="14430" y="20062"/>
                  </a:lnTo>
                  <a:cubicBezTo>
                    <a:pt x="14311" y="20110"/>
                    <a:pt x="14311" y="20277"/>
                    <a:pt x="14430" y="20324"/>
                  </a:cubicBezTo>
                  <a:lnTo>
                    <a:pt x="16335" y="21420"/>
                  </a:lnTo>
                  <a:cubicBezTo>
                    <a:pt x="16478" y="21491"/>
                    <a:pt x="16633" y="21491"/>
                    <a:pt x="16776" y="21420"/>
                  </a:cubicBezTo>
                  <a:close/>
                  <a:moveTo>
                    <a:pt x="21300" y="18800"/>
                  </a:moveTo>
                  <a:cubicBezTo>
                    <a:pt x="21419" y="18765"/>
                    <a:pt x="21419" y="18586"/>
                    <a:pt x="21300" y="18550"/>
                  </a:cubicBezTo>
                  <a:lnTo>
                    <a:pt x="19407" y="17455"/>
                  </a:lnTo>
                  <a:cubicBezTo>
                    <a:pt x="19264" y="17372"/>
                    <a:pt x="19098" y="17372"/>
                    <a:pt x="18955" y="17455"/>
                  </a:cubicBezTo>
                  <a:lnTo>
                    <a:pt x="17062" y="18550"/>
                  </a:lnTo>
                  <a:cubicBezTo>
                    <a:pt x="16943" y="18586"/>
                    <a:pt x="16943" y="18753"/>
                    <a:pt x="17062" y="18800"/>
                  </a:cubicBezTo>
                  <a:lnTo>
                    <a:pt x="18955" y="19896"/>
                  </a:lnTo>
                  <a:cubicBezTo>
                    <a:pt x="19098" y="19967"/>
                    <a:pt x="19264" y="19967"/>
                    <a:pt x="19407" y="19896"/>
                  </a:cubicBezTo>
                  <a:close/>
                  <a:moveTo>
                    <a:pt x="23932" y="17288"/>
                  </a:moveTo>
                  <a:cubicBezTo>
                    <a:pt x="24051" y="17241"/>
                    <a:pt x="24051" y="17074"/>
                    <a:pt x="23932" y="17026"/>
                  </a:cubicBezTo>
                  <a:lnTo>
                    <a:pt x="22039" y="15931"/>
                  </a:lnTo>
                  <a:cubicBezTo>
                    <a:pt x="21896" y="15859"/>
                    <a:pt x="21729" y="15859"/>
                    <a:pt x="21586" y="15931"/>
                  </a:cubicBezTo>
                  <a:lnTo>
                    <a:pt x="19693" y="17026"/>
                  </a:lnTo>
                  <a:cubicBezTo>
                    <a:pt x="19574" y="17062"/>
                    <a:pt x="19574" y="17241"/>
                    <a:pt x="19693" y="17288"/>
                  </a:cubicBezTo>
                  <a:lnTo>
                    <a:pt x="21598" y="18372"/>
                  </a:lnTo>
                  <a:cubicBezTo>
                    <a:pt x="21741" y="18443"/>
                    <a:pt x="21908" y="18443"/>
                    <a:pt x="22050" y="18372"/>
                  </a:cubicBezTo>
                  <a:close/>
                  <a:moveTo>
                    <a:pt x="26563" y="15764"/>
                  </a:moveTo>
                  <a:cubicBezTo>
                    <a:pt x="26682" y="15717"/>
                    <a:pt x="26682" y="15550"/>
                    <a:pt x="26563" y="15502"/>
                  </a:cubicBezTo>
                  <a:lnTo>
                    <a:pt x="24670" y="14407"/>
                  </a:lnTo>
                  <a:cubicBezTo>
                    <a:pt x="24527" y="14335"/>
                    <a:pt x="24360" y="14335"/>
                    <a:pt x="24217" y="14407"/>
                  </a:cubicBezTo>
                  <a:lnTo>
                    <a:pt x="22324" y="15502"/>
                  </a:lnTo>
                  <a:cubicBezTo>
                    <a:pt x="22205" y="15550"/>
                    <a:pt x="22205" y="15717"/>
                    <a:pt x="22324" y="15764"/>
                  </a:cubicBezTo>
                  <a:lnTo>
                    <a:pt x="24217" y="16860"/>
                  </a:lnTo>
                  <a:cubicBezTo>
                    <a:pt x="24360" y="16931"/>
                    <a:pt x="24527" y="16931"/>
                    <a:pt x="24670" y="16860"/>
                  </a:cubicBezTo>
                  <a:close/>
                  <a:moveTo>
                    <a:pt x="29194" y="14240"/>
                  </a:moveTo>
                  <a:cubicBezTo>
                    <a:pt x="29313" y="14204"/>
                    <a:pt x="29313" y="14026"/>
                    <a:pt x="29194" y="13990"/>
                  </a:cubicBezTo>
                  <a:lnTo>
                    <a:pt x="27301" y="12895"/>
                  </a:lnTo>
                  <a:cubicBezTo>
                    <a:pt x="27158" y="12823"/>
                    <a:pt x="26992" y="12823"/>
                    <a:pt x="26849" y="12895"/>
                  </a:cubicBezTo>
                  <a:lnTo>
                    <a:pt x="24956" y="13990"/>
                  </a:lnTo>
                  <a:cubicBezTo>
                    <a:pt x="24837" y="14026"/>
                    <a:pt x="24837" y="14204"/>
                    <a:pt x="24956" y="14240"/>
                  </a:cubicBezTo>
                  <a:lnTo>
                    <a:pt x="26849" y="15336"/>
                  </a:lnTo>
                  <a:cubicBezTo>
                    <a:pt x="26992" y="15407"/>
                    <a:pt x="27158" y="15407"/>
                    <a:pt x="27301" y="15336"/>
                  </a:cubicBezTo>
                  <a:close/>
                  <a:moveTo>
                    <a:pt x="31825" y="12728"/>
                  </a:moveTo>
                  <a:cubicBezTo>
                    <a:pt x="31956" y="12680"/>
                    <a:pt x="31956" y="12502"/>
                    <a:pt x="31825" y="12466"/>
                  </a:cubicBezTo>
                  <a:lnTo>
                    <a:pt x="29932" y="11371"/>
                  </a:lnTo>
                  <a:cubicBezTo>
                    <a:pt x="29790" y="11299"/>
                    <a:pt x="29623" y="11299"/>
                    <a:pt x="29492" y="11371"/>
                  </a:cubicBezTo>
                  <a:lnTo>
                    <a:pt x="27587" y="12466"/>
                  </a:lnTo>
                  <a:cubicBezTo>
                    <a:pt x="27468" y="12514"/>
                    <a:pt x="27468" y="12680"/>
                    <a:pt x="27587" y="12728"/>
                  </a:cubicBezTo>
                  <a:lnTo>
                    <a:pt x="29492" y="13823"/>
                  </a:lnTo>
                  <a:cubicBezTo>
                    <a:pt x="29623" y="13895"/>
                    <a:pt x="29790" y="13895"/>
                    <a:pt x="29932" y="13823"/>
                  </a:cubicBezTo>
                  <a:close/>
                  <a:moveTo>
                    <a:pt x="34457" y="11204"/>
                  </a:moveTo>
                  <a:cubicBezTo>
                    <a:pt x="34576" y="11156"/>
                    <a:pt x="34576" y="10990"/>
                    <a:pt x="34457" y="10942"/>
                  </a:cubicBezTo>
                  <a:lnTo>
                    <a:pt x="32564" y="9847"/>
                  </a:lnTo>
                  <a:cubicBezTo>
                    <a:pt x="32421" y="9775"/>
                    <a:pt x="32254" y="9775"/>
                    <a:pt x="32111" y="9847"/>
                  </a:cubicBezTo>
                  <a:lnTo>
                    <a:pt x="30218" y="10942"/>
                  </a:lnTo>
                  <a:cubicBezTo>
                    <a:pt x="30099" y="10990"/>
                    <a:pt x="30099" y="11168"/>
                    <a:pt x="30218" y="11204"/>
                  </a:cubicBezTo>
                  <a:lnTo>
                    <a:pt x="32111" y="12299"/>
                  </a:lnTo>
                  <a:cubicBezTo>
                    <a:pt x="32254" y="12371"/>
                    <a:pt x="32421" y="12371"/>
                    <a:pt x="32564" y="12299"/>
                  </a:cubicBezTo>
                  <a:close/>
                  <a:moveTo>
                    <a:pt x="37088" y="9680"/>
                  </a:moveTo>
                  <a:cubicBezTo>
                    <a:pt x="37207" y="9632"/>
                    <a:pt x="37207" y="9466"/>
                    <a:pt x="37088" y="9418"/>
                  </a:cubicBezTo>
                  <a:lnTo>
                    <a:pt x="35195" y="8347"/>
                  </a:lnTo>
                  <a:cubicBezTo>
                    <a:pt x="35052" y="8263"/>
                    <a:pt x="34885" y="8263"/>
                    <a:pt x="34743" y="8347"/>
                  </a:cubicBezTo>
                  <a:lnTo>
                    <a:pt x="32849" y="9430"/>
                  </a:lnTo>
                  <a:cubicBezTo>
                    <a:pt x="32730" y="9478"/>
                    <a:pt x="32730" y="9644"/>
                    <a:pt x="32849" y="9692"/>
                  </a:cubicBezTo>
                  <a:lnTo>
                    <a:pt x="34743" y="10787"/>
                  </a:lnTo>
                  <a:cubicBezTo>
                    <a:pt x="34885" y="10859"/>
                    <a:pt x="35052" y="10859"/>
                    <a:pt x="35195" y="10787"/>
                  </a:cubicBezTo>
                  <a:close/>
                  <a:moveTo>
                    <a:pt x="39719" y="8156"/>
                  </a:moveTo>
                  <a:cubicBezTo>
                    <a:pt x="39838" y="8120"/>
                    <a:pt x="39838" y="7942"/>
                    <a:pt x="39719" y="7906"/>
                  </a:cubicBezTo>
                  <a:lnTo>
                    <a:pt x="37826" y="6811"/>
                  </a:lnTo>
                  <a:cubicBezTo>
                    <a:pt x="37683" y="6739"/>
                    <a:pt x="37517" y="6739"/>
                    <a:pt x="37374" y="6811"/>
                  </a:cubicBezTo>
                  <a:lnTo>
                    <a:pt x="35481" y="7906"/>
                  </a:lnTo>
                  <a:cubicBezTo>
                    <a:pt x="35362" y="7954"/>
                    <a:pt x="35362" y="8120"/>
                    <a:pt x="35481" y="8168"/>
                  </a:cubicBezTo>
                  <a:lnTo>
                    <a:pt x="37374" y="9263"/>
                  </a:lnTo>
                  <a:cubicBezTo>
                    <a:pt x="37517" y="9335"/>
                    <a:pt x="37683" y="9335"/>
                    <a:pt x="37826" y="9263"/>
                  </a:cubicBezTo>
                  <a:close/>
                  <a:moveTo>
                    <a:pt x="42351" y="6644"/>
                  </a:moveTo>
                  <a:cubicBezTo>
                    <a:pt x="42482" y="6596"/>
                    <a:pt x="42482" y="6430"/>
                    <a:pt x="42351" y="6382"/>
                  </a:cubicBezTo>
                  <a:lnTo>
                    <a:pt x="40458" y="5287"/>
                  </a:lnTo>
                  <a:cubicBezTo>
                    <a:pt x="40315" y="5215"/>
                    <a:pt x="40148" y="5215"/>
                    <a:pt x="40017" y="5287"/>
                  </a:cubicBezTo>
                  <a:lnTo>
                    <a:pt x="38124" y="6394"/>
                  </a:lnTo>
                  <a:cubicBezTo>
                    <a:pt x="37993" y="6430"/>
                    <a:pt x="37993" y="6608"/>
                    <a:pt x="38124" y="6644"/>
                  </a:cubicBezTo>
                  <a:lnTo>
                    <a:pt x="40017" y="7751"/>
                  </a:lnTo>
                  <a:cubicBezTo>
                    <a:pt x="40148" y="7823"/>
                    <a:pt x="40315" y="7823"/>
                    <a:pt x="40458" y="7751"/>
                  </a:cubicBezTo>
                  <a:close/>
                  <a:moveTo>
                    <a:pt x="16657" y="24587"/>
                  </a:moveTo>
                  <a:cubicBezTo>
                    <a:pt x="16776" y="24551"/>
                    <a:pt x="16776" y="24372"/>
                    <a:pt x="16657" y="24337"/>
                  </a:cubicBezTo>
                  <a:lnTo>
                    <a:pt x="14752" y="23241"/>
                  </a:lnTo>
                  <a:cubicBezTo>
                    <a:pt x="14609" y="23170"/>
                    <a:pt x="14442" y="23170"/>
                    <a:pt x="14311" y="23241"/>
                  </a:cubicBezTo>
                  <a:lnTo>
                    <a:pt x="12406" y="24337"/>
                  </a:lnTo>
                  <a:cubicBezTo>
                    <a:pt x="12287" y="24372"/>
                    <a:pt x="12287" y="24551"/>
                    <a:pt x="12406" y="24587"/>
                  </a:cubicBezTo>
                  <a:lnTo>
                    <a:pt x="14311" y="25682"/>
                  </a:lnTo>
                  <a:cubicBezTo>
                    <a:pt x="14442" y="25754"/>
                    <a:pt x="14609" y="25754"/>
                    <a:pt x="14752" y="25682"/>
                  </a:cubicBezTo>
                  <a:close/>
                  <a:moveTo>
                    <a:pt x="19288" y="23075"/>
                  </a:moveTo>
                  <a:cubicBezTo>
                    <a:pt x="19407" y="23027"/>
                    <a:pt x="19407" y="22860"/>
                    <a:pt x="19288" y="22813"/>
                  </a:cubicBezTo>
                  <a:lnTo>
                    <a:pt x="17383" y="21717"/>
                  </a:lnTo>
                  <a:cubicBezTo>
                    <a:pt x="17240" y="21658"/>
                    <a:pt x="17086" y="21658"/>
                    <a:pt x="16943" y="21717"/>
                  </a:cubicBezTo>
                  <a:lnTo>
                    <a:pt x="15050" y="22813"/>
                  </a:lnTo>
                  <a:cubicBezTo>
                    <a:pt x="14931" y="22860"/>
                    <a:pt x="14931" y="23027"/>
                    <a:pt x="15050" y="23075"/>
                  </a:cubicBezTo>
                  <a:lnTo>
                    <a:pt x="16943" y="24170"/>
                  </a:lnTo>
                  <a:cubicBezTo>
                    <a:pt x="17086" y="24230"/>
                    <a:pt x="17252" y="24230"/>
                    <a:pt x="17395" y="24170"/>
                  </a:cubicBezTo>
                  <a:close/>
                  <a:moveTo>
                    <a:pt x="21919" y="21551"/>
                  </a:moveTo>
                  <a:cubicBezTo>
                    <a:pt x="22039" y="21515"/>
                    <a:pt x="22039" y="21336"/>
                    <a:pt x="21919" y="21301"/>
                  </a:cubicBezTo>
                  <a:lnTo>
                    <a:pt x="20014" y="20205"/>
                  </a:lnTo>
                  <a:cubicBezTo>
                    <a:pt x="19872" y="20134"/>
                    <a:pt x="19717" y="20134"/>
                    <a:pt x="19574" y="20205"/>
                  </a:cubicBezTo>
                  <a:lnTo>
                    <a:pt x="17681" y="21289"/>
                  </a:lnTo>
                  <a:cubicBezTo>
                    <a:pt x="17550" y="21336"/>
                    <a:pt x="17550" y="21503"/>
                    <a:pt x="17681" y="21551"/>
                  </a:cubicBezTo>
                  <a:lnTo>
                    <a:pt x="19574" y="22646"/>
                  </a:lnTo>
                  <a:cubicBezTo>
                    <a:pt x="19717" y="22706"/>
                    <a:pt x="19872" y="22706"/>
                    <a:pt x="20014" y="22646"/>
                  </a:cubicBezTo>
                  <a:close/>
                  <a:moveTo>
                    <a:pt x="24551" y="20039"/>
                  </a:moveTo>
                  <a:cubicBezTo>
                    <a:pt x="24670" y="19991"/>
                    <a:pt x="24670" y="19824"/>
                    <a:pt x="24551" y="19777"/>
                  </a:cubicBezTo>
                  <a:lnTo>
                    <a:pt x="22646" y="18681"/>
                  </a:lnTo>
                  <a:cubicBezTo>
                    <a:pt x="22503" y="18610"/>
                    <a:pt x="22348" y="18610"/>
                    <a:pt x="22205" y="18681"/>
                  </a:cubicBezTo>
                  <a:lnTo>
                    <a:pt x="20300" y="19777"/>
                  </a:lnTo>
                  <a:cubicBezTo>
                    <a:pt x="20181" y="19824"/>
                    <a:pt x="20181" y="19991"/>
                    <a:pt x="20300" y="20039"/>
                  </a:cubicBezTo>
                  <a:lnTo>
                    <a:pt x="22205" y="21134"/>
                  </a:lnTo>
                  <a:cubicBezTo>
                    <a:pt x="22348" y="21205"/>
                    <a:pt x="22503" y="21205"/>
                    <a:pt x="22646" y="21134"/>
                  </a:cubicBezTo>
                  <a:close/>
                  <a:moveTo>
                    <a:pt x="27182" y="18515"/>
                  </a:moveTo>
                  <a:cubicBezTo>
                    <a:pt x="27301" y="18467"/>
                    <a:pt x="27301" y="18300"/>
                    <a:pt x="27182" y="18253"/>
                  </a:cubicBezTo>
                  <a:lnTo>
                    <a:pt x="25277" y="17169"/>
                  </a:lnTo>
                  <a:cubicBezTo>
                    <a:pt x="25134" y="17098"/>
                    <a:pt x="24979" y="17098"/>
                    <a:pt x="24837" y="17169"/>
                  </a:cubicBezTo>
                  <a:lnTo>
                    <a:pt x="22943" y="18253"/>
                  </a:lnTo>
                  <a:cubicBezTo>
                    <a:pt x="22812" y="18300"/>
                    <a:pt x="22812" y="18467"/>
                    <a:pt x="22943" y="18515"/>
                  </a:cubicBezTo>
                  <a:lnTo>
                    <a:pt x="24837" y="19610"/>
                  </a:lnTo>
                  <a:cubicBezTo>
                    <a:pt x="24979" y="19681"/>
                    <a:pt x="25134" y="19681"/>
                    <a:pt x="25277" y="19610"/>
                  </a:cubicBezTo>
                  <a:close/>
                  <a:moveTo>
                    <a:pt x="29813" y="16991"/>
                  </a:moveTo>
                  <a:cubicBezTo>
                    <a:pt x="29932" y="16955"/>
                    <a:pt x="29932" y="16788"/>
                    <a:pt x="29813" y="16741"/>
                  </a:cubicBezTo>
                  <a:lnTo>
                    <a:pt x="27908" y="15645"/>
                  </a:lnTo>
                  <a:cubicBezTo>
                    <a:pt x="27765" y="15574"/>
                    <a:pt x="27611" y="15574"/>
                    <a:pt x="27468" y="15645"/>
                  </a:cubicBezTo>
                  <a:lnTo>
                    <a:pt x="25575" y="16741"/>
                  </a:lnTo>
                  <a:cubicBezTo>
                    <a:pt x="25444" y="16788"/>
                    <a:pt x="25444" y="16955"/>
                    <a:pt x="25575" y="16991"/>
                  </a:cubicBezTo>
                  <a:lnTo>
                    <a:pt x="27468" y="18086"/>
                  </a:lnTo>
                  <a:cubicBezTo>
                    <a:pt x="27611" y="18157"/>
                    <a:pt x="27765" y="18157"/>
                    <a:pt x="27908" y="18086"/>
                  </a:cubicBezTo>
                  <a:close/>
                  <a:moveTo>
                    <a:pt x="32445" y="15478"/>
                  </a:moveTo>
                  <a:cubicBezTo>
                    <a:pt x="32564" y="15431"/>
                    <a:pt x="32564" y="15264"/>
                    <a:pt x="32445" y="15217"/>
                  </a:cubicBezTo>
                  <a:lnTo>
                    <a:pt x="30540" y="14121"/>
                  </a:lnTo>
                  <a:cubicBezTo>
                    <a:pt x="30409" y="14050"/>
                    <a:pt x="30242" y="14050"/>
                    <a:pt x="30099" y="14121"/>
                  </a:cubicBezTo>
                  <a:lnTo>
                    <a:pt x="28206" y="15217"/>
                  </a:lnTo>
                  <a:cubicBezTo>
                    <a:pt x="28075" y="15264"/>
                    <a:pt x="28075" y="15431"/>
                    <a:pt x="28206" y="15478"/>
                  </a:cubicBezTo>
                  <a:lnTo>
                    <a:pt x="30099" y="16574"/>
                  </a:lnTo>
                  <a:cubicBezTo>
                    <a:pt x="30242" y="16645"/>
                    <a:pt x="30409" y="16645"/>
                    <a:pt x="30540" y="16574"/>
                  </a:cubicBezTo>
                  <a:close/>
                  <a:moveTo>
                    <a:pt x="35076" y="13954"/>
                  </a:moveTo>
                  <a:cubicBezTo>
                    <a:pt x="35195" y="13919"/>
                    <a:pt x="35195" y="13740"/>
                    <a:pt x="35076" y="13704"/>
                  </a:cubicBezTo>
                  <a:lnTo>
                    <a:pt x="33171" y="12609"/>
                  </a:lnTo>
                  <a:cubicBezTo>
                    <a:pt x="33040" y="12538"/>
                    <a:pt x="32873" y="12538"/>
                    <a:pt x="32730" y="12609"/>
                  </a:cubicBezTo>
                  <a:lnTo>
                    <a:pt x="30837" y="13704"/>
                  </a:lnTo>
                  <a:cubicBezTo>
                    <a:pt x="30706" y="13740"/>
                    <a:pt x="30706" y="13907"/>
                    <a:pt x="30837" y="13954"/>
                  </a:cubicBezTo>
                  <a:lnTo>
                    <a:pt x="32730" y="15050"/>
                  </a:lnTo>
                  <a:cubicBezTo>
                    <a:pt x="32873" y="15121"/>
                    <a:pt x="33040" y="15121"/>
                    <a:pt x="33183" y="15050"/>
                  </a:cubicBezTo>
                  <a:close/>
                  <a:moveTo>
                    <a:pt x="37707" y="12442"/>
                  </a:moveTo>
                  <a:cubicBezTo>
                    <a:pt x="37826" y="12395"/>
                    <a:pt x="37826" y="12228"/>
                    <a:pt x="37707" y="12180"/>
                  </a:cubicBezTo>
                  <a:lnTo>
                    <a:pt x="35802" y="11085"/>
                  </a:lnTo>
                  <a:cubicBezTo>
                    <a:pt x="35671" y="11014"/>
                    <a:pt x="35505" y="11014"/>
                    <a:pt x="35362" y="11085"/>
                  </a:cubicBezTo>
                  <a:lnTo>
                    <a:pt x="33469" y="12180"/>
                  </a:lnTo>
                  <a:cubicBezTo>
                    <a:pt x="33338" y="12228"/>
                    <a:pt x="33338" y="12395"/>
                    <a:pt x="33469" y="12442"/>
                  </a:cubicBezTo>
                  <a:lnTo>
                    <a:pt x="35362" y="13538"/>
                  </a:lnTo>
                  <a:cubicBezTo>
                    <a:pt x="35505" y="13609"/>
                    <a:pt x="35671" y="13609"/>
                    <a:pt x="35802" y="13538"/>
                  </a:cubicBezTo>
                  <a:close/>
                  <a:moveTo>
                    <a:pt x="40338" y="10918"/>
                  </a:moveTo>
                  <a:cubicBezTo>
                    <a:pt x="40458" y="10871"/>
                    <a:pt x="40458" y="10704"/>
                    <a:pt x="40338" y="10656"/>
                  </a:cubicBezTo>
                  <a:lnTo>
                    <a:pt x="38433" y="9561"/>
                  </a:lnTo>
                  <a:cubicBezTo>
                    <a:pt x="38302" y="9490"/>
                    <a:pt x="38136" y="9490"/>
                    <a:pt x="37993" y="9561"/>
                  </a:cubicBezTo>
                  <a:lnTo>
                    <a:pt x="36100" y="10656"/>
                  </a:lnTo>
                  <a:cubicBezTo>
                    <a:pt x="35969" y="10704"/>
                    <a:pt x="35969" y="10871"/>
                    <a:pt x="36100" y="10918"/>
                  </a:cubicBezTo>
                  <a:lnTo>
                    <a:pt x="37993" y="12014"/>
                  </a:lnTo>
                  <a:cubicBezTo>
                    <a:pt x="38136" y="12085"/>
                    <a:pt x="38302" y="12085"/>
                    <a:pt x="38433" y="12014"/>
                  </a:cubicBezTo>
                  <a:close/>
                  <a:moveTo>
                    <a:pt x="42970" y="9394"/>
                  </a:moveTo>
                  <a:cubicBezTo>
                    <a:pt x="43089" y="9347"/>
                    <a:pt x="43089" y="9180"/>
                    <a:pt x="42970" y="9132"/>
                  </a:cubicBezTo>
                  <a:lnTo>
                    <a:pt x="41077" y="8049"/>
                  </a:lnTo>
                  <a:cubicBezTo>
                    <a:pt x="40934" y="7978"/>
                    <a:pt x="40767" y="7978"/>
                    <a:pt x="40624" y="8049"/>
                  </a:cubicBezTo>
                  <a:lnTo>
                    <a:pt x="38731" y="9144"/>
                  </a:lnTo>
                  <a:cubicBezTo>
                    <a:pt x="38612" y="9180"/>
                    <a:pt x="38612" y="9347"/>
                    <a:pt x="38731" y="9394"/>
                  </a:cubicBezTo>
                  <a:lnTo>
                    <a:pt x="40624" y="10490"/>
                  </a:lnTo>
                  <a:cubicBezTo>
                    <a:pt x="40767" y="10561"/>
                    <a:pt x="40934" y="10561"/>
                    <a:pt x="41077" y="10490"/>
                  </a:cubicBezTo>
                  <a:close/>
                  <a:moveTo>
                    <a:pt x="23217" y="23682"/>
                  </a:moveTo>
                  <a:cubicBezTo>
                    <a:pt x="23336" y="23646"/>
                    <a:pt x="23336" y="23468"/>
                    <a:pt x="23217" y="23420"/>
                  </a:cubicBezTo>
                  <a:lnTo>
                    <a:pt x="21312" y="22336"/>
                  </a:lnTo>
                  <a:cubicBezTo>
                    <a:pt x="21181" y="22265"/>
                    <a:pt x="21015" y="22265"/>
                    <a:pt x="20872" y="22336"/>
                  </a:cubicBezTo>
                  <a:lnTo>
                    <a:pt x="18979" y="23432"/>
                  </a:lnTo>
                  <a:cubicBezTo>
                    <a:pt x="18848" y="23468"/>
                    <a:pt x="18848" y="23634"/>
                    <a:pt x="18979" y="23682"/>
                  </a:cubicBezTo>
                  <a:lnTo>
                    <a:pt x="20872" y="24777"/>
                  </a:lnTo>
                  <a:cubicBezTo>
                    <a:pt x="21015" y="24849"/>
                    <a:pt x="21181" y="24849"/>
                    <a:pt x="21312" y="24777"/>
                  </a:cubicBezTo>
                  <a:close/>
                  <a:moveTo>
                    <a:pt x="25849" y="22158"/>
                  </a:moveTo>
                  <a:cubicBezTo>
                    <a:pt x="25968" y="22122"/>
                    <a:pt x="25968" y="21944"/>
                    <a:pt x="25849" y="21908"/>
                  </a:cubicBezTo>
                  <a:lnTo>
                    <a:pt x="23944" y="20812"/>
                  </a:lnTo>
                  <a:cubicBezTo>
                    <a:pt x="23813" y="20741"/>
                    <a:pt x="23646" y="20741"/>
                    <a:pt x="23503" y="20812"/>
                  </a:cubicBezTo>
                  <a:lnTo>
                    <a:pt x="21610" y="21908"/>
                  </a:lnTo>
                  <a:cubicBezTo>
                    <a:pt x="21479" y="21944"/>
                    <a:pt x="21479" y="22122"/>
                    <a:pt x="21610" y="22158"/>
                  </a:cubicBezTo>
                  <a:lnTo>
                    <a:pt x="23503" y="23253"/>
                  </a:lnTo>
                  <a:cubicBezTo>
                    <a:pt x="23646" y="23325"/>
                    <a:pt x="23813" y="23325"/>
                    <a:pt x="23944" y="23253"/>
                  </a:cubicBezTo>
                  <a:close/>
                  <a:moveTo>
                    <a:pt x="20443" y="28290"/>
                  </a:moveTo>
                  <a:cubicBezTo>
                    <a:pt x="20562" y="28242"/>
                    <a:pt x="20562" y="28075"/>
                    <a:pt x="20443" y="28028"/>
                  </a:cubicBezTo>
                  <a:lnTo>
                    <a:pt x="18550" y="26932"/>
                  </a:lnTo>
                  <a:cubicBezTo>
                    <a:pt x="18407" y="26861"/>
                    <a:pt x="18240" y="26861"/>
                    <a:pt x="18109" y="26932"/>
                  </a:cubicBezTo>
                  <a:lnTo>
                    <a:pt x="16204" y="28028"/>
                  </a:lnTo>
                  <a:cubicBezTo>
                    <a:pt x="16085" y="28063"/>
                    <a:pt x="16085" y="28242"/>
                    <a:pt x="16204" y="28290"/>
                  </a:cubicBezTo>
                  <a:lnTo>
                    <a:pt x="18109" y="29373"/>
                  </a:lnTo>
                  <a:cubicBezTo>
                    <a:pt x="18240" y="29444"/>
                    <a:pt x="18407" y="29444"/>
                    <a:pt x="18550" y="29373"/>
                  </a:cubicBezTo>
                  <a:close/>
                  <a:moveTo>
                    <a:pt x="23086" y="26766"/>
                  </a:moveTo>
                  <a:cubicBezTo>
                    <a:pt x="23205" y="26718"/>
                    <a:pt x="23205" y="26551"/>
                    <a:pt x="23086" y="26504"/>
                  </a:cubicBezTo>
                  <a:lnTo>
                    <a:pt x="21193" y="25408"/>
                  </a:lnTo>
                  <a:cubicBezTo>
                    <a:pt x="21050" y="25337"/>
                    <a:pt x="20884" y="25337"/>
                    <a:pt x="20741" y="25408"/>
                  </a:cubicBezTo>
                  <a:lnTo>
                    <a:pt x="18848" y="26504"/>
                  </a:lnTo>
                  <a:cubicBezTo>
                    <a:pt x="18729" y="26551"/>
                    <a:pt x="18729" y="26718"/>
                    <a:pt x="18848" y="26766"/>
                  </a:cubicBezTo>
                  <a:lnTo>
                    <a:pt x="20741" y="27861"/>
                  </a:lnTo>
                  <a:cubicBezTo>
                    <a:pt x="20884" y="27932"/>
                    <a:pt x="21050" y="27932"/>
                    <a:pt x="21193" y="27861"/>
                  </a:cubicBezTo>
                  <a:close/>
                  <a:moveTo>
                    <a:pt x="25718" y="25242"/>
                  </a:moveTo>
                  <a:cubicBezTo>
                    <a:pt x="25837" y="25194"/>
                    <a:pt x="25837" y="25027"/>
                    <a:pt x="25718" y="24980"/>
                  </a:cubicBezTo>
                  <a:lnTo>
                    <a:pt x="23824" y="23884"/>
                  </a:lnTo>
                  <a:cubicBezTo>
                    <a:pt x="23682" y="23825"/>
                    <a:pt x="23515" y="23825"/>
                    <a:pt x="23372" y="23884"/>
                  </a:cubicBezTo>
                  <a:lnTo>
                    <a:pt x="21479" y="24980"/>
                  </a:lnTo>
                  <a:cubicBezTo>
                    <a:pt x="21360" y="25027"/>
                    <a:pt x="21360" y="25194"/>
                    <a:pt x="21479" y="25242"/>
                  </a:cubicBezTo>
                  <a:lnTo>
                    <a:pt x="23372" y="26337"/>
                  </a:lnTo>
                  <a:cubicBezTo>
                    <a:pt x="23515" y="26408"/>
                    <a:pt x="23682" y="26408"/>
                    <a:pt x="23824" y="26337"/>
                  </a:cubicBezTo>
                  <a:close/>
                  <a:moveTo>
                    <a:pt x="41601" y="16074"/>
                  </a:moveTo>
                  <a:cubicBezTo>
                    <a:pt x="41720" y="16026"/>
                    <a:pt x="41720" y="15859"/>
                    <a:pt x="41601" y="15812"/>
                  </a:cubicBezTo>
                  <a:lnTo>
                    <a:pt x="39707" y="14716"/>
                  </a:lnTo>
                  <a:cubicBezTo>
                    <a:pt x="39565" y="14645"/>
                    <a:pt x="39398" y="14645"/>
                    <a:pt x="39267" y="14716"/>
                  </a:cubicBezTo>
                  <a:lnTo>
                    <a:pt x="37362" y="15812"/>
                  </a:lnTo>
                  <a:cubicBezTo>
                    <a:pt x="37243" y="15859"/>
                    <a:pt x="37243" y="16026"/>
                    <a:pt x="37362" y="16074"/>
                  </a:cubicBezTo>
                  <a:lnTo>
                    <a:pt x="39267" y="17169"/>
                  </a:lnTo>
                  <a:cubicBezTo>
                    <a:pt x="39398" y="17241"/>
                    <a:pt x="39565" y="17241"/>
                    <a:pt x="39707" y="17169"/>
                  </a:cubicBezTo>
                  <a:close/>
                  <a:moveTo>
                    <a:pt x="44232" y="14550"/>
                  </a:moveTo>
                  <a:cubicBezTo>
                    <a:pt x="44351" y="14502"/>
                    <a:pt x="44351" y="14335"/>
                    <a:pt x="44232" y="14288"/>
                  </a:cubicBezTo>
                  <a:lnTo>
                    <a:pt x="42339" y="13192"/>
                  </a:lnTo>
                  <a:cubicBezTo>
                    <a:pt x="42196" y="13133"/>
                    <a:pt x="42029" y="13133"/>
                    <a:pt x="41898" y="13192"/>
                  </a:cubicBezTo>
                  <a:lnTo>
                    <a:pt x="39993" y="14300"/>
                  </a:lnTo>
                  <a:cubicBezTo>
                    <a:pt x="39874" y="14335"/>
                    <a:pt x="39874" y="14502"/>
                    <a:pt x="39993" y="14550"/>
                  </a:cubicBezTo>
                  <a:lnTo>
                    <a:pt x="41886" y="15645"/>
                  </a:lnTo>
                  <a:cubicBezTo>
                    <a:pt x="42029" y="15717"/>
                    <a:pt x="42196" y="15717"/>
                    <a:pt x="42339" y="15645"/>
                  </a:cubicBezTo>
                  <a:close/>
                  <a:moveTo>
                    <a:pt x="46863" y="13026"/>
                  </a:moveTo>
                  <a:cubicBezTo>
                    <a:pt x="46994" y="12990"/>
                    <a:pt x="46994" y="12811"/>
                    <a:pt x="46863" y="12776"/>
                  </a:cubicBezTo>
                  <a:lnTo>
                    <a:pt x="44970" y="11680"/>
                  </a:lnTo>
                  <a:cubicBezTo>
                    <a:pt x="44827" y="11609"/>
                    <a:pt x="44660" y="11609"/>
                    <a:pt x="44518" y="11680"/>
                  </a:cubicBezTo>
                  <a:lnTo>
                    <a:pt x="42624" y="12776"/>
                  </a:lnTo>
                  <a:cubicBezTo>
                    <a:pt x="42505" y="12823"/>
                    <a:pt x="42505" y="12990"/>
                    <a:pt x="42624" y="13038"/>
                  </a:cubicBezTo>
                  <a:lnTo>
                    <a:pt x="44518" y="14133"/>
                  </a:lnTo>
                  <a:cubicBezTo>
                    <a:pt x="44660" y="14193"/>
                    <a:pt x="44827" y="14193"/>
                    <a:pt x="44970" y="14133"/>
                  </a:cubicBezTo>
                  <a:close/>
                  <a:moveTo>
                    <a:pt x="51483" y="9835"/>
                  </a:moveTo>
                  <a:cubicBezTo>
                    <a:pt x="51602" y="9799"/>
                    <a:pt x="51602" y="9621"/>
                    <a:pt x="51483" y="9585"/>
                  </a:cubicBezTo>
                  <a:lnTo>
                    <a:pt x="50042" y="8751"/>
                  </a:lnTo>
                  <a:cubicBezTo>
                    <a:pt x="49899" y="8680"/>
                    <a:pt x="49732" y="8680"/>
                    <a:pt x="49590" y="8751"/>
                  </a:cubicBezTo>
                  <a:lnTo>
                    <a:pt x="47697" y="9847"/>
                  </a:lnTo>
                  <a:cubicBezTo>
                    <a:pt x="47577" y="9894"/>
                    <a:pt x="47577" y="10061"/>
                    <a:pt x="47697" y="10109"/>
                  </a:cubicBezTo>
                  <a:lnTo>
                    <a:pt x="49137" y="10930"/>
                  </a:lnTo>
                  <a:cubicBezTo>
                    <a:pt x="49280" y="11002"/>
                    <a:pt x="49447" y="11002"/>
                    <a:pt x="49590" y="10930"/>
                  </a:cubicBezTo>
                  <a:close/>
                  <a:moveTo>
                    <a:pt x="53209" y="10835"/>
                  </a:moveTo>
                  <a:cubicBezTo>
                    <a:pt x="53328" y="10799"/>
                    <a:pt x="53328" y="10621"/>
                    <a:pt x="53209" y="10585"/>
                  </a:cubicBezTo>
                  <a:lnTo>
                    <a:pt x="51768" y="9752"/>
                  </a:lnTo>
                  <a:cubicBezTo>
                    <a:pt x="51626" y="9680"/>
                    <a:pt x="51471" y="9680"/>
                    <a:pt x="51328" y="9752"/>
                  </a:cubicBezTo>
                  <a:lnTo>
                    <a:pt x="49435" y="10847"/>
                  </a:lnTo>
                  <a:cubicBezTo>
                    <a:pt x="49304" y="10895"/>
                    <a:pt x="49304" y="11061"/>
                    <a:pt x="49435" y="11109"/>
                  </a:cubicBezTo>
                  <a:lnTo>
                    <a:pt x="50875" y="11930"/>
                  </a:lnTo>
                  <a:cubicBezTo>
                    <a:pt x="51006" y="12002"/>
                    <a:pt x="51173" y="12002"/>
                    <a:pt x="51316" y="11930"/>
                  </a:cubicBezTo>
                  <a:close/>
                  <a:moveTo>
                    <a:pt x="50685" y="12299"/>
                  </a:moveTo>
                  <a:cubicBezTo>
                    <a:pt x="50804" y="12264"/>
                    <a:pt x="50804" y="12085"/>
                    <a:pt x="50685" y="12049"/>
                  </a:cubicBezTo>
                  <a:lnTo>
                    <a:pt x="49244" y="11216"/>
                  </a:lnTo>
                  <a:cubicBezTo>
                    <a:pt x="49101" y="11145"/>
                    <a:pt x="48935" y="11145"/>
                    <a:pt x="48792" y="11216"/>
                  </a:cubicBezTo>
                  <a:lnTo>
                    <a:pt x="46899" y="12311"/>
                  </a:lnTo>
                  <a:cubicBezTo>
                    <a:pt x="46780" y="12359"/>
                    <a:pt x="46780" y="12526"/>
                    <a:pt x="46899" y="12561"/>
                  </a:cubicBezTo>
                  <a:lnTo>
                    <a:pt x="48339" y="13395"/>
                  </a:lnTo>
                  <a:cubicBezTo>
                    <a:pt x="48482" y="13466"/>
                    <a:pt x="48649" y="13466"/>
                    <a:pt x="48792" y="13395"/>
                  </a:cubicBezTo>
                  <a:close/>
                  <a:moveTo>
                    <a:pt x="55745" y="9382"/>
                  </a:moveTo>
                  <a:cubicBezTo>
                    <a:pt x="55864" y="9335"/>
                    <a:pt x="55864" y="9168"/>
                    <a:pt x="55745" y="9132"/>
                  </a:cubicBezTo>
                  <a:lnTo>
                    <a:pt x="54304" y="8287"/>
                  </a:lnTo>
                  <a:cubicBezTo>
                    <a:pt x="54162" y="8228"/>
                    <a:pt x="53995" y="8228"/>
                    <a:pt x="53852" y="8287"/>
                  </a:cubicBezTo>
                  <a:lnTo>
                    <a:pt x="51959" y="9382"/>
                  </a:lnTo>
                  <a:cubicBezTo>
                    <a:pt x="51840" y="9430"/>
                    <a:pt x="51840" y="9597"/>
                    <a:pt x="51959" y="9644"/>
                  </a:cubicBezTo>
                  <a:lnTo>
                    <a:pt x="53400" y="10478"/>
                  </a:lnTo>
                  <a:cubicBezTo>
                    <a:pt x="53542" y="10537"/>
                    <a:pt x="53709" y="10537"/>
                    <a:pt x="53852" y="10478"/>
                  </a:cubicBezTo>
                  <a:close/>
                  <a:moveTo>
                    <a:pt x="28480" y="20658"/>
                  </a:moveTo>
                  <a:cubicBezTo>
                    <a:pt x="28599" y="20610"/>
                    <a:pt x="28599" y="20443"/>
                    <a:pt x="28480" y="20396"/>
                  </a:cubicBezTo>
                  <a:lnTo>
                    <a:pt x="26575" y="19300"/>
                  </a:lnTo>
                  <a:cubicBezTo>
                    <a:pt x="26444" y="19229"/>
                    <a:pt x="26277" y="19229"/>
                    <a:pt x="26134" y="19300"/>
                  </a:cubicBezTo>
                  <a:lnTo>
                    <a:pt x="24241" y="20396"/>
                  </a:lnTo>
                  <a:cubicBezTo>
                    <a:pt x="24110" y="20431"/>
                    <a:pt x="24110" y="20610"/>
                    <a:pt x="24241" y="20658"/>
                  </a:cubicBezTo>
                  <a:lnTo>
                    <a:pt x="26134" y="21753"/>
                  </a:lnTo>
                  <a:cubicBezTo>
                    <a:pt x="26277" y="21824"/>
                    <a:pt x="26444" y="21824"/>
                    <a:pt x="26587" y="21753"/>
                  </a:cubicBezTo>
                  <a:close/>
                  <a:moveTo>
                    <a:pt x="31111" y="19134"/>
                  </a:moveTo>
                  <a:cubicBezTo>
                    <a:pt x="31230" y="19086"/>
                    <a:pt x="31230" y="18919"/>
                    <a:pt x="31111" y="18872"/>
                  </a:cubicBezTo>
                  <a:lnTo>
                    <a:pt x="29218" y="17776"/>
                  </a:lnTo>
                  <a:cubicBezTo>
                    <a:pt x="29075" y="17705"/>
                    <a:pt x="28908" y="17705"/>
                    <a:pt x="28766" y="17776"/>
                  </a:cubicBezTo>
                  <a:lnTo>
                    <a:pt x="26872" y="18872"/>
                  </a:lnTo>
                  <a:cubicBezTo>
                    <a:pt x="26753" y="18919"/>
                    <a:pt x="26753" y="19086"/>
                    <a:pt x="26872" y="19134"/>
                  </a:cubicBezTo>
                  <a:lnTo>
                    <a:pt x="28766" y="20229"/>
                  </a:lnTo>
                  <a:cubicBezTo>
                    <a:pt x="28908" y="20300"/>
                    <a:pt x="29075" y="20300"/>
                    <a:pt x="29218" y="20229"/>
                  </a:cubicBezTo>
                  <a:close/>
                  <a:moveTo>
                    <a:pt x="33742" y="17610"/>
                  </a:moveTo>
                  <a:cubicBezTo>
                    <a:pt x="33861" y="17562"/>
                    <a:pt x="33861" y="17395"/>
                    <a:pt x="33742" y="17360"/>
                  </a:cubicBezTo>
                  <a:lnTo>
                    <a:pt x="31849" y="16264"/>
                  </a:lnTo>
                  <a:cubicBezTo>
                    <a:pt x="31706" y="16193"/>
                    <a:pt x="31540" y="16193"/>
                    <a:pt x="31397" y="16264"/>
                  </a:cubicBezTo>
                  <a:lnTo>
                    <a:pt x="29504" y="17360"/>
                  </a:lnTo>
                  <a:cubicBezTo>
                    <a:pt x="29385" y="17395"/>
                    <a:pt x="29385" y="17562"/>
                    <a:pt x="29504" y="17610"/>
                  </a:cubicBezTo>
                  <a:lnTo>
                    <a:pt x="31397" y="18705"/>
                  </a:lnTo>
                  <a:cubicBezTo>
                    <a:pt x="31540" y="18776"/>
                    <a:pt x="31706" y="18776"/>
                    <a:pt x="31849" y="18705"/>
                  </a:cubicBezTo>
                  <a:close/>
                  <a:moveTo>
                    <a:pt x="36374" y="16098"/>
                  </a:moveTo>
                  <a:cubicBezTo>
                    <a:pt x="36493" y="16050"/>
                    <a:pt x="36493" y="15871"/>
                    <a:pt x="36374" y="15836"/>
                  </a:cubicBezTo>
                  <a:lnTo>
                    <a:pt x="34481" y="14740"/>
                  </a:lnTo>
                  <a:cubicBezTo>
                    <a:pt x="34338" y="14669"/>
                    <a:pt x="34171" y="14669"/>
                    <a:pt x="34028" y="14740"/>
                  </a:cubicBezTo>
                  <a:lnTo>
                    <a:pt x="32135" y="15836"/>
                  </a:lnTo>
                  <a:cubicBezTo>
                    <a:pt x="32016" y="15883"/>
                    <a:pt x="32016" y="16050"/>
                    <a:pt x="32135" y="16098"/>
                  </a:cubicBezTo>
                  <a:lnTo>
                    <a:pt x="34028" y="17193"/>
                  </a:lnTo>
                  <a:cubicBezTo>
                    <a:pt x="34171" y="17264"/>
                    <a:pt x="34338" y="17264"/>
                    <a:pt x="34481" y="17193"/>
                  </a:cubicBezTo>
                  <a:close/>
                  <a:moveTo>
                    <a:pt x="39017" y="14574"/>
                  </a:moveTo>
                  <a:cubicBezTo>
                    <a:pt x="39136" y="14526"/>
                    <a:pt x="39136" y="14359"/>
                    <a:pt x="39017" y="14312"/>
                  </a:cubicBezTo>
                  <a:lnTo>
                    <a:pt x="37112" y="13216"/>
                  </a:lnTo>
                  <a:cubicBezTo>
                    <a:pt x="36969" y="13145"/>
                    <a:pt x="36802" y="13145"/>
                    <a:pt x="36671" y="13216"/>
                  </a:cubicBezTo>
                  <a:lnTo>
                    <a:pt x="34766" y="14312"/>
                  </a:lnTo>
                  <a:cubicBezTo>
                    <a:pt x="34647" y="14359"/>
                    <a:pt x="34647" y="14526"/>
                    <a:pt x="34766" y="14574"/>
                  </a:cubicBezTo>
                  <a:lnTo>
                    <a:pt x="36671" y="15669"/>
                  </a:lnTo>
                  <a:cubicBezTo>
                    <a:pt x="36802" y="15740"/>
                    <a:pt x="36969" y="15740"/>
                    <a:pt x="37112" y="15669"/>
                  </a:cubicBezTo>
                  <a:close/>
                  <a:moveTo>
                    <a:pt x="41648" y="13050"/>
                  </a:moveTo>
                  <a:cubicBezTo>
                    <a:pt x="41767" y="13014"/>
                    <a:pt x="41767" y="12835"/>
                    <a:pt x="41648" y="12800"/>
                  </a:cubicBezTo>
                  <a:lnTo>
                    <a:pt x="39743" y="11704"/>
                  </a:lnTo>
                  <a:cubicBezTo>
                    <a:pt x="39600" y="11633"/>
                    <a:pt x="39445" y="11633"/>
                    <a:pt x="39303" y="11704"/>
                  </a:cubicBezTo>
                  <a:lnTo>
                    <a:pt x="37410" y="12800"/>
                  </a:lnTo>
                  <a:cubicBezTo>
                    <a:pt x="37279" y="12835"/>
                    <a:pt x="37279" y="13014"/>
                    <a:pt x="37410" y="13050"/>
                  </a:cubicBezTo>
                  <a:lnTo>
                    <a:pt x="39291" y="14145"/>
                  </a:lnTo>
                  <a:cubicBezTo>
                    <a:pt x="39434" y="14216"/>
                    <a:pt x="39600" y="14216"/>
                    <a:pt x="39743" y="14145"/>
                  </a:cubicBezTo>
                  <a:close/>
                  <a:moveTo>
                    <a:pt x="44279" y="11537"/>
                  </a:moveTo>
                  <a:cubicBezTo>
                    <a:pt x="44398" y="11490"/>
                    <a:pt x="44398" y="11323"/>
                    <a:pt x="44279" y="11276"/>
                  </a:cubicBezTo>
                  <a:lnTo>
                    <a:pt x="42374" y="10180"/>
                  </a:lnTo>
                  <a:cubicBezTo>
                    <a:pt x="42232" y="10109"/>
                    <a:pt x="42077" y="10109"/>
                    <a:pt x="41934" y="10180"/>
                  </a:cubicBezTo>
                  <a:lnTo>
                    <a:pt x="40041" y="11276"/>
                  </a:lnTo>
                  <a:cubicBezTo>
                    <a:pt x="39910" y="11323"/>
                    <a:pt x="39910" y="11490"/>
                    <a:pt x="40041" y="11537"/>
                  </a:cubicBezTo>
                  <a:lnTo>
                    <a:pt x="41934" y="12633"/>
                  </a:lnTo>
                  <a:cubicBezTo>
                    <a:pt x="42077" y="12704"/>
                    <a:pt x="42232" y="12704"/>
                    <a:pt x="42374" y="12633"/>
                  </a:cubicBezTo>
                  <a:close/>
                  <a:moveTo>
                    <a:pt x="20586" y="25206"/>
                  </a:moveTo>
                  <a:cubicBezTo>
                    <a:pt x="20705" y="25170"/>
                    <a:pt x="20705" y="24992"/>
                    <a:pt x="20586" y="24956"/>
                  </a:cubicBezTo>
                  <a:lnTo>
                    <a:pt x="18681" y="23860"/>
                  </a:lnTo>
                  <a:cubicBezTo>
                    <a:pt x="18550" y="23789"/>
                    <a:pt x="18383" y="23789"/>
                    <a:pt x="18240" y="23860"/>
                  </a:cubicBezTo>
                  <a:lnTo>
                    <a:pt x="16347" y="24956"/>
                  </a:lnTo>
                  <a:cubicBezTo>
                    <a:pt x="16228" y="24992"/>
                    <a:pt x="16228" y="25170"/>
                    <a:pt x="16347" y="25206"/>
                  </a:cubicBezTo>
                  <a:lnTo>
                    <a:pt x="18240" y="26301"/>
                  </a:lnTo>
                  <a:cubicBezTo>
                    <a:pt x="18383" y="26373"/>
                    <a:pt x="18550" y="26373"/>
                    <a:pt x="18681" y="26301"/>
                  </a:cubicBezTo>
                  <a:close/>
                  <a:moveTo>
                    <a:pt x="5013" y="22765"/>
                  </a:moveTo>
                  <a:cubicBezTo>
                    <a:pt x="4870" y="22694"/>
                    <a:pt x="4703" y="22694"/>
                    <a:pt x="4560" y="22765"/>
                  </a:cubicBezTo>
                  <a:lnTo>
                    <a:pt x="2405" y="24027"/>
                  </a:lnTo>
                  <a:cubicBezTo>
                    <a:pt x="2274" y="24063"/>
                    <a:pt x="2274" y="24241"/>
                    <a:pt x="2405" y="24277"/>
                  </a:cubicBezTo>
                  <a:lnTo>
                    <a:pt x="4143" y="25289"/>
                  </a:lnTo>
                  <a:cubicBezTo>
                    <a:pt x="4274" y="25361"/>
                    <a:pt x="4441" y="25361"/>
                    <a:pt x="4584" y="25289"/>
                  </a:cubicBezTo>
                  <a:lnTo>
                    <a:pt x="6763" y="24027"/>
                  </a:lnTo>
                  <a:cubicBezTo>
                    <a:pt x="6882" y="23991"/>
                    <a:pt x="6882" y="23813"/>
                    <a:pt x="6763" y="23777"/>
                  </a:cubicBezTo>
                  <a:close/>
                  <a:moveTo>
                    <a:pt x="42196" y="1298"/>
                  </a:moveTo>
                  <a:cubicBezTo>
                    <a:pt x="42053" y="1239"/>
                    <a:pt x="41886" y="1239"/>
                    <a:pt x="41743" y="1298"/>
                  </a:cubicBezTo>
                  <a:lnTo>
                    <a:pt x="36933" y="4084"/>
                  </a:lnTo>
                  <a:cubicBezTo>
                    <a:pt x="36814" y="4120"/>
                    <a:pt x="36814" y="4298"/>
                    <a:pt x="36933" y="4334"/>
                  </a:cubicBezTo>
                  <a:lnTo>
                    <a:pt x="38672" y="5346"/>
                  </a:lnTo>
                  <a:cubicBezTo>
                    <a:pt x="38814" y="5418"/>
                    <a:pt x="38981" y="5418"/>
                    <a:pt x="39124" y="5346"/>
                  </a:cubicBezTo>
                  <a:lnTo>
                    <a:pt x="43934" y="2560"/>
                  </a:lnTo>
                  <a:cubicBezTo>
                    <a:pt x="44053" y="2524"/>
                    <a:pt x="44053" y="2346"/>
                    <a:pt x="43934" y="2310"/>
                  </a:cubicBezTo>
                  <a:close/>
                  <a:moveTo>
                    <a:pt x="44791" y="2798"/>
                  </a:moveTo>
                  <a:cubicBezTo>
                    <a:pt x="44649" y="2727"/>
                    <a:pt x="44482" y="2727"/>
                    <a:pt x="44339" y="2798"/>
                  </a:cubicBezTo>
                  <a:lnTo>
                    <a:pt x="40839" y="4822"/>
                  </a:lnTo>
                  <a:cubicBezTo>
                    <a:pt x="40708" y="4870"/>
                    <a:pt x="40708" y="5037"/>
                    <a:pt x="40839" y="5084"/>
                  </a:cubicBezTo>
                  <a:lnTo>
                    <a:pt x="42577" y="6084"/>
                  </a:lnTo>
                  <a:cubicBezTo>
                    <a:pt x="42720" y="6156"/>
                    <a:pt x="42874" y="6156"/>
                    <a:pt x="43017" y="6084"/>
                  </a:cubicBezTo>
                  <a:lnTo>
                    <a:pt x="46530" y="4060"/>
                  </a:lnTo>
                  <a:cubicBezTo>
                    <a:pt x="46649" y="4025"/>
                    <a:pt x="46649" y="3846"/>
                    <a:pt x="46530" y="3810"/>
                  </a:cubicBezTo>
                  <a:close/>
                  <a:moveTo>
                    <a:pt x="47470" y="4358"/>
                  </a:moveTo>
                  <a:cubicBezTo>
                    <a:pt x="47327" y="4287"/>
                    <a:pt x="47173" y="4287"/>
                    <a:pt x="47030" y="4358"/>
                  </a:cubicBezTo>
                  <a:lnTo>
                    <a:pt x="41541" y="7525"/>
                  </a:lnTo>
                  <a:cubicBezTo>
                    <a:pt x="41422" y="7561"/>
                    <a:pt x="41422" y="7727"/>
                    <a:pt x="41541" y="7775"/>
                  </a:cubicBezTo>
                  <a:lnTo>
                    <a:pt x="43279" y="8787"/>
                  </a:lnTo>
                  <a:cubicBezTo>
                    <a:pt x="43422" y="8859"/>
                    <a:pt x="43589" y="8859"/>
                    <a:pt x="43732" y="8787"/>
                  </a:cubicBezTo>
                  <a:lnTo>
                    <a:pt x="49221" y="5620"/>
                  </a:lnTo>
                  <a:cubicBezTo>
                    <a:pt x="49340" y="5572"/>
                    <a:pt x="49340" y="5406"/>
                    <a:pt x="49221" y="5370"/>
                  </a:cubicBezTo>
                  <a:close/>
                  <a:moveTo>
                    <a:pt x="50161" y="5906"/>
                  </a:moveTo>
                  <a:cubicBezTo>
                    <a:pt x="50018" y="5834"/>
                    <a:pt x="49852" y="5834"/>
                    <a:pt x="49709" y="5906"/>
                  </a:cubicBezTo>
                  <a:lnTo>
                    <a:pt x="42910" y="9835"/>
                  </a:lnTo>
                  <a:cubicBezTo>
                    <a:pt x="42791" y="9871"/>
                    <a:pt x="42791" y="10037"/>
                    <a:pt x="42910" y="10085"/>
                  </a:cubicBezTo>
                  <a:lnTo>
                    <a:pt x="44649" y="11097"/>
                  </a:lnTo>
                  <a:cubicBezTo>
                    <a:pt x="44791" y="11156"/>
                    <a:pt x="44958" y="11156"/>
                    <a:pt x="45101" y="11097"/>
                  </a:cubicBezTo>
                  <a:lnTo>
                    <a:pt x="51899" y="7168"/>
                  </a:lnTo>
                  <a:cubicBezTo>
                    <a:pt x="52018" y="7120"/>
                    <a:pt x="52018" y="6954"/>
                    <a:pt x="51899" y="6906"/>
                  </a:cubicBezTo>
                  <a:close/>
                  <a:moveTo>
                    <a:pt x="8930" y="23503"/>
                  </a:moveTo>
                  <a:cubicBezTo>
                    <a:pt x="8799" y="23432"/>
                    <a:pt x="8632" y="23432"/>
                    <a:pt x="8489" y="23503"/>
                  </a:cubicBezTo>
                  <a:lnTo>
                    <a:pt x="4989" y="25515"/>
                  </a:lnTo>
                  <a:cubicBezTo>
                    <a:pt x="4870" y="25563"/>
                    <a:pt x="4870" y="25742"/>
                    <a:pt x="4989" y="25777"/>
                  </a:cubicBezTo>
                  <a:lnTo>
                    <a:pt x="6727" y="26777"/>
                  </a:lnTo>
                  <a:cubicBezTo>
                    <a:pt x="6870" y="26849"/>
                    <a:pt x="7037" y="26849"/>
                    <a:pt x="7180" y="26777"/>
                  </a:cubicBezTo>
                  <a:lnTo>
                    <a:pt x="10680" y="24765"/>
                  </a:lnTo>
                  <a:cubicBezTo>
                    <a:pt x="10799" y="24718"/>
                    <a:pt x="10799" y="24551"/>
                    <a:pt x="10680" y="24503"/>
                  </a:cubicBezTo>
                  <a:close/>
                  <a:moveTo>
                    <a:pt x="12192" y="24611"/>
                  </a:moveTo>
                  <a:cubicBezTo>
                    <a:pt x="12049" y="24539"/>
                    <a:pt x="11883" y="24539"/>
                    <a:pt x="11752" y="24611"/>
                  </a:cubicBezTo>
                  <a:lnTo>
                    <a:pt x="7584" y="27016"/>
                  </a:lnTo>
                  <a:cubicBezTo>
                    <a:pt x="7453" y="27063"/>
                    <a:pt x="7453" y="27230"/>
                    <a:pt x="7584" y="27278"/>
                  </a:cubicBezTo>
                  <a:lnTo>
                    <a:pt x="9323" y="28278"/>
                  </a:lnTo>
                  <a:cubicBezTo>
                    <a:pt x="9466" y="28349"/>
                    <a:pt x="9620" y="28349"/>
                    <a:pt x="9763" y="28278"/>
                  </a:cubicBezTo>
                  <a:lnTo>
                    <a:pt x="13930" y="25873"/>
                  </a:lnTo>
                  <a:cubicBezTo>
                    <a:pt x="14049" y="25837"/>
                    <a:pt x="14049" y="25658"/>
                    <a:pt x="13930" y="25623"/>
                  </a:cubicBezTo>
                  <a:close/>
                  <a:moveTo>
                    <a:pt x="16085" y="25361"/>
                  </a:moveTo>
                  <a:cubicBezTo>
                    <a:pt x="15943" y="25289"/>
                    <a:pt x="15776" y="25289"/>
                    <a:pt x="15633" y="25361"/>
                  </a:cubicBezTo>
                  <a:lnTo>
                    <a:pt x="10180" y="28516"/>
                  </a:lnTo>
                  <a:cubicBezTo>
                    <a:pt x="10061" y="28551"/>
                    <a:pt x="10061" y="28718"/>
                    <a:pt x="10180" y="28766"/>
                  </a:cubicBezTo>
                  <a:lnTo>
                    <a:pt x="11930" y="29778"/>
                  </a:lnTo>
                  <a:cubicBezTo>
                    <a:pt x="12061" y="29849"/>
                    <a:pt x="12228" y="29849"/>
                    <a:pt x="12371" y="29778"/>
                  </a:cubicBezTo>
                  <a:lnTo>
                    <a:pt x="17824" y="26623"/>
                  </a:lnTo>
                  <a:cubicBezTo>
                    <a:pt x="17943" y="26575"/>
                    <a:pt x="17943" y="26408"/>
                    <a:pt x="17824" y="26361"/>
                  </a:cubicBezTo>
                  <a:close/>
                  <a:moveTo>
                    <a:pt x="16038" y="28385"/>
                  </a:moveTo>
                  <a:cubicBezTo>
                    <a:pt x="15895" y="28313"/>
                    <a:pt x="15728" y="28313"/>
                    <a:pt x="15585" y="28385"/>
                  </a:cubicBezTo>
                  <a:lnTo>
                    <a:pt x="12775" y="30004"/>
                  </a:lnTo>
                  <a:cubicBezTo>
                    <a:pt x="12645" y="30052"/>
                    <a:pt x="12645" y="30230"/>
                    <a:pt x="12775" y="30266"/>
                  </a:cubicBezTo>
                  <a:lnTo>
                    <a:pt x="14514" y="31266"/>
                  </a:lnTo>
                  <a:cubicBezTo>
                    <a:pt x="14657" y="31338"/>
                    <a:pt x="14823" y="31338"/>
                    <a:pt x="14966" y="31266"/>
                  </a:cubicBezTo>
                  <a:lnTo>
                    <a:pt x="17776" y="29647"/>
                  </a:lnTo>
                  <a:cubicBezTo>
                    <a:pt x="17895" y="29599"/>
                    <a:pt x="17895" y="29433"/>
                    <a:pt x="17776" y="29385"/>
                  </a:cubicBezTo>
                  <a:close/>
                  <a:moveTo>
                    <a:pt x="36957" y="16300"/>
                  </a:moveTo>
                  <a:cubicBezTo>
                    <a:pt x="36814" y="16229"/>
                    <a:pt x="36648" y="16229"/>
                    <a:pt x="36505" y="16300"/>
                  </a:cubicBezTo>
                  <a:lnTo>
                    <a:pt x="24265" y="23372"/>
                  </a:lnTo>
                  <a:cubicBezTo>
                    <a:pt x="24134" y="23420"/>
                    <a:pt x="24134" y="23598"/>
                    <a:pt x="24265" y="23634"/>
                  </a:cubicBezTo>
                  <a:lnTo>
                    <a:pt x="26003" y="24634"/>
                  </a:lnTo>
                  <a:cubicBezTo>
                    <a:pt x="26134" y="24706"/>
                    <a:pt x="26301" y="24706"/>
                    <a:pt x="26444" y="24634"/>
                  </a:cubicBezTo>
                  <a:lnTo>
                    <a:pt x="38695" y="17574"/>
                  </a:lnTo>
                  <a:cubicBezTo>
                    <a:pt x="38814" y="17526"/>
                    <a:pt x="38814" y="17360"/>
                    <a:pt x="38695" y="17312"/>
                  </a:cubicBezTo>
                  <a:close/>
                  <a:moveTo>
                    <a:pt x="2322" y="21872"/>
                  </a:moveTo>
                  <a:cubicBezTo>
                    <a:pt x="2179" y="21801"/>
                    <a:pt x="2024" y="21801"/>
                    <a:pt x="1881" y="21872"/>
                  </a:cubicBezTo>
                  <a:lnTo>
                    <a:pt x="274" y="22801"/>
                  </a:lnTo>
                  <a:cubicBezTo>
                    <a:pt x="155" y="22836"/>
                    <a:pt x="155" y="23015"/>
                    <a:pt x="274" y="23051"/>
                  </a:cubicBezTo>
                  <a:lnTo>
                    <a:pt x="1536" y="23789"/>
                  </a:lnTo>
                  <a:cubicBezTo>
                    <a:pt x="1679" y="23860"/>
                    <a:pt x="1846" y="23860"/>
                    <a:pt x="1988" y="23789"/>
                  </a:cubicBezTo>
                  <a:lnTo>
                    <a:pt x="3596" y="22860"/>
                  </a:lnTo>
                  <a:cubicBezTo>
                    <a:pt x="3715" y="22813"/>
                    <a:pt x="3715" y="22646"/>
                    <a:pt x="3596" y="22598"/>
                  </a:cubicBezTo>
                  <a:close/>
                  <a:moveTo>
                    <a:pt x="4786" y="20443"/>
                  </a:moveTo>
                  <a:cubicBezTo>
                    <a:pt x="4644" y="20372"/>
                    <a:pt x="4477" y="20372"/>
                    <a:pt x="4334" y="20443"/>
                  </a:cubicBezTo>
                  <a:lnTo>
                    <a:pt x="2727" y="21372"/>
                  </a:lnTo>
                  <a:cubicBezTo>
                    <a:pt x="2608" y="21420"/>
                    <a:pt x="2608" y="21598"/>
                    <a:pt x="2727" y="21634"/>
                  </a:cubicBezTo>
                  <a:lnTo>
                    <a:pt x="4001" y="22372"/>
                  </a:lnTo>
                  <a:cubicBezTo>
                    <a:pt x="4132" y="22444"/>
                    <a:pt x="4298" y="22444"/>
                    <a:pt x="4441" y="22372"/>
                  </a:cubicBezTo>
                  <a:lnTo>
                    <a:pt x="6048" y="21443"/>
                  </a:lnTo>
                  <a:cubicBezTo>
                    <a:pt x="6179" y="21396"/>
                    <a:pt x="6179" y="21217"/>
                    <a:pt x="6048" y="21182"/>
                  </a:cubicBezTo>
                  <a:close/>
                  <a:moveTo>
                    <a:pt x="7120" y="19098"/>
                  </a:moveTo>
                  <a:cubicBezTo>
                    <a:pt x="6977" y="19027"/>
                    <a:pt x="6810" y="19027"/>
                    <a:pt x="6679" y="19098"/>
                  </a:cubicBezTo>
                  <a:lnTo>
                    <a:pt x="5060" y="20027"/>
                  </a:lnTo>
                  <a:cubicBezTo>
                    <a:pt x="4941" y="20074"/>
                    <a:pt x="4941" y="20241"/>
                    <a:pt x="5060" y="20289"/>
                  </a:cubicBezTo>
                  <a:lnTo>
                    <a:pt x="6334" y="21015"/>
                  </a:lnTo>
                  <a:cubicBezTo>
                    <a:pt x="6477" y="21086"/>
                    <a:pt x="6644" y="21086"/>
                    <a:pt x="6787" y="21015"/>
                  </a:cubicBezTo>
                  <a:lnTo>
                    <a:pt x="8394" y="20086"/>
                  </a:lnTo>
                  <a:cubicBezTo>
                    <a:pt x="8513" y="20039"/>
                    <a:pt x="8513" y="19872"/>
                    <a:pt x="8394" y="19836"/>
                  </a:cubicBezTo>
                  <a:close/>
                  <a:moveTo>
                    <a:pt x="9466" y="17753"/>
                  </a:moveTo>
                  <a:cubicBezTo>
                    <a:pt x="9323" y="17681"/>
                    <a:pt x="9156" y="17681"/>
                    <a:pt x="9013" y="17753"/>
                  </a:cubicBezTo>
                  <a:lnTo>
                    <a:pt x="7406" y="18681"/>
                  </a:lnTo>
                  <a:cubicBezTo>
                    <a:pt x="7287" y="18717"/>
                    <a:pt x="7287" y="18884"/>
                    <a:pt x="7406" y="18931"/>
                  </a:cubicBezTo>
                  <a:lnTo>
                    <a:pt x="8680" y="19669"/>
                  </a:lnTo>
                  <a:cubicBezTo>
                    <a:pt x="8811" y="19741"/>
                    <a:pt x="8977" y="19741"/>
                    <a:pt x="9120" y="19669"/>
                  </a:cubicBezTo>
                  <a:lnTo>
                    <a:pt x="10740" y="18741"/>
                  </a:lnTo>
                  <a:cubicBezTo>
                    <a:pt x="10859" y="18693"/>
                    <a:pt x="10859" y="18526"/>
                    <a:pt x="10740" y="18479"/>
                  </a:cubicBezTo>
                  <a:close/>
                  <a:moveTo>
                    <a:pt x="11799" y="16395"/>
                  </a:moveTo>
                  <a:cubicBezTo>
                    <a:pt x="11656" y="16324"/>
                    <a:pt x="11490" y="16324"/>
                    <a:pt x="11359" y="16395"/>
                  </a:cubicBezTo>
                  <a:lnTo>
                    <a:pt x="9751" y="17324"/>
                  </a:lnTo>
                  <a:cubicBezTo>
                    <a:pt x="9620" y="17372"/>
                    <a:pt x="9620" y="17538"/>
                    <a:pt x="9751" y="17586"/>
                  </a:cubicBezTo>
                  <a:lnTo>
                    <a:pt x="11013" y="18312"/>
                  </a:lnTo>
                  <a:cubicBezTo>
                    <a:pt x="11156" y="18384"/>
                    <a:pt x="11323" y="18384"/>
                    <a:pt x="11466" y="18312"/>
                  </a:cubicBezTo>
                  <a:lnTo>
                    <a:pt x="13073" y="17383"/>
                  </a:lnTo>
                  <a:cubicBezTo>
                    <a:pt x="13192" y="17348"/>
                    <a:pt x="13192" y="17169"/>
                    <a:pt x="13073" y="17133"/>
                  </a:cubicBezTo>
                  <a:close/>
                  <a:moveTo>
                    <a:pt x="14145" y="15050"/>
                  </a:moveTo>
                  <a:cubicBezTo>
                    <a:pt x="14002" y="14978"/>
                    <a:pt x="13835" y="14978"/>
                    <a:pt x="13692" y="15050"/>
                  </a:cubicBezTo>
                  <a:lnTo>
                    <a:pt x="12085" y="15979"/>
                  </a:lnTo>
                  <a:cubicBezTo>
                    <a:pt x="11966" y="16014"/>
                    <a:pt x="11966" y="16193"/>
                    <a:pt x="12085" y="16229"/>
                  </a:cubicBezTo>
                  <a:lnTo>
                    <a:pt x="13359" y="16967"/>
                  </a:lnTo>
                  <a:cubicBezTo>
                    <a:pt x="13490" y="17038"/>
                    <a:pt x="13657" y="17038"/>
                    <a:pt x="13799" y="16967"/>
                  </a:cubicBezTo>
                  <a:lnTo>
                    <a:pt x="15407" y="16038"/>
                  </a:lnTo>
                  <a:cubicBezTo>
                    <a:pt x="15538" y="15990"/>
                    <a:pt x="15538" y="15824"/>
                    <a:pt x="15407" y="15776"/>
                  </a:cubicBezTo>
                  <a:close/>
                  <a:moveTo>
                    <a:pt x="16478" y="13704"/>
                  </a:moveTo>
                  <a:cubicBezTo>
                    <a:pt x="16335" y="13621"/>
                    <a:pt x="16169" y="13621"/>
                    <a:pt x="16038" y="13704"/>
                  </a:cubicBezTo>
                  <a:lnTo>
                    <a:pt x="14430" y="14633"/>
                  </a:lnTo>
                  <a:cubicBezTo>
                    <a:pt x="14299" y="14669"/>
                    <a:pt x="14299" y="14836"/>
                    <a:pt x="14430" y="14883"/>
                  </a:cubicBezTo>
                  <a:lnTo>
                    <a:pt x="15693" y="15621"/>
                  </a:lnTo>
                  <a:cubicBezTo>
                    <a:pt x="15835" y="15681"/>
                    <a:pt x="16002" y="15681"/>
                    <a:pt x="16145" y="15621"/>
                  </a:cubicBezTo>
                  <a:lnTo>
                    <a:pt x="17752" y="14693"/>
                  </a:lnTo>
                  <a:cubicBezTo>
                    <a:pt x="17871" y="14645"/>
                    <a:pt x="17871" y="14478"/>
                    <a:pt x="17752" y="14431"/>
                  </a:cubicBezTo>
                  <a:close/>
                  <a:moveTo>
                    <a:pt x="18824" y="12347"/>
                  </a:moveTo>
                  <a:cubicBezTo>
                    <a:pt x="18681" y="12276"/>
                    <a:pt x="18514" y="12276"/>
                    <a:pt x="18371" y="12347"/>
                  </a:cubicBezTo>
                  <a:lnTo>
                    <a:pt x="16764" y="13276"/>
                  </a:lnTo>
                  <a:cubicBezTo>
                    <a:pt x="16645" y="13323"/>
                    <a:pt x="16645" y="13490"/>
                    <a:pt x="16764" y="13538"/>
                  </a:cubicBezTo>
                  <a:lnTo>
                    <a:pt x="18038" y="14264"/>
                  </a:lnTo>
                  <a:cubicBezTo>
                    <a:pt x="18169" y="14335"/>
                    <a:pt x="18336" y="14335"/>
                    <a:pt x="18479" y="14264"/>
                  </a:cubicBezTo>
                  <a:lnTo>
                    <a:pt x="20086" y="13335"/>
                  </a:lnTo>
                  <a:cubicBezTo>
                    <a:pt x="20205" y="13300"/>
                    <a:pt x="20205" y="13121"/>
                    <a:pt x="20086" y="13085"/>
                  </a:cubicBezTo>
                  <a:close/>
                  <a:moveTo>
                    <a:pt x="21157" y="11002"/>
                  </a:moveTo>
                  <a:cubicBezTo>
                    <a:pt x="21015" y="10930"/>
                    <a:pt x="20848" y="10930"/>
                    <a:pt x="20717" y="11002"/>
                  </a:cubicBezTo>
                  <a:lnTo>
                    <a:pt x="19110" y="11930"/>
                  </a:lnTo>
                  <a:cubicBezTo>
                    <a:pt x="18991" y="11966"/>
                    <a:pt x="18991" y="12145"/>
                    <a:pt x="19110" y="12180"/>
                  </a:cubicBezTo>
                  <a:lnTo>
                    <a:pt x="20372" y="12919"/>
                  </a:lnTo>
                  <a:cubicBezTo>
                    <a:pt x="20515" y="12990"/>
                    <a:pt x="20681" y="12990"/>
                    <a:pt x="20824" y="12919"/>
                  </a:cubicBezTo>
                  <a:lnTo>
                    <a:pt x="22431" y="11990"/>
                  </a:lnTo>
                  <a:cubicBezTo>
                    <a:pt x="22551" y="11942"/>
                    <a:pt x="22551" y="11776"/>
                    <a:pt x="22431" y="11728"/>
                  </a:cubicBezTo>
                  <a:close/>
                  <a:moveTo>
                    <a:pt x="23503" y="9644"/>
                  </a:moveTo>
                  <a:cubicBezTo>
                    <a:pt x="23360" y="9573"/>
                    <a:pt x="23193" y="9573"/>
                    <a:pt x="23051" y="9644"/>
                  </a:cubicBezTo>
                  <a:lnTo>
                    <a:pt x="21455" y="10573"/>
                  </a:lnTo>
                  <a:cubicBezTo>
                    <a:pt x="21324" y="10609"/>
                    <a:pt x="21324" y="10787"/>
                    <a:pt x="21455" y="10835"/>
                  </a:cubicBezTo>
                  <a:lnTo>
                    <a:pt x="22717" y="11561"/>
                  </a:lnTo>
                  <a:cubicBezTo>
                    <a:pt x="22860" y="11633"/>
                    <a:pt x="23027" y="11633"/>
                    <a:pt x="23170" y="11561"/>
                  </a:cubicBezTo>
                  <a:lnTo>
                    <a:pt x="24777" y="10633"/>
                  </a:lnTo>
                  <a:cubicBezTo>
                    <a:pt x="24896" y="10597"/>
                    <a:pt x="24896" y="10418"/>
                    <a:pt x="24777" y="10383"/>
                  </a:cubicBezTo>
                  <a:close/>
                  <a:moveTo>
                    <a:pt x="25837" y="8299"/>
                  </a:moveTo>
                  <a:cubicBezTo>
                    <a:pt x="25694" y="8228"/>
                    <a:pt x="25527" y="8228"/>
                    <a:pt x="25396" y="8299"/>
                  </a:cubicBezTo>
                  <a:lnTo>
                    <a:pt x="23789" y="9228"/>
                  </a:lnTo>
                  <a:cubicBezTo>
                    <a:pt x="23658" y="9263"/>
                    <a:pt x="23658" y="9442"/>
                    <a:pt x="23789" y="9478"/>
                  </a:cubicBezTo>
                  <a:lnTo>
                    <a:pt x="25051" y="10216"/>
                  </a:lnTo>
                  <a:cubicBezTo>
                    <a:pt x="25194" y="10287"/>
                    <a:pt x="25360" y="10287"/>
                    <a:pt x="25503" y="10216"/>
                  </a:cubicBezTo>
                  <a:lnTo>
                    <a:pt x="27111" y="9287"/>
                  </a:lnTo>
                  <a:cubicBezTo>
                    <a:pt x="27230" y="9240"/>
                    <a:pt x="27230" y="9073"/>
                    <a:pt x="27111" y="9025"/>
                  </a:cubicBezTo>
                  <a:close/>
                  <a:moveTo>
                    <a:pt x="28182" y="6942"/>
                  </a:moveTo>
                  <a:cubicBezTo>
                    <a:pt x="28039" y="6870"/>
                    <a:pt x="27873" y="6870"/>
                    <a:pt x="27730" y="6942"/>
                  </a:cubicBezTo>
                  <a:lnTo>
                    <a:pt x="26122" y="7870"/>
                  </a:lnTo>
                  <a:cubicBezTo>
                    <a:pt x="26003" y="7918"/>
                    <a:pt x="26003" y="8085"/>
                    <a:pt x="26122" y="8132"/>
                  </a:cubicBezTo>
                  <a:lnTo>
                    <a:pt x="27396" y="8859"/>
                  </a:lnTo>
                  <a:cubicBezTo>
                    <a:pt x="27527" y="8930"/>
                    <a:pt x="27694" y="8930"/>
                    <a:pt x="27837" y="8859"/>
                  </a:cubicBezTo>
                  <a:lnTo>
                    <a:pt x="29444" y="7930"/>
                  </a:lnTo>
                  <a:cubicBezTo>
                    <a:pt x="29563" y="7894"/>
                    <a:pt x="29563" y="7727"/>
                    <a:pt x="29444" y="7680"/>
                  </a:cubicBezTo>
                  <a:close/>
                  <a:moveTo>
                    <a:pt x="30516" y="5596"/>
                  </a:moveTo>
                  <a:cubicBezTo>
                    <a:pt x="30373" y="5525"/>
                    <a:pt x="30206" y="5525"/>
                    <a:pt x="30075" y="5596"/>
                  </a:cubicBezTo>
                  <a:lnTo>
                    <a:pt x="28468" y="6525"/>
                  </a:lnTo>
                  <a:cubicBezTo>
                    <a:pt x="28337" y="6573"/>
                    <a:pt x="28337" y="6739"/>
                    <a:pt x="28468" y="6775"/>
                  </a:cubicBezTo>
                  <a:lnTo>
                    <a:pt x="29730" y="7513"/>
                  </a:lnTo>
                  <a:cubicBezTo>
                    <a:pt x="29873" y="7585"/>
                    <a:pt x="30040" y="7585"/>
                    <a:pt x="30182" y="7513"/>
                  </a:cubicBezTo>
                  <a:lnTo>
                    <a:pt x="31790" y="6584"/>
                  </a:lnTo>
                  <a:cubicBezTo>
                    <a:pt x="31909" y="6537"/>
                    <a:pt x="31909" y="6370"/>
                    <a:pt x="31790" y="6323"/>
                  </a:cubicBezTo>
                  <a:close/>
                  <a:moveTo>
                    <a:pt x="33052" y="4132"/>
                  </a:moveTo>
                  <a:cubicBezTo>
                    <a:pt x="32909" y="4060"/>
                    <a:pt x="32742" y="4060"/>
                    <a:pt x="32599" y="4132"/>
                  </a:cubicBezTo>
                  <a:lnTo>
                    <a:pt x="30992" y="5060"/>
                  </a:lnTo>
                  <a:cubicBezTo>
                    <a:pt x="30873" y="5096"/>
                    <a:pt x="30873" y="5275"/>
                    <a:pt x="30992" y="5322"/>
                  </a:cubicBezTo>
                  <a:lnTo>
                    <a:pt x="32266" y="6049"/>
                  </a:lnTo>
                  <a:cubicBezTo>
                    <a:pt x="32397" y="6120"/>
                    <a:pt x="32564" y="6120"/>
                    <a:pt x="32707" y="6049"/>
                  </a:cubicBezTo>
                  <a:lnTo>
                    <a:pt x="34314" y="5120"/>
                  </a:lnTo>
                  <a:cubicBezTo>
                    <a:pt x="34433" y="5084"/>
                    <a:pt x="34433" y="4906"/>
                    <a:pt x="34314" y="4870"/>
                  </a:cubicBezTo>
                  <a:close/>
                  <a:moveTo>
                    <a:pt x="35385" y="2786"/>
                  </a:moveTo>
                  <a:cubicBezTo>
                    <a:pt x="35243" y="2715"/>
                    <a:pt x="35076" y="2715"/>
                    <a:pt x="34933" y="2786"/>
                  </a:cubicBezTo>
                  <a:lnTo>
                    <a:pt x="33326" y="3703"/>
                  </a:lnTo>
                  <a:cubicBezTo>
                    <a:pt x="33207" y="3751"/>
                    <a:pt x="33207" y="3929"/>
                    <a:pt x="33326" y="3965"/>
                  </a:cubicBezTo>
                  <a:lnTo>
                    <a:pt x="34600" y="4703"/>
                  </a:lnTo>
                  <a:cubicBezTo>
                    <a:pt x="34743" y="4775"/>
                    <a:pt x="34909" y="4775"/>
                    <a:pt x="35040" y="4703"/>
                  </a:cubicBezTo>
                  <a:lnTo>
                    <a:pt x="36648" y="3775"/>
                  </a:lnTo>
                  <a:cubicBezTo>
                    <a:pt x="36778" y="3727"/>
                    <a:pt x="36778" y="3560"/>
                    <a:pt x="36648" y="3513"/>
                  </a:cubicBezTo>
                  <a:close/>
                  <a:moveTo>
                    <a:pt x="37719" y="1429"/>
                  </a:moveTo>
                  <a:cubicBezTo>
                    <a:pt x="37588" y="1358"/>
                    <a:pt x="37421" y="1358"/>
                    <a:pt x="37279" y="1429"/>
                  </a:cubicBezTo>
                  <a:lnTo>
                    <a:pt x="35671" y="2358"/>
                  </a:lnTo>
                  <a:cubicBezTo>
                    <a:pt x="35552" y="2405"/>
                    <a:pt x="35552" y="2572"/>
                    <a:pt x="35671" y="2620"/>
                  </a:cubicBezTo>
                  <a:lnTo>
                    <a:pt x="36933" y="3346"/>
                  </a:lnTo>
                  <a:cubicBezTo>
                    <a:pt x="37076" y="3417"/>
                    <a:pt x="37243" y="3417"/>
                    <a:pt x="37386" y="3346"/>
                  </a:cubicBezTo>
                  <a:lnTo>
                    <a:pt x="38993" y="2417"/>
                  </a:lnTo>
                  <a:cubicBezTo>
                    <a:pt x="39112" y="2382"/>
                    <a:pt x="39112" y="2203"/>
                    <a:pt x="38993" y="2167"/>
                  </a:cubicBezTo>
                  <a:close/>
                  <a:moveTo>
                    <a:pt x="40065" y="84"/>
                  </a:moveTo>
                  <a:cubicBezTo>
                    <a:pt x="39922" y="12"/>
                    <a:pt x="39755" y="12"/>
                    <a:pt x="39612" y="84"/>
                  </a:cubicBezTo>
                  <a:lnTo>
                    <a:pt x="38005" y="1012"/>
                  </a:lnTo>
                  <a:cubicBezTo>
                    <a:pt x="37886" y="1048"/>
                    <a:pt x="37886" y="1227"/>
                    <a:pt x="38005" y="1262"/>
                  </a:cubicBezTo>
                  <a:lnTo>
                    <a:pt x="39279" y="2001"/>
                  </a:lnTo>
                  <a:cubicBezTo>
                    <a:pt x="39422" y="2072"/>
                    <a:pt x="39588" y="2072"/>
                    <a:pt x="39731" y="2001"/>
                  </a:cubicBezTo>
                  <a:lnTo>
                    <a:pt x="41339" y="1072"/>
                  </a:lnTo>
                  <a:cubicBezTo>
                    <a:pt x="41458" y="1024"/>
                    <a:pt x="41458" y="858"/>
                    <a:pt x="41339" y="810"/>
                  </a:cubicBezTo>
                  <a:close/>
                  <a:moveTo>
                    <a:pt x="7620" y="21265"/>
                  </a:moveTo>
                  <a:cubicBezTo>
                    <a:pt x="7477" y="21193"/>
                    <a:pt x="7311" y="21193"/>
                    <a:pt x="7168" y="21265"/>
                  </a:cubicBezTo>
                  <a:lnTo>
                    <a:pt x="5429" y="22277"/>
                  </a:lnTo>
                  <a:cubicBezTo>
                    <a:pt x="5310" y="22313"/>
                    <a:pt x="5310" y="22491"/>
                    <a:pt x="5429" y="22527"/>
                  </a:cubicBezTo>
                  <a:lnTo>
                    <a:pt x="7168" y="23539"/>
                  </a:lnTo>
                  <a:cubicBezTo>
                    <a:pt x="7311" y="23610"/>
                    <a:pt x="7477" y="23610"/>
                    <a:pt x="7620" y="23539"/>
                  </a:cubicBezTo>
                  <a:lnTo>
                    <a:pt x="9358" y="22527"/>
                  </a:lnTo>
                  <a:cubicBezTo>
                    <a:pt x="9477" y="22491"/>
                    <a:pt x="9477" y="22313"/>
                    <a:pt x="9358" y="22277"/>
                  </a:cubicBezTo>
                  <a:close/>
                  <a:moveTo>
                    <a:pt x="12883" y="18229"/>
                  </a:moveTo>
                  <a:cubicBezTo>
                    <a:pt x="12740" y="18157"/>
                    <a:pt x="12573" y="18157"/>
                    <a:pt x="12430" y="18229"/>
                  </a:cubicBezTo>
                  <a:lnTo>
                    <a:pt x="10692" y="19229"/>
                  </a:lnTo>
                  <a:cubicBezTo>
                    <a:pt x="10573" y="19277"/>
                    <a:pt x="10573" y="19443"/>
                    <a:pt x="10692" y="19491"/>
                  </a:cubicBezTo>
                  <a:lnTo>
                    <a:pt x="12430" y="20491"/>
                  </a:lnTo>
                  <a:cubicBezTo>
                    <a:pt x="12573" y="20562"/>
                    <a:pt x="12740" y="20562"/>
                    <a:pt x="12883" y="20491"/>
                  </a:cubicBezTo>
                  <a:lnTo>
                    <a:pt x="14621" y="19491"/>
                  </a:lnTo>
                  <a:cubicBezTo>
                    <a:pt x="14740" y="19443"/>
                    <a:pt x="14740" y="19277"/>
                    <a:pt x="14621" y="19229"/>
                  </a:cubicBezTo>
                  <a:close/>
                  <a:moveTo>
                    <a:pt x="10251" y="19753"/>
                  </a:moveTo>
                  <a:cubicBezTo>
                    <a:pt x="10108" y="19681"/>
                    <a:pt x="9942" y="19681"/>
                    <a:pt x="9799" y="19753"/>
                  </a:cubicBezTo>
                  <a:lnTo>
                    <a:pt x="8061" y="20753"/>
                  </a:lnTo>
                  <a:cubicBezTo>
                    <a:pt x="7930" y="20789"/>
                    <a:pt x="7930" y="20967"/>
                    <a:pt x="8061" y="21003"/>
                  </a:cubicBezTo>
                  <a:lnTo>
                    <a:pt x="9799" y="22015"/>
                  </a:lnTo>
                  <a:cubicBezTo>
                    <a:pt x="9942" y="22086"/>
                    <a:pt x="10097" y="22086"/>
                    <a:pt x="10239" y="22015"/>
                  </a:cubicBezTo>
                  <a:lnTo>
                    <a:pt x="11978" y="21003"/>
                  </a:lnTo>
                  <a:cubicBezTo>
                    <a:pt x="12109" y="20967"/>
                    <a:pt x="12109" y="20789"/>
                    <a:pt x="11978" y="20753"/>
                  </a:cubicBezTo>
                  <a:close/>
                  <a:moveTo>
                    <a:pt x="15514" y="16705"/>
                  </a:moveTo>
                  <a:cubicBezTo>
                    <a:pt x="15371" y="16645"/>
                    <a:pt x="15204" y="16645"/>
                    <a:pt x="15073" y="16705"/>
                  </a:cubicBezTo>
                  <a:lnTo>
                    <a:pt x="13323" y="17717"/>
                  </a:lnTo>
                  <a:cubicBezTo>
                    <a:pt x="13204" y="17753"/>
                    <a:pt x="13204" y="17931"/>
                    <a:pt x="13323" y="17979"/>
                  </a:cubicBezTo>
                  <a:lnTo>
                    <a:pt x="15061" y="18979"/>
                  </a:lnTo>
                  <a:cubicBezTo>
                    <a:pt x="15204" y="19050"/>
                    <a:pt x="15371" y="19050"/>
                    <a:pt x="15514" y="18979"/>
                  </a:cubicBezTo>
                  <a:lnTo>
                    <a:pt x="17252" y="17979"/>
                  </a:lnTo>
                  <a:cubicBezTo>
                    <a:pt x="17371" y="17931"/>
                    <a:pt x="17371" y="17764"/>
                    <a:pt x="17252" y="17717"/>
                  </a:cubicBezTo>
                  <a:close/>
                  <a:moveTo>
                    <a:pt x="18145" y="15193"/>
                  </a:moveTo>
                  <a:cubicBezTo>
                    <a:pt x="18002" y="15109"/>
                    <a:pt x="17836" y="15109"/>
                    <a:pt x="17693" y="15193"/>
                  </a:cubicBezTo>
                  <a:lnTo>
                    <a:pt x="15954" y="16193"/>
                  </a:lnTo>
                  <a:cubicBezTo>
                    <a:pt x="15835" y="16240"/>
                    <a:pt x="15835" y="16407"/>
                    <a:pt x="15954" y="16455"/>
                  </a:cubicBezTo>
                  <a:lnTo>
                    <a:pt x="17693" y="17455"/>
                  </a:lnTo>
                  <a:cubicBezTo>
                    <a:pt x="17836" y="17526"/>
                    <a:pt x="18002" y="17526"/>
                    <a:pt x="18145" y="17455"/>
                  </a:cubicBezTo>
                  <a:lnTo>
                    <a:pt x="19884" y="16455"/>
                  </a:lnTo>
                  <a:cubicBezTo>
                    <a:pt x="20003" y="16407"/>
                    <a:pt x="20003" y="16229"/>
                    <a:pt x="19884" y="16193"/>
                  </a:cubicBezTo>
                  <a:close/>
                  <a:moveTo>
                    <a:pt x="20776" y="13669"/>
                  </a:moveTo>
                  <a:cubicBezTo>
                    <a:pt x="20634" y="13597"/>
                    <a:pt x="20467" y="13597"/>
                    <a:pt x="20324" y="13669"/>
                  </a:cubicBezTo>
                  <a:lnTo>
                    <a:pt x="18586" y="14669"/>
                  </a:lnTo>
                  <a:cubicBezTo>
                    <a:pt x="18467" y="14716"/>
                    <a:pt x="18467" y="14883"/>
                    <a:pt x="18586" y="14931"/>
                  </a:cubicBezTo>
                  <a:lnTo>
                    <a:pt x="20324" y="15931"/>
                  </a:lnTo>
                  <a:cubicBezTo>
                    <a:pt x="20467" y="16002"/>
                    <a:pt x="20634" y="16002"/>
                    <a:pt x="20776" y="15931"/>
                  </a:cubicBezTo>
                  <a:lnTo>
                    <a:pt x="22515" y="14931"/>
                  </a:lnTo>
                  <a:cubicBezTo>
                    <a:pt x="22634" y="14883"/>
                    <a:pt x="22634" y="14716"/>
                    <a:pt x="22515" y="14669"/>
                  </a:cubicBezTo>
                  <a:close/>
                  <a:moveTo>
                    <a:pt x="23408" y="12145"/>
                  </a:moveTo>
                  <a:cubicBezTo>
                    <a:pt x="23265" y="12073"/>
                    <a:pt x="23098" y="12073"/>
                    <a:pt x="22955" y="12145"/>
                  </a:cubicBezTo>
                  <a:lnTo>
                    <a:pt x="21217" y="13157"/>
                  </a:lnTo>
                  <a:cubicBezTo>
                    <a:pt x="21098" y="13192"/>
                    <a:pt x="21098" y="13371"/>
                    <a:pt x="21217" y="13407"/>
                  </a:cubicBezTo>
                  <a:lnTo>
                    <a:pt x="22955" y="14419"/>
                  </a:lnTo>
                  <a:cubicBezTo>
                    <a:pt x="23098" y="14490"/>
                    <a:pt x="23265" y="14490"/>
                    <a:pt x="23408" y="14419"/>
                  </a:cubicBezTo>
                  <a:lnTo>
                    <a:pt x="25146" y="13407"/>
                  </a:lnTo>
                  <a:cubicBezTo>
                    <a:pt x="25265" y="13371"/>
                    <a:pt x="25265" y="13192"/>
                    <a:pt x="25146" y="13157"/>
                  </a:cubicBezTo>
                  <a:close/>
                  <a:moveTo>
                    <a:pt x="26039" y="10633"/>
                  </a:moveTo>
                  <a:cubicBezTo>
                    <a:pt x="25896" y="10561"/>
                    <a:pt x="25729" y="10561"/>
                    <a:pt x="25587" y="10633"/>
                  </a:cubicBezTo>
                  <a:lnTo>
                    <a:pt x="23848" y="11633"/>
                  </a:lnTo>
                  <a:cubicBezTo>
                    <a:pt x="23729" y="11668"/>
                    <a:pt x="23729" y="11847"/>
                    <a:pt x="23848" y="11895"/>
                  </a:cubicBezTo>
                  <a:lnTo>
                    <a:pt x="25587" y="12895"/>
                  </a:lnTo>
                  <a:cubicBezTo>
                    <a:pt x="25729" y="12966"/>
                    <a:pt x="25896" y="12966"/>
                    <a:pt x="26039" y="12895"/>
                  </a:cubicBezTo>
                  <a:lnTo>
                    <a:pt x="27777" y="11895"/>
                  </a:lnTo>
                  <a:cubicBezTo>
                    <a:pt x="27896" y="11847"/>
                    <a:pt x="27896" y="11680"/>
                    <a:pt x="27777" y="11633"/>
                  </a:cubicBezTo>
                  <a:close/>
                  <a:moveTo>
                    <a:pt x="28670" y="9109"/>
                  </a:moveTo>
                  <a:cubicBezTo>
                    <a:pt x="28527" y="9037"/>
                    <a:pt x="28361" y="9037"/>
                    <a:pt x="28218" y="9109"/>
                  </a:cubicBezTo>
                  <a:lnTo>
                    <a:pt x="26480" y="10109"/>
                  </a:lnTo>
                  <a:cubicBezTo>
                    <a:pt x="26361" y="10156"/>
                    <a:pt x="26361" y="10323"/>
                    <a:pt x="26480" y="10371"/>
                  </a:cubicBezTo>
                  <a:lnTo>
                    <a:pt x="28218" y="11371"/>
                  </a:lnTo>
                  <a:cubicBezTo>
                    <a:pt x="28361" y="11442"/>
                    <a:pt x="28527" y="11442"/>
                    <a:pt x="28670" y="11371"/>
                  </a:cubicBezTo>
                  <a:lnTo>
                    <a:pt x="30409" y="10371"/>
                  </a:lnTo>
                  <a:cubicBezTo>
                    <a:pt x="30528" y="10335"/>
                    <a:pt x="30528" y="10156"/>
                    <a:pt x="30409" y="10109"/>
                  </a:cubicBezTo>
                  <a:close/>
                  <a:moveTo>
                    <a:pt x="31302" y="7597"/>
                  </a:moveTo>
                  <a:cubicBezTo>
                    <a:pt x="31159" y="7525"/>
                    <a:pt x="30992" y="7525"/>
                    <a:pt x="30849" y="7597"/>
                  </a:cubicBezTo>
                  <a:lnTo>
                    <a:pt x="29111" y="8597"/>
                  </a:lnTo>
                  <a:cubicBezTo>
                    <a:pt x="28992" y="8644"/>
                    <a:pt x="28992" y="8811"/>
                    <a:pt x="29111" y="8859"/>
                  </a:cubicBezTo>
                  <a:lnTo>
                    <a:pt x="30849" y="9859"/>
                  </a:lnTo>
                  <a:cubicBezTo>
                    <a:pt x="30992" y="9930"/>
                    <a:pt x="31159" y="9930"/>
                    <a:pt x="31302" y="9859"/>
                  </a:cubicBezTo>
                  <a:lnTo>
                    <a:pt x="33040" y="8859"/>
                  </a:lnTo>
                  <a:cubicBezTo>
                    <a:pt x="33159" y="8823"/>
                    <a:pt x="33159" y="8644"/>
                    <a:pt x="33040" y="8597"/>
                  </a:cubicBezTo>
                  <a:close/>
                  <a:moveTo>
                    <a:pt x="33933" y="6073"/>
                  </a:moveTo>
                  <a:cubicBezTo>
                    <a:pt x="33790" y="6001"/>
                    <a:pt x="33623" y="6001"/>
                    <a:pt x="33480" y="6073"/>
                  </a:cubicBezTo>
                  <a:lnTo>
                    <a:pt x="31742" y="7085"/>
                  </a:lnTo>
                  <a:cubicBezTo>
                    <a:pt x="31623" y="7120"/>
                    <a:pt x="31623" y="7299"/>
                    <a:pt x="31742" y="7335"/>
                  </a:cubicBezTo>
                  <a:lnTo>
                    <a:pt x="33480" y="8347"/>
                  </a:lnTo>
                  <a:cubicBezTo>
                    <a:pt x="33623" y="8418"/>
                    <a:pt x="33790" y="8418"/>
                    <a:pt x="33933" y="8347"/>
                  </a:cubicBezTo>
                  <a:lnTo>
                    <a:pt x="35671" y="7335"/>
                  </a:lnTo>
                  <a:cubicBezTo>
                    <a:pt x="35790" y="7299"/>
                    <a:pt x="35790" y="7120"/>
                    <a:pt x="35671" y="7085"/>
                  </a:cubicBezTo>
                  <a:close/>
                  <a:moveTo>
                    <a:pt x="36564" y="4560"/>
                  </a:moveTo>
                  <a:cubicBezTo>
                    <a:pt x="36421" y="4489"/>
                    <a:pt x="36255" y="4489"/>
                    <a:pt x="36112" y="4560"/>
                  </a:cubicBezTo>
                  <a:lnTo>
                    <a:pt x="34373" y="5561"/>
                  </a:lnTo>
                  <a:cubicBezTo>
                    <a:pt x="34254" y="5608"/>
                    <a:pt x="34254" y="5775"/>
                    <a:pt x="34373" y="5822"/>
                  </a:cubicBezTo>
                  <a:lnTo>
                    <a:pt x="36112" y="6823"/>
                  </a:lnTo>
                  <a:cubicBezTo>
                    <a:pt x="36255" y="6894"/>
                    <a:pt x="36421" y="6894"/>
                    <a:pt x="36564" y="6823"/>
                  </a:cubicBezTo>
                  <a:lnTo>
                    <a:pt x="38302" y="5822"/>
                  </a:lnTo>
                  <a:cubicBezTo>
                    <a:pt x="38422" y="5775"/>
                    <a:pt x="38422" y="5608"/>
                    <a:pt x="38302" y="5561"/>
                  </a:cubicBezTo>
                  <a:close/>
                  <a:moveTo>
                    <a:pt x="11513" y="22015"/>
                  </a:moveTo>
                  <a:cubicBezTo>
                    <a:pt x="11371" y="21944"/>
                    <a:pt x="11204" y="21944"/>
                    <a:pt x="11061" y="22015"/>
                  </a:cubicBezTo>
                  <a:lnTo>
                    <a:pt x="9323" y="23015"/>
                  </a:lnTo>
                  <a:cubicBezTo>
                    <a:pt x="9204" y="23063"/>
                    <a:pt x="9204" y="23229"/>
                    <a:pt x="9323" y="23277"/>
                  </a:cubicBezTo>
                  <a:lnTo>
                    <a:pt x="11061" y="24277"/>
                  </a:lnTo>
                  <a:cubicBezTo>
                    <a:pt x="11204" y="24349"/>
                    <a:pt x="11371" y="24349"/>
                    <a:pt x="11513" y="24277"/>
                  </a:cubicBezTo>
                  <a:lnTo>
                    <a:pt x="13252" y="23277"/>
                  </a:lnTo>
                  <a:cubicBezTo>
                    <a:pt x="13371" y="23229"/>
                    <a:pt x="13371" y="23063"/>
                    <a:pt x="13252" y="23015"/>
                  </a:cubicBezTo>
                  <a:close/>
                  <a:moveTo>
                    <a:pt x="14145" y="20491"/>
                  </a:moveTo>
                  <a:cubicBezTo>
                    <a:pt x="14002" y="20420"/>
                    <a:pt x="13835" y="20420"/>
                    <a:pt x="13692" y="20491"/>
                  </a:cubicBezTo>
                  <a:lnTo>
                    <a:pt x="11954" y="21503"/>
                  </a:lnTo>
                  <a:cubicBezTo>
                    <a:pt x="11835" y="21539"/>
                    <a:pt x="11835" y="21717"/>
                    <a:pt x="11954" y="21753"/>
                  </a:cubicBezTo>
                  <a:lnTo>
                    <a:pt x="13692" y="22765"/>
                  </a:lnTo>
                  <a:cubicBezTo>
                    <a:pt x="13835" y="22825"/>
                    <a:pt x="14002" y="22825"/>
                    <a:pt x="14145" y="22765"/>
                  </a:cubicBezTo>
                  <a:lnTo>
                    <a:pt x="15883" y="21753"/>
                  </a:lnTo>
                  <a:cubicBezTo>
                    <a:pt x="16002" y="21717"/>
                    <a:pt x="16002" y="21539"/>
                    <a:pt x="15883" y="21503"/>
                  </a:cubicBezTo>
                  <a:close/>
                  <a:moveTo>
                    <a:pt x="16776" y="18979"/>
                  </a:moveTo>
                  <a:cubicBezTo>
                    <a:pt x="16633" y="18907"/>
                    <a:pt x="16466" y="18907"/>
                    <a:pt x="16324" y="18979"/>
                  </a:cubicBezTo>
                  <a:lnTo>
                    <a:pt x="14585" y="19979"/>
                  </a:lnTo>
                  <a:cubicBezTo>
                    <a:pt x="14466" y="20027"/>
                    <a:pt x="14466" y="20193"/>
                    <a:pt x="14585" y="20241"/>
                  </a:cubicBezTo>
                  <a:lnTo>
                    <a:pt x="16324" y="21241"/>
                  </a:lnTo>
                  <a:cubicBezTo>
                    <a:pt x="16466" y="21312"/>
                    <a:pt x="16633" y="21312"/>
                    <a:pt x="16776" y="21241"/>
                  </a:cubicBezTo>
                  <a:lnTo>
                    <a:pt x="18514" y="20241"/>
                  </a:lnTo>
                  <a:cubicBezTo>
                    <a:pt x="18633" y="20193"/>
                    <a:pt x="18633" y="20015"/>
                    <a:pt x="18514" y="19979"/>
                  </a:cubicBezTo>
                  <a:close/>
                  <a:moveTo>
                    <a:pt x="19407" y="17455"/>
                  </a:moveTo>
                  <a:cubicBezTo>
                    <a:pt x="19264" y="17383"/>
                    <a:pt x="19098" y="17383"/>
                    <a:pt x="18955" y="17455"/>
                  </a:cubicBezTo>
                  <a:lnTo>
                    <a:pt x="17217" y="18467"/>
                  </a:lnTo>
                  <a:cubicBezTo>
                    <a:pt x="17097" y="18503"/>
                    <a:pt x="17097" y="18669"/>
                    <a:pt x="17217" y="18717"/>
                  </a:cubicBezTo>
                  <a:lnTo>
                    <a:pt x="18955" y="19729"/>
                  </a:lnTo>
                  <a:cubicBezTo>
                    <a:pt x="19098" y="19800"/>
                    <a:pt x="19264" y="19800"/>
                    <a:pt x="19407" y="19729"/>
                  </a:cubicBezTo>
                  <a:lnTo>
                    <a:pt x="21146" y="18717"/>
                  </a:lnTo>
                  <a:cubicBezTo>
                    <a:pt x="21265" y="18669"/>
                    <a:pt x="21265" y="18503"/>
                    <a:pt x="21146" y="18467"/>
                  </a:cubicBezTo>
                  <a:close/>
                  <a:moveTo>
                    <a:pt x="22039" y="15931"/>
                  </a:moveTo>
                  <a:cubicBezTo>
                    <a:pt x="21896" y="15859"/>
                    <a:pt x="21729" y="15859"/>
                    <a:pt x="21586" y="15931"/>
                  </a:cubicBezTo>
                  <a:lnTo>
                    <a:pt x="19848" y="16931"/>
                  </a:lnTo>
                  <a:cubicBezTo>
                    <a:pt x="19729" y="16979"/>
                    <a:pt x="19729" y="17145"/>
                    <a:pt x="19848" y="17193"/>
                  </a:cubicBezTo>
                  <a:lnTo>
                    <a:pt x="21586" y="18193"/>
                  </a:lnTo>
                  <a:cubicBezTo>
                    <a:pt x="21729" y="18265"/>
                    <a:pt x="21896" y="18265"/>
                    <a:pt x="22039" y="18193"/>
                  </a:cubicBezTo>
                  <a:lnTo>
                    <a:pt x="23777" y="17193"/>
                  </a:lnTo>
                  <a:cubicBezTo>
                    <a:pt x="23896" y="17145"/>
                    <a:pt x="23896" y="16979"/>
                    <a:pt x="23777" y="16931"/>
                  </a:cubicBezTo>
                  <a:close/>
                  <a:moveTo>
                    <a:pt x="24670" y="14407"/>
                  </a:moveTo>
                  <a:cubicBezTo>
                    <a:pt x="24527" y="14347"/>
                    <a:pt x="24360" y="14347"/>
                    <a:pt x="24217" y="14407"/>
                  </a:cubicBezTo>
                  <a:lnTo>
                    <a:pt x="22479" y="15419"/>
                  </a:lnTo>
                  <a:cubicBezTo>
                    <a:pt x="22360" y="15455"/>
                    <a:pt x="22360" y="15633"/>
                    <a:pt x="22479" y="15669"/>
                  </a:cubicBezTo>
                  <a:lnTo>
                    <a:pt x="24217" y="16681"/>
                  </a:lnTo>
                  <a:cubicBezTo>
                    <a:pt x="24360" y="16752"/>
                    <a:pt x="24527" y="16752"/>
                    <a:pt x="24670" y="16681"/>
                  </a:cubicBezTo>
                  <a:lnTo>
                    <a:pt x="26408" y="15669"/>
                  </a:lnTo>
                  <a:cubicBezTo>
                    <a:pt x="26527" y="15633"/>
                    <a:pt x="26527" y="15455"/>
                    <a:pt x="26408" y="15419"/>
                  </a:cubicBezTo>
                  <a:close/>
                  <a:moveTo>
                    <a:pt x="27301" y="12895"/>
                  </a:moveTo>
                  <a:cubicBezTo>
                    <a:pt x="27158" y="12823"/>
                    <a:pt x="26992" y="12823"/>
                    <a:pt x="26849" y="12895"/>
                  </a:cubicBezTo>
                  <a:lnTo>
                    <a:pt x="25110" y="13895"/>
                  </a:lnTo>
                  <a:cubicBezTo>
                    <a:pt x="24991" y="13943"/>
                    <a:pt x="24991" y="14109"/>
                    <a:pt x="25110" y="14157"/>
                  </a:cubicBezTo>
                  <a:lnTo>
                    <a:pt x="26849" y="15157"/>
                  </a:lnTo>
                  <a:cubicBezTo>
                    <a:pt x="26992" y="15228"/>
                    <a:pt x="27158" y="15228"/>
                    <a:pt x="27301" y="15157"/>
                  </a:cubicBezTo>
                  <a:lnTo>
                    <a:pt x="29039" y="14157"/>
                  </a:lnTo>
                  <a:cubicBezTo>
                    <a:pt x="29158" y="14121"/>
                    <a:pt x="29158" y="13943"/>
                    <a:pt x="29039" y="13907"/>
                  </a:cubicBezTo>
                  <a:close/>
                  <a:moveTo>
                    <a:pt x="29932" y="11383"/>
                  </a:moveTo>
                  <a:cubicBezTo>
                    <a:pt x="29790" y="11311"/>
                    <a:pt x="29623" y="11311"/>
                    <a:pt x="29492" y="11383"/>
                  </a:cubicBezTo>
                  <a:lnTo>
                    <a:pt x="27742" y="12383"/>
                  </a:lnTo>
                  <a:cubicBezTo>
                    <a:pt x="27623" y="12430"/>
                    <a:pt x="27623" y="12597"/>
                    <a:pt x="27742" y="12645"/>
                  </a:cubicBezTo>
                  <a:lnTo>
                    <a:pt x="29492" y="13645"/>
                  </a:lnTo>
                  <a:cubicBezTo>
                    <a:pt x="29623" y="13716"/>
                    <a:pt x="29790" y="13716"/>
                    <a:pt x="29932" y="13645"/>
                  </a:cubicBezTo>
                  <a:lnTo>
                    <a:pt x="31671" y="12645"/>
                  </a:lnTo>
                  <a:cubicBezTo>
                    <a:pt x="31802" y="12597"/>
                    <a:pt x="31802" y="12419"/>
                    <a:pt x="31671" y="12383"/>
                  </a:cubicBezTo>
                  <a:close/>
                  <a:moveTo>
                    <a:pt x="32564" y="9859"/>
                  </a:moveTo>
                  <a:cubicBezTo>
                    <a:pt x="32421" y="9787"/>
                    <a:pt x="32254" y="9787"/>
                    <a:pt x="32123" y="9859"/>
                  </a:cubicBezTo>
                  <a:lnTo>
                    <a:pt x="30385" y="10871"/>
                  </a:lnTo>
                  <a:cubicBezTo>
                    <a:pt x="30254" y="10918"/>
                    <a:pt x="30254" y="11085"/>
                    <a:pt x="30385" y="11133"/>
                  </a:cubicBezTo>
                  <a:lnTo>
                    <a:pt x="32123" y="12133"/>
                  </a:lnTo>
                  <a:cubicBezTo>
                    <a:pt x="32266" y="12204"/>
                    <a:pt x="32421" y="12204"/>
                    <a:pt x="32564" y="12133"/>
                  </a:cubicBezTo>
                  <a:lnTo>
                    <a:pt x="34314" y="11133"/>
                  </a:lnTo>
                  <a:cubicBezTo>
                    <a:pt x="34433" y="11085"/>
                    <a:pt x="34433" y="10918"/>
                    <a:pt x="34314" y="10871"/>
                  </a:cubicBezTo>
                  <a:close/>
                  <a:moveTo>
                    <a:pt x="35195" y="8347"/>
                  </a:moveTo>
                  <a:cubicBezTo>
                    <a:pt x="35052" y="8263"/>
                    <a:pt x="34885" y="8263"/>
                    <a:pt x="34743" y="8347"/>
                  </a:cubicBezTo>
                  <a:lnTo>
                    <a:pt x="33004" y="9347"/>
                  </a:lnTo>
                  <a:cubicBezTo>
                    <a:pt x="32885" y="9382"/>
                    <a:pt x="32885" y="9561"/>
                    <a:pt x="33004" y="9609"/>
                  </a:cubicBezTo>
                  <a:lnTo>
                    <a:pt x="34743" y="10609"/>
                  </a:lnTo>
                  <a:cubicBezTo>
                    <a:pt x="34885" y="10680"/>
                    <a:pt x="35052" y="10680"/>
                    <a:pt x="35195" y="10609"/>
                  </a:cubicBezTo>
                  <a:lnTo>
                    <a:pt x="36933" y="9609"/>
                  </a:lnTo>
                  <a:cubicBezTo>
                    <a:pt x="37052" y="9561"/>
                    <a:pt x="37052" y="9394"/>
                    <a:pt x="36933" y="9347"/>
                  </a:cubicBezTo>
                  <a:close/>
                  <a:moveTo>
                    <a:pt x="37826" y="6823"/>
                  </a:moveTo>
                  <a:cubicBezTo>
                    <a:pt x="37683" y="6751"/>
                    <a:pt x="37517" y="6751"/>
                    <a:pt x="37374" y="6823"/>
                  </a:cubicBezTo>
                  <a:lnTo>
                    <a:pt x="35635" y="7823"/>
                  </a:lnTo>
                  <a:cubicBezTo>
                    <a:pt x="35516" y="7870"/>
                    <a:pt x="35516" y="8037"/>
                    <a:pt x="35635" y="8085"/>
                  </a:cubicBezTo>
                  <a:lnTo>
                    <a:pt x="37374" y="9085"/>
                  </a:lnTo>
                  <a:cubicBezTo>
                    <a:pt x="37517" y="9156"/>
                    <a:pt x="37683" y="9156"/>
                    <a:pt x="37826" y="9085"/>
                  </a:cubicBezTo>
                  <a:lnTo>
                    <a:pt x="39565" y="8085"/>
                  </a:lnTo>
                  <a:cubicBezTo>
                    <a:pt x="39684" y="8037"/>
                    <a:pt x="39684" y="7870"/>
                    <a:pt x="39565" y="7823"/>
                  </a:cubicBezTo>
                  <a:close/>
                  <a:moveTo>
                    <a:pt x="40458" y="5299"/>
                  </a:moveTo>
                  <a:cubicBezTo>
                    <a:pt x="40315" y="5227"/>
                    <a:pt x="40148" y="5227"/>
                    <a:pt x="40005" y="5299"/>
                  </a:cubicBezTo>
                  <a:lnTo>
                    <a:pt x="38267" y="6311"/>
                  </a:lnTo>
                  <a:cubicBezTo>
                    <a:pt x="38148" y="6346"/>
                    <a:pt x="38148" y="6513"/>
                    <a:pt x="38267" y="6561"/>
                  </a:cubicBezTo>
                  <a:lnTo>
                    <a:pt x="40005" y="7573"/>
                  </a:lnTo>
                  <a:cubicBezTo>
                    <a:pt x="40148" y="7644"/>
                    <a:pt x="40315" y="7644"/>
                    <a:pt x="40458" y="7573"/>
                  </a:cubicBezTo>
                  <a:lnTo>
                    <a:pt x="42196" y="6561"/>
                  </a:lnTo>
                  <a:cubicBezTo>
                    <a:pt x="42315" y="6525"/>
                    <a:pt x="42315" y="6346"/>
                    <a:pt x="42196" y="6311"/>
                  </a:cubicBezTo>
                  <a:close/>
                  <a:moveTo>
                    <a:pt x="14752" y="23241"/>
                  </a:moveTo>
                  <a:cubicBezTo>
                    <a:pt x="14609" y="23170"/>
                    <a:pt x="14442" y="23170"/>
                    <a:pt x="14311" y="23241"/>
                  </a:cubicBezTo>
                  <a:lnTo>
                    <a:pt x="12561" y="24253"/>
                  </a:lnTo>
                  <a:cubicBezTo>
                    <a:pt x="12442" y="24289"/>
                    <a:pt x="12442" y="24456"/>
                    <a:pt x="12561" y="24503"/>
                  </a:cubicBezTo>
                  <a:lnTo>
                    <a:pt x="14311" y="25515"/>
                  </a:lnTo>
                  <a:cubicBezTo>
                    <a:pt x="14442" y="25587"/>
                    <a:pt x="14609" y="25587"/>
                    <a:pt x="14752" y="25515"/>
                  </a:cubicBezTo>
                  <a:lnTo>
                    <a:pt x="16490" y="24503"/>
                  </a:lnTo>
                  <a:cubicBezTo>
                    <a:pt x="16609" y="24456"/>
                    <a:pt x="16609" y="24289"/>
                    <a:pt x="16490" y="24253"/>
                  </a:cubicBezTo>
                  <a:close/>
                  <a:moveTo>
                    <a:pt x="17383" y="21729"/>
                  </a:moveTo>
                  <a:cubicBezTo>
                    <a:pt x="17240" y="21646"/>
                    <a:pt x="17074" y="21646"/>
                    <a:pt x="16943" y="21729"/>
                  </a:cubicBezTo>
                  <a:lnTo>
                    <a:pt x="15204" y="22729"/>
                  </a:lnTo>
                  <a:cubicBezTo>
                    <a:pt x="15073" y="22765"/>
                    <a:pt x="15073" y="22944"/>
                    <a:pt x="15204" y="22991"/>
                  </a:cubicBezTo>
                  <a:lnTo>
                    <a:pt x="16943" y="23991"/>
                  </a:lnTo>
                  <a:cubicBezTo>
                    <a:pt x="17074" y="24063"/>
                    <a:pt x="17240" y="24063"/>
                    <a:pt x="17383" y="23991"/>
                  </a:cubicBezTo>
                  <a:lnTo>
                    <a:pt x="19122" y="22991"/>
                  </a:lnTo>
                  <a:cubicBezTo>
                    <a:pt x="19241" y="22944"/>
                    <a:pt x="19241" y="22777"/>
                    <a:pt x="19122" y="22729"/>
                  </a:cubicBezTo>
                  <a:close/>
                  <a:moveTo>
                    <a:pt x="20014" y="20205"/>
                  </a:moveTo>
                  <a:cubicBezTo>
                    <a:pt x="19872" y="20134"/>
                    <a:pt x="19705" y="20134"/>
                    <a:pt x="19574" y="20205"/>
                  </a:cubicBezTo>
                  <a:lnTo>
                    <a:pt x="17836" y="21205"/>
                  </a:lnTo>
                  <a:cubicBezTo>
                    <a:pt x="17705" y="21253"/>
                    <a:pt x="17705" y="21420"/>
                    <a:pt x="17836" y="21467"/>
                  </a:cubicBezTo>
                  <a:lnTo>
                    <a:pt x="19574" y="22467"/>
                  </a:lnTo>
                  <a:cubicBezTo>
                    <a:pt x="19705" y="22539"/>
                    <a:pt x="19872" y="22539"/>
                    <a:pt x="20014" y="22467"/>
                  </a:cubicBezTo>
                  <a:lnTo>
                    <a:pt x="21753" y="21467"/>
                  </a:lnTo>
                  <a:cubicBezTo>
                    <a:pt x="21884" y="21420"/>
                    <a:pt x="21884" y="21253"/>
                    <a:pt x="21753" y="21205"/>
                  </a:cubicBezTo>
                  <a:close/>
                  <a:moveTo>
                    <a:pt x="22646" y="18681"/>
                  </a:moveTo>
                  <a:cubicBezTo>
                    <a:pt x="22503" y="18610"/>
                    <a:pt x="22336" y="18610"/>
                    <a:pt x="22205" y="18681"/>
                  </a:cubicBezTo>
                  <a:lnTo>
                    <a:pt x="20455" y="19693"/>
                  </a:lnTo>
                  <a:cubicBezTo>
                    <a:pt x="20336" y="19729"/>
                    <a:pt x="20336" y="19908"/>
                    <a:pt x="20455" y="19943"/>
                  </a:cubicBezTo>
                  <a:lnTo>
                    <a:pt x="22205" y="20955"/>
                  </a:lnTo>
                  <a:cubicBezTo>
                    <a:pt x="22336" y="21027"/>
                    <a:pt x="22503" y="21027"/>
                    <a:pt x="22646" y="20955"/>
                  </a:cubicBezTo>
                  <a:lnTo>
                    <a:pt x="24384" y="19955"/>
                  </a:lnTo>
                  <a:cubicBezTo>
                    <a:pt x="24515" y="19908"/>
                    <a:pt x="24515" y="19729"/>
                    <a:pt x="24384" y="19693"/>
                  </a:cubicBezTo>
                  <a:close/>
                  <a:moveTo>
                    <a:pt x="25277" y="17169"/>
                  </a:moveTo>
                  <a:cubicBezTo>
                    <a:pt x="25134" y="17098"/>
                    <a:pt x="24967" y="17098"/>
                    <a:pt x="24837" y="17169"/>
                  </a:cubicBezTo>
                  <a:lnTo>
                    <a:pt x="23086" y="18169"/>
                  </a:lnTo>
                  <a:cubicBezTo>
                    <a:pt x="22967" y="18217"/>
                    <a:pt x="22967" y="18384"/>
                    <a:pt x="23086" y="18431"/>
                  </a:cubicBezTo>
                  <a:lnTo>
                    <a:pt x="24837" y="19431"/>
                  </a:lnTo>
                  <a:cubicBezTo>
                    <a:pt x="24967" y="19503"/>
                    <a:pt x="25134" y="19503"/>
                    <a:pt x="25277" y="19431"/>
                  </a:cubicBezTo>
                  <a:lnTo>
                    <a:pt x="27015" y="18431"/>
                  </a:lnTo>
                  <a:cubicBezTo>
                    <a:pt x="27146" y="18384"/>
                    <a:pt x="27146" y="18217"/>
                    <a:pt x="27015" y="18169"/>
                  </a:cubicBezTo>
                  <a:close/>
                  <a:moveTo>
                    <a:pt x="27908" y="15645"/>
                  </a:moveTo>
                  <a:cubicBezTo>
                    <a:pt x="27765" y="15574"/>
                    <a:pt x="27599" y="15574"/>
                    <a:pt x="27468" y="15645"/>
                  </a:cubicBezTo>
                  <a:lnTo>
                    <a:pt x="25729" y="16645"/>
                  </a:lnTo>
                  <a:cubicBezTo>
                    <a:pt x="25599" y="16693"/>
                    <a:pt x="25599" y="16860"/>
                    <a:pt x="25729" y="16907"/>
                  </a:cubicBezTo>
                  <a:lnTo>
                    <a:pt x="27468" y="17907"/>
                  </a:lnTo>
                  <a:cubicBezTo>
                    <a:pt x="27599" y="17979"/>
                    <a:pt x="27765" y="17979"/>
                    <a:pt x="27908" y="17907"/>
                  </a:cubicBezTo>
                  <a:lnTo>
                    <a:pt x="29647" y="16907"/>
                  </a:lnTo>
                  <a:cubicBezTo>
                    <a:pt x="29778" y="16860"/>
                    <a:pt x="29778" y="16693"/>
                    <a:pt x="29647" y="16645"/>
                  </a:cubicBezTo>
                  <a:close/>
                  <a:moveTo>
                    <a:pt x="30540" y="14121"/>
                  </a:moveTo>
                  <a:cubicBezTo>
                    <a:pt x="30397" y="14062"/>
                    <a:pt x="30242" y="14062"/>
                    <a:pt x="30099" y="14121"/>
                  </a:cubicBezTo>
                  <a:lnTo>
                    <a:pt x="28361" y="15133"/>
                  </a:lnTo>
                  <a:cubicBezTo>
                    <a:pt x="28230" y="15169"/>
                    <a:pt x="28230" y="15347"/>
                    <a:pt x="28361" y="15383"/>
                  </a:cubicBezTo>
                  <a:lnTo>
                    <a:pt x="30099" y="16395"/>
                  </a:lnTo>
                  <a:cubicBezTo>
                    <a:pt x="30242" y="16467"/>
                    <a:pt x="30397" y="16467"/>
                    <a:pt x="30540" y="16395"/>
                  </a:cubicBezTo>
                  <a:lnTo>
                    <a:pt x="32278" y="15383"/>
                  </a:lnTo>
                  <a:cubicBezTo>
                    <a:pt x="32397" y="15347"/>
                    <a:pt x="32397" y="15181"/>
                    <a:pt x="32278" y="15133"/>
                  </a:cubicBezTo>
                  <a:close/>
                  <a:moveTo>
                    <a:pt x="33171" y="12609"/>
                  </a:moveTo>
                  <a:cubicBezTo>
                    <a:pt x="33028" y="12538"/>
                    <a:pt x="32873" y="12538"/>
                    <a:pt x="32730" y="12609"/>
                  </a:cubicBezTo>
                  <a:lnTo>
                    <a:pt x="30992" y="13609"/>
                  </a:lnTo>
                  <a:cubicBezTo>
                    <a:pt x="30861" y="13657"/>
                    <a:pt x="30861" y="13823"/>
                    <a:pt x="30992" y="13871"/>
                  </a:cubicBezTo>
                  <a:lnTo>
                    <a:pt x="32730" y="14871"/>
                  </a:lnTo>
                  <a:cubicBezTo>
                    <a:pt x="32873" y="14943"/>
                    <a:pt x="33028" y="14943"/>
                    <a:pt x="33171" y="14871"/>
                  </a:cubicBezTo>
                  <a:lnTo>
                    <a:pt x="34909" y="13871"/>
                  </a:lnTo>
                  <a:cubicBezTo>
                    <a:pt x="35040" y="13823"/>
                    <a:pt x="35040" y="13657"/>
                    <a:pt x="34909" y="13609"/>
                  </a:cubicBezTo>
                  <a:close/>
                  <a:moveTo>
                    <a:pt x="35802" y="11085"/>
                  </a:moveTo>
                  <a:cubicBezTo>
                    <a:pt x="35659" y="11014"/>
                    <a:pt x="35505" y="11014"/>
                    <a:pt x="35362" y="11085"/>
                  </a:cubicBezTo>
                  <a:lnTo>
                    <a:pt x="33623" y="12097"/>
                  </a:lnTo>
                  <a:cubicBezTo>
                    <a:pt x="33492" y="12133"/>
                    <a:pt x="33492" y="12311"/>
                    <a:pt x="33623" y="12347"/>
                  </a:cubicBezTo>
                  <a:lnTo>
                    <a:pt x="35362" y="13359"/>
                  </a:lnTo>
                  <a:cubicBezTo>
                    <a:pt x="35505" y="13431"/>
                    <a:pt x="35659" y="13431"/>
                    <a:pt x="35802" y="13359"/>
                  </a:cubicBezTo>
                  <a:lnTo>
                    <a:pt x="37552" y="12347"/>
                  </a:lnTo>
                  <a:cubicBezTo>
                    <a:pt x="37671" y="12311"/>
                    <a:pt x="37671" y="12133"/>
                    <a:pt x="37552" y="12097"/>
                  </a:cubicBezTo>
                  <a:close/>
                  <a:moveTo>
                    <a:pt x="38433" y="9573"/>
                  </a:moveTo>
                  <a:cubicBezTo>
                    <a:pt x="38291" y="9502"/>
                    <a:pt x="38136" y="9502"/>
                    <a:pt x="37993" y="9573"/>
                  </a:cubicBezTo>
                  <a:lnTo>
                    <a:pt x="36255" y="10573"/>
                  </a:lnTo>
                  <a:cubicBezTo>
                    <a:pt x="36124" y="10609"/>
                    <a:pt x="36124" y="10787"/>
                    <a:pt x="36255" y="10835"/>
                  </a:cubicBezTo>
                  <a:lnTo>
                    <a:pt x="37993" y="11835"/>
                  </a:lnTo>
                  <a:cubicBezTo>
                    <a:pt x="38136" y="11907"/>
                    <a:pt x="38302" y="11907"/>
                    <a:pt x="38445" y="11835"/>
                  </a:cubicBezTo>
                  <a:lnTo>
                    <a:pt x="40184" y="10835"/>
                  </a:lnTo>
                  <a:cubicBezTo>
                    <a:pt x="40303" y="10787"/>
                    <a:pt x="40303" y="10621"/>
                    <a:pt x="40184" y="10573"/>
                  </a:cubicBezTo>
                  <a:close/>
                  <a:moveTo>
                    <a:pt x="41077" y="8049"/>
                  </a:moveTo>
                  <a:cubicBezTo>
                    <a:pt x="40934" y="7978"/>
                    <a:pt x="40767" y="7978"/>
                    <a:pt x="40624" y="8049"/>
                  </a:cubicBezTo>
                  <a:lnTo>
                    <a:pt x="38886" y="9049"/>
                  </a:lnTo>
                  <a:cubicBezTo>
                    <a:pt x="38755" y="9085"/>
                    <a:pt x="38755" y="9263"/>
                    <a:pt x="38886" y="9311"/>
                  </a:cubicBezTo>
                  <a:lnTo>
                    <a:pt x="40624" y="10311"/>
                  </a:lnTo>
                  <a:cubicBezTo>
                    <a:pt x="40767" y="10383"/>
                    <a:pt x="40934" y="10383"/>
                    <a:pt x="41077" y="10311"/>
                  </a:cubicBezTo>
                  <a:lnTo>
                    <a:pt x="42815" y="9311"/>
                  </a:lnTo>
                  <a:cubicBezTo>
                    <a:pt x="42934" y="9263"/>
                    <a:pt x="42934" y="9097"/>
                    <a:pt x="42815" y="9049"/>
                  </a:cubicBezTo>
                  <a:close/>
                  <a:moveTo>
                    <a:pt x="21312" y="22336"/>
                  </a:moveTo>
                  <a:cubicBezTo>
                    <a:pt x="21181" y="22253"/>
                    <a:pt x="21015" y="22253"/>
                    <a:pt x="20872" y="22336"/>
                  </a:cubicBezTo>
                  <a:lnTo>
                    <a:pt x="19133" y="23337"/>
                  </a:lnTo>
                  <a:cubicBezTo>
                    <a:pt x="19014" y="23384"/>
                    <a:pt x="19014" y="23551"/>
                    <a:pt x="19133" y="23598"/>
                  </a:cubicBezTo>
                  <a:lnTo>
                    <a:pt x="20872" y="24599"/>
                  </a:lnTo>
                  <a:cubicBezTo>
                    <a:pt x="21015" y="24670"/>
                    <a:pt x="21181" y="24670"/>
                    <a:pt x="21312" y="24599"/>
                  </a:cubicBezTo>
                  <a:lnTo>
                    <a:pt x="23062" y="23598"/>
                  </a:lnTo>
                  <a:cubicBezTo>
                    <a:pt x="23182" y="23551"/>
                    <a:pt x="23182" y="23372"/>
                    <a:pt x="23062" y="23337"/>
                  </a:cubicBezTo>
                  <a:close/>
                  <a:moveTo>
                    <a:pt x="23944" y="20812"/>
                  </a:moveTo>
                  <a:cubicBezTo>
                    <a:pt x="23813" y="20741"/>
                    <a:pt x="23646" y="20741"/>
                    <a:pt x="23503" y="20812"/>
                  </a:cubicBezTo>
                  <a:lnTo>
                    <a:pt x="21765" y="21813"/>
                  </a:lnTo>
                  <a:cubicBezTo>
                    <a:pt x="21646" y="21860"/>
                    <a:pt x="21646" y="22027"/>
                    <a:pt x="21765" y="22074"/>
                  </a:cubicBezTo>
                  <a:lnTo>
                    <a:pt x="23503" y="23075"/>
                  </a:lnTo>
                  <a:cubicBezTo>
                    <a:pt x="23646" y="23146"/>
                    <a:pt x="23813" y="23146"/>
                    <a:pt x="23944" y="23075"/>
                  </a:cubicBezTo>
                  <a:lnTo>
                    <a:pt x="25694" y="22074"/>
                  </a:lnTo>
                  <a:cubicBezTo>
                    <a:pt x="25813" y="22027"/>
                    <a:pt x="25813" y="21860"/>
                    <a:pt x="25694" y="21813"/>
                  </a:cubicBezTo>
                  <a:close/>
                  <a:moveTo>
                    <a:pt x="18550" y="26920"/>
                  </a:moveTo>
                  <a:cubicBezTo>
                    <a:pt x="18407" y="26849"/>
                    <a:pt x="18240" y="26849"/>
                    <a:pt x="18109" y="26920"/>
                  </a:cubicBezTo>
                  <a:lnTo>
                    <a:pt x="16359" y="27932"/>
                  </a:lnTo>
                  <a:cubicBezTo>
                    <a:pt x="16240" y="27968"/>
                    <a:pt x="16240" y="28147"/>
                    <a:pt x="16359" y="28182"/>
                  </a:cubicBezTo>
                  <a:lnTo>
                    <a:pt x="18109" y="29194"/>
                  </a:lnTo>
                  <a:cubicBezTo>
                    <a:pt x="18240" y="29266"/>
                    <a:pt x="18407" y="29266"/>
                    <a:pt x="18550" y="29194"/>
                  </a:cubicBezTo>
                  <a:lnTo>
                    <a:pt x="20288" y="28182"/>
                  </a:lnTo>
                  <a:cubicBezTo>
                    <a:pt x="20407" y="28147"/>
                    <a:pt x="20407" y="27968"/>
                    <a:pt x="20288" y="27932"/>
                  </a:cubicBezTo>
                  <a:close/>
                  <a:moveTo>
                    <a:pt x="21181" y="25408"/>
                  </a:moveTo>
                  <a:cubicBezTo>
                    <a:pt x="21038" y="25337"/>
                    <a:pt x="20872" y="25337"/>
                    <a:pt x="20741" y="25408"/>
                  </a:cubicBezTo>
                  <a:lnTo>
                    <a:pt x="19002" y="26408"/>
                  </a:lnTo>
                  <a:cubicBezTo>
                    <a:pt x="18871" y="26444"/>
                    <a:pt x="18871" y="26623"/>
                    <a:pt x="19002" y="26670"/>
                  </a:cubicBezTo>
                  <a:lnTo>
                    <a:pt x="20741" y="27694"/>
                  </a:lnTo>
                  <a:cubicBezTo>
                    <a:pt x="20872" y="27766"/>
                    <a:pt x="21038" y="27766"/>
                    <a:pt x="21181" y="27694"/>
                  </a:cubicBezTo>
                  <a:lnTo>
                    <a:pt x="22920" y="26682"/>
                  </a:lnTo>
                  <a:cubicBezTo>
                    <a:pt x="23039" y="26635"/>
                    <a:pt x="23039" y="26468"/>
                    <a:pt x="22920" y="26432"/>
                  </a:cubicBezTo>
                  <a:close/>
                  <a:moveTo>
                    <a:pt x="23813" y="23884"/>
                  </a:moveTo>
                  <a:cubicBezTo>
                    <a:pt x="23670" y="23813"/>
                    <a:pt x="23503" y="23813"/>
                    <a:pt x="23372" y="23884"/>
                  </a:cubicBezTo>
                  <a:lnTo>
                    <a:pt x="21634" y="24884"/>
                  </a:lnTo>
                  <a:cubicBezTo>
                    <a:pt x="21503" y="24932"/>
                    <a:pt x="21503" y="25099"/>
                    <a:pt x="21634" y="25146"/>
                  </a:cubicBezTo>
                  <a:lnTo>
                    <a:pt x="23372" y="26146"/>
                  </a:lnTo>
                  <a:cubicBezTo>
                    <a:pt x="23503" y="26218"/>
                    <a:pt x="23670" y="26218"/>
                    <a:pt x="23813" y="26146"/>
                  </a:cubicBezTo>
                  <a:lnTo>
                    <a:pt x="25551" y="25158"/>
                  </a:lnTo>
                  <a:cubicBezTo>
                    <a:pt x="25682" y="25122"/>
                    <a:pt x="25682" y="24944"/>
                    <a:pt x="25551" y="24896"/>
                  </a:cubicBezTo>
                  <a:close/>
                  <a:moveTo>
                    <a:pt x="39707" y="14716"/>
                  </a:moveTo>
                  <a:cubicBezTo>
                    <a:pt x="39565" y="14645"/>
                    <a:pt x="39398" y="14645"/>
                    <a:pt x="39255" y="14716"/>
                  </a:cubicBezTo>
                  <a:lnTo>
                    <a:pt x="37529" y="15728"/>
                  </a:lnTo>
                  <a:cubicBezTo>
                    <a:pt x="37398" y="15764"/>
                    <a:pt x="37398" y="15943"/>
                    <a:pt x="37529" y="15990"/>
                  </a:cubicBezTo>
                  <a:lnTo>
                    <a:pt x="39267" y="16991"/>
                  </a:lnTo>
                  <a:cubicBezTo>
                    <a:pt x="39398" y="17062"/>
                    <a:pt x="39565" y="17062"/>
                    <a:pt x="39707" y="16991"/>
                  </a:cubicBezTo>
                  <a:lnTo>
                    <a:pt x="41446" y="15990"/>
                  </a:lnTo>
                  <a:cubicBezTo>
                    <a:pt x="41565" y="15943"/>
                    <a:pt x="41565" y="15776"/>
                    <a:pt x="41446" y="15728"/>
                  </a:cubicBezTo>
                  <a:close/>
                  <a:moveTo>
                    <a:pt x="42339" y="13192"/>
                  </a:moveTo>
                  <a:cubicBezTo>
                    <a:pt x="42196" y="13121"/>
                    <a:pt x="42029" y="13121"/>
                    <a:pt x="41886" y="13192"/>
                  </a:cubicBezTo>
                  <a:lnTo>
                    <a:pt x="40148" y="14193"/>
                  </a:lnTo>
                  <a:cubicBezTo>
                    <a:pt x="40029" y="14240"/>
                    <a:pt x="40029" y="14407"/>
                    <a:pt x="40148" y="14455"/>
                  </a:cubicBezTo>
                  <a:lnTo>
                    <a:pt x="41886" y="15455"/>
                  </a:lnTo>
                  <a:cubicBezTo>
                    <a:pt x="42029" y="15526"/>
                    <a:pt x="42196" y="15526"/>
                    <a:pt x="42339" y="15455"/>
                  </a:cubicBezTo>
                  <a:lnTo>
                    <a:pt x="44077" y="14466"/>
                  </a:lnTo>
                  <a:cubicBezTo>
                    <a:pt x="44196" y="14431"/>
                    <a:pt x="44196" y="14252"/>
                    <a:pt x="44077" y="14204"/>
                  </a:cubicBezTo>
                  <a:close/>
                  <a:moveTo>
                    <a:pt x="44970" y="11680"/>
                  </a:moveTo>
                  <a:cubicBezTo>
                    <a:pt x="44827" y="11609"/>
                    <a:pt x="44660" y="11609"/>
                    <a:pt x="44518" y="11680"/>
                  </a:cubicBezTo>
                  <a:lnTo>
                    <a:pt x="42779" y="12692"/>
                  </a:lnTo>
                  <a:cubicBezTo>
                    <a:pt x="42660" y="12728"/>
                    <a:pt x="42660" y="12907"/>
                    <a:pt x="42779" y="12942"/>
                  </a:cubicBezTo>
                  <a:lnTo>
                    <a:pt x="44518" y="13954"/>
                  </a:lnTo>
                  <a:cubicBezTo>
                    <a:pt x="44660" y="14026"/>
                    <a:pt x="44827" y="14026"/>
                    <a:pt x="44970" y="13954"/>
                  </a:cubicBezTo>
                  <a:lnTo>
                    <a:pt x="46708" y="12954"/>
                  </a:lnTo>
                  <a:cubicBezTo>
                    <a:pt x="46827" y="12907"/>
                    <a:pt x="46827" y="12740"/>
                    <a:pt x="46708" y="12704"/>
                  </a:cubicBezTo>
                  <a:close/>
                  <a:moveTo>
                    <a:pt x="47851" y="9763"/>
                  </a:moveTo>
                  <a:cubicBezTo>
                    <a:pt x="47732" y="9799"/>
                    <a:pt x="47732" y="9978"/>
                    <a:pt x="47851" y="10025"/>
                  </a:cubicBezTo>
                  <a:lnTo>
                    <a:pt x="49137" y="10764"/>
                  </a:lnTo>
                  <a:cubicBezTo>
                    <a:pt x="49280" y="10835"/>
                    <a:pt x="49447" y="10835"/>
                    <a:pt x="49578" y="10764"/>
                  </a:cubicBezTo>
                  <a:lnTo>
                    <a:pt x="51328" y="9763"/>
                  </a:lnTo>
                  <a:cubicBezTo>
                    <a:pt x="51447" y="9716"/>
                    <a:pt x="51447" y="9549"/>
                    <a:pt x="51328" y="9502"/>
                  </a:cubicBezTo>
                  <a:lnTo>
                    <a:pt x="50042" y="8751"/>
                  </a:lnTo>
                  <a:cubicBezTo>
                    <a:pt x="49899" y="8680"/>
                    <a:pt x="49732" y="8680"/>
                    <a:pt x="49590" y="8751"/>
                  </a:cubicBezTo>
                  <a:close/>
                  <a:moveTo>
                    <a:pt x="49578" y="10764"/>
                  </a:moveTo>
                  <a:cubicBezTo>
                    <a:pt x="49459" y="10799"/>
                    <a:pt x="49459" y="10978"/>
                    <a:pt x="49578" y="11014"/>
                  </a:cubicBezTo>
                  <a:lnTo>
                    <a:pt x="50864" y="11764"/>
                  </a:lnTo>
                  <a:cubicBezTo>
                    <a:pt x="51006" y="11835"/>
                    <a:pt x="51173" y="11835"/>
                    <a:pt x="51316" y="11764"/>
                  </a:cubicBezTo>
                  <a:lnTo>
                    <a:pt x="53054" y="10764"/>
                  </a:lnTo>
                  <a:cubicBezTo>
                    <a:pt x="53173" y="10716"/>
                    <a:pt x="53173" y="10549"/>
                    <a:pt x="53054" y="10502"/>
                  </a:cubicBezTo>
                  <a:lnTo>
                    <a:pt x="51768" y="9752"/>
                  </a:lnTo>
                  <a:cubicBezTo>
                    <a:pt x="51626" y="9680"/>
                    <a:pt x="51459" y="9680"/>
                    <a:pt x="51316" y="9752"/>
                  </a:cubicBezTo>
                  <a:close/>
                  <a:moveTo>
                    <a:pt x="49232" y="11216"/>
                  </a:moveTo>
                  <a:cubicBezTo>
                    <a:pt x="49090" y="11156"/>
                    <a:pt x="48923" y="11156"/>
                    <a:pt x="48780" y="11216"/>
                  </a:cubicBezTo>
                  <a:lnTo>
                    <a:pt x="47054" y="12228"/>
                  </a:lnTo>
                  <a:cubicBezTo>
                    <a:pt x="46923" y="12264"/>
                    <a:pt x="46923" y="12442"/>
                    <a:pt x="47054" y="12478"/>
                  </a:cubicBezTo>
                  <a:lnTo>
                    <a:pt x="48339" y="13228"/>
                  </a:lnTo>
                  <a:cubicBezTo>
                    <a:pt x="48470" y="13300"/>
                    <a:pt x="48637" y="13300"/>
                    <a:pt x="48780" y="13228"/>
                  </a:cubicBezTo>
                  <a:lnTo>
                    <a:pt x="50518" y="12228"/>
                  </a:lnTo>
                  <a:cubicBezTo>
                    <a:pt x="50637" y="12180"/>
                    <a:pt x="50637" y="12014"/>
                    <a:pt x="50518" y="11966"/>
                  </a:cubicBezTo>
                  <a:close/>
                  <a:moveTo>
                    <a:pt x="54293" y="8299"/>
                  </a:moveTo>
                  <a:cubicBezTo>
                    <a:pt x="54150" y="8228"/>
                    <a:pt x="53995" y="8228"/>
                    <a:pt x="53852" y="8299"/>
                  </a:cubicBezTo>
                  <a:lnTo>
                    <a:pt x="52114" y="9299"/>
                  </a:lnTo>
                  <a:cubicBezTo>
                    <a:pt x="51983" y="9347"/>
                    <a:pt x="51983" y="9513"/>
                    <a:pt x="52114" y="9561"/>
                  </a:cubicBezTo>
                  <a:lnTo>
                    <a:pt x="53400" y="10299"/>
                  </a:lnTo>
                  <a:cubicBezTo>
                    <a:pt x="53531" y="10371"/>
                    <a:pt x="53697" y="10371"/>
                    <a:pt x="53840" y="10299"/>
                  </a:cubicBezTo>
                  <a:lnTo>
                    <a:pt x="55578" y="9299"/>
                  </a:lnTo>
                  <a:cubicBezTo>
                    <a:pt x="55698" y="9251"/>
                    <a:pt x="55698" y="9085"/>
                    <a:pt x="55578" y="9037"/>
                  </a:cubicBezTo>
                  <a:close/>
                  <a:moveTo>
                    <a:pt x="26575" y="19312"/>
                  </a:moveTo>
                  <a:cubicBezTo>
                    <a:pt x="26432" y="19241"/>
                    <a:pt x="26265" y="19241"/>
                    <a:pt x="26122" y="19312"/>
                  </a:cubicBezTo>
                  <a:lnTo>
                    <a:pt x="24384" y="20312"/>
                  </a:lnTo>
                  <a:cubicBezTo>
                    <a:pt x="24265" y="20348"/>
                    <a:pt x="24265" y="20527"/>
                    <a:pt x="24384" y="20574"/>
                  </a:cubicBezTo>
                  <a:lnTo>
                    <a:pt x="26122" y="21574"/>
                  </a:lnTo>
                  <a:cubicBezTo>
                    <a:pt x="26265" y="21646"/>
                    <a:pt x="26432" y="21646"/>
                    <a:pt x="26575" y="21574"/>
                  </a:cubicBezTo>
                  <a:lnTo>
                    <a:pt x="28313" y="20574"/>
                  </a:lnTo>
                  <a:cubicBezTo>
                    <a:pt x="28432" y="20527"/>
                    <a:pt x="28432" y="20360"/>
                    <a:pt x="28313" y="20312"/>
                  </a:cubicBezTo>
                  <a:close/>
                  <a:moveTo>
                    <a:pt x="29206" y="17788"/>
                  </a:moveTo>
                  <a:cubicBezTo>
                    <a:pt x="29063" y="17717"/>
                    <a:pt x="28897" y="17717"/>
                    <a:pt x="28766" y="17788"/>
                  </a:cubicBezTo>
                  <a:lnTo>
                    <a:pt x="27015" y="18788"/>
                  </a:lnTo>
                  <a:cubicBezTo>
                    <a:pt x="26896" y="18836"/>
                    <a:pt x="26896" y="19015"/>
                    <a:pt x="27015" y="19050"/>
                  </a:cubicBezTo>
                  <a:lnTo>
                    <a:pt x="28766" y="20050"/>
                  </a:lnTo>
                  <a:cubicBezTo>
                    <a:pt x="28897" y="20122"/>
                    <a:pt x="29063" y="20122"/>
                    <a:pt x="29206" y="20050"/>
                  </a:cubicBezTo>
                  <a:lnTo>
                    <a:pt x="30944" y="19050"/>
                  </a:lnTo>
                  <a:cubicBezTo>
                    <a:pt x="31063" y="19003"/>
                    <a:pt x="31063" y="18836"/>
                    <a:pt x="30944" y="18788"/>
                  </a:cubicBezTo>
                  <a:close/>
                  <a:moveTo>
                    <a:pt x="31837" y="16264"/>
                  </a:moveTo>
                  <a:cubicBezTo>
                    <a:pt x="31695" y="16205"/>
                    <a:pt x="31528" y="16205"/>
                    <a:pt x="31397" y="16264"/>
                  </a:cubicBezTo>
                  <a:lnTo>
                    <a:pt x="29659" y="17276"/>
                  </a:lnTo>
                  <a:cubicBezTo>
                    <a:pt x="29539" y="17312"/>
                    <a:pt x="29539" y="17479"/>
                    <a:pt x="29659" y="17526"/>
                  </a:cubicBezTo>
                  <a:lnTo>
                    <a:pt x="31397" y="18538"/>
                  </a:lnTo>
                  <a:cubicBezTo>
                    <a:pt x="31540" y="18598"/>
                    <a:pt x="31706" y="18598"/>
                    <a:pt x="31849" y="18538"/>
                  </a:cubicBezTo>
                  <a:lnTo>
                    <a:pt x="33588" y="17526"/>
                  </a:lnTo>
                  <a:cubicBezTo>
                    <a:pt x="33707" y="17479"/>
                    <a:pt x="33707" y="17312"/>
                    <a:pt x="33588" y="17276"/>
                  </a:cubicBezTo>
                  <a:close/>
                  <a:moveTo>
                    <a:pt x="34481" y="14740"/>
                  </a:moveTo>
                  <a:cubicBezTo>
                    <a:pt x="34338" y="14669"/>
                    <a:pt x="34171" y="14669"/>
                    <a:pt x="34028" y="14740"/>
                  </a:cubicBezTo>
                  <a:lnTo>
                    <a:pt x="32290" y="15740"/>
                  </a:lnTo>
                  <a:cubicBezTo>
                    <a:pt x="32171" y="15788"/>
                    <a:pt x="32171" y="15955"/>
                    <a:pt x="32290" y="16002"/>
                  </a:cubicBezTo>
                  <a:lnTo>
                    <a:pt x="34028" y="17002"/>
                  </a:lnTo>
                  <a:cubicBezTo>
                    <a:pt x="34171" y="17074"/>
                    <a:pt x="34338" y="17074"/>
                    <a:pt x="34481" y="17002"/>
                  </a:cubicBezTo>
                  <a:lnTo>
                    <a:pt x="36219" y="16002"/>
                  </a:lnTo>
                  <a:cubicBezTo>
                    <a:pt x="36338" y="15955"/>
                    <a:pt x="36338" y="15788"/>
                    <a:pt x="36219" y="15740"/>
                  </a:cubicBezTo>
                  <a:close/>
                  <a:moveTo>
                    <a:pt x="37112" y="13216"/>
                  </a:moveTo>
                  <a:cubicBezTo>
                    <a:pt x="36969" y="13145"/>
                    <a:pt x="36802" y="13145"/>
                    <a:pt x="36659" y="13216"/>
                  </a:cubicBezTo>
                  <a:lnTo>
                    <a:pt x="34921" y="14228"/>
                  </a:lnTo>
                  <a:cubicBezTo>
                    <a:pt x="34802" y="14264"/>
                    <a:pt x="34802" y="14443"/>
                    <a:pt x="34921" y="14478"/>
                  </a:cubicBezTo>
                  <a:lnTo>
                    <a:pt x="36659" y="15490"/>
                  </a:lnTo>
                  <a:cubicBezTo>
                    <a:pt x="36802" y="15562"/>
                    <a:pt x="36969" y="15562"/>
                    <a:pt x="37112" y="15490"/>
                  </a:cubicBezTo>
                  <a:lnTo>
                    <a:pt x="38850" y="14478"/>
                  </a:lnTo>
                  <a:cubicBezTo>
                    <a:pt x="38969" y="14443"/>
                    <a:pt x="38969" y="14264"/>
                    <a:pt x="38850" y="14228"/>
                  </a:cubicBezTo>
                  <a:close/>
                  <a:moveTo>
                    <a:pt x="39743" y="11704"/>
                  </a:moveTo>
                  <a:cubicBezTo>
                    <a:pt x="39600" y="11633"/>
                    <a:pt x="39434" y="11633"/>
                    <a:pt x="39291" y="11704"/>
                  </a:cubicBezTo>
                  <a:lnTo>
                    <a:pt x="37552" y="12704"/>
                  </a:lnTo>
                  <a:cubicBezTo>
                    <a:pt x="37433" y="12752"/>
                    <a:pt x="37433" y="12919"/>
                    <a:pt x="37552" y="12966"/>
                  </a:cubicBezTo>
                  <a:lnTo>
                    <a:pt x="39291" y="13966"/>
                  </a:lnTo>
                  <a:cubicBezTo>
                    <a:pt x="39434" y="14038"/>
                    <a:pt x="39600" y="14038"/>
                    <a:pt x="39743" y="13966"/>
                  </a:cubicBezTo>
                  <a:lnTo>
                    <a:pt x="41481" y="12966"/>
                  </a:lnTo>
                  <a:cubicBezTo>
                    <a:pt x="41601" y="12919"/>
                    <a:pt x="41601" y="12752"/>
                    <a:pt x="41481" y="12704"/>
                  </a:cubicBezTo>
                  <a:close/>
                  <a:moveTo>
                    <a:pt x="42374" y="10180"/>
                  </a:moveTo>
                  <a:cubicBezTo>
                    <a:pt x="42232" y="10109"/>
                    <a:pt x="42065" y="10109"/>
                    <a:pt x="41922" y="10180"/>
                  </a:cubicBezTo>
                  <a:lnTo>
                    <a:pt x="40184" y="11180"/>
                  </a:lnTo>
                  <a:cubicBezTo>
                    <a:pt x="40065" y="11228"/>
                    <a:pt x="40065" y="11395"/>
                    <a:pt x="40184" y="11442"/>
                  </a:cubicBezTo>
                  <a:lnTo>
                    <a:pt x="41922" y="12442"/>
                  </a:lnTo>
                  <a:cubicBezTo>
                    <a:pt x="42065" y="12514"/>
                    <a:pt x="42232" y="12514"/>
                    <a:pt x="42374" y="12442"/>
                  </a:cubicBezTo>
                  <a:lnTo>
                    <a:pt x="44113" y="11442"/>
                  </a:lnTo>
                  <a:cubicBezTo>
                    <a:pt x="44232" y="11407"/>
                    <a:pt x="44232" y="11228"/>
                    <a:pt x="44113" y="11180"/>
                  </a:cubicBezTo>
                  <a:close/>
                  <a:moveTo>
                    <a:pt x="18681" y="23860"/>
                  </a:moveTo>
                  <a:cubicBezTo>
                    <a:pt x="18550" y="23789"/>
                    <a:pt x="18383" y="23789"/>
                    <a:pt x="18240" y="23860"/>
                  </a:cubicBezTo>
                  <a:lnTo>
                    <a:pt x="16502" y="24861"/>
                  </a:lnTo>
                  <a:cubicBezTo>
                    <a:pt x="16383" y="24908"/>
                    <a:pt x="16383" y="25075"/>
                    <a:pt x="16502" y="25122"/>
                  </a:cubicBezTo>
                  <a:lnTo>
                    <a:pt x="18240" y="26123"/>
                  </a:lnTo>
                  <a:cubicBezTo>
                    <a:pt x="18383" y="26194"/>
                    <a:pt x="18550" y="26194"/>
                    <a:pt x="18681" y="26123"/>
                  </a:cubicBezTo>
                  <a:lnTo>
                    <a:pt x="20431" y="25122"/>
                  </a:lnTo>
                  <a:cubicBezTo>
                    <a:pt x="20550" y="25075"/>
                    <a:pt x="20550" y="24896"/>
                    <a:pt x="20431" y="2486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7" name="Google Shape;1587;p18"/>
            <p:cNvSpPr/>
            <p:nvPr/>
          </p:nvSpPr>
          <p:spPr>
            <a:xfrm>
              <a:off x="2536757" y="3304993"/>
              <a:ext cx="65400" cy="37372"/>
            </a:xfrm>
            <a:custGeom>
              <a:avLst/>
              <a:gdLst/>
              <a:ahLst/>
              <a:cxnLst/>
              <a:rect l="l" t="t" r="r" b="b"/>
              <a:pathLst>
                <a:path w="2002" h="1144" extrusionOk="0">
                  <a:moveTo>
                    <a:pt x="1001" y="0"/>
                  </a:moveTo>
                  <a:cubicBezTo>
                    <a:pt x="441" y="0"/>
                    <a:pt x="1" y="250"/>
                    <a:pt x="1" y="572"/>
                  </a:cubicBezTo>
                  <a:cubicBezTo>
                    <a:pt x="1" y="881"/>
                    <a:pt x="441" y="1143"/>
                    <a:pt x="1001" y="1143"/>
                  </a:cubicBezTo>
                  <a:cubicBezTo>
                    <a:pt x="1549" y="1143"/>
                    <a:pt x="2001" y="881"/>
                    <a:pt x="2001" y="572"/>
                  </a:cubicBezTo>
                  <a:cubicBezTo>
                    <a:pt x="2001" y="250"/>
                    <a:pt x="1549" y="0"/>
                    <a:pt x="1001" y="0"/>
                  </a:cubicBezTo>
                  <a:close/>
                </a:path>
              </a:pathLst>
            </a:custGeom>
            <a:solidFill>
              <a:srgbClr val="1311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" name="Google Shape;1588;p18"/>
            <p:cNvSpPr/>
            <p:nvPr/>
          </p:nvSpPr>
          <p:spPr>
            <a:xfrm>
              <a:off x="2541429" y="3307705"/>
              <a:ext cx="56057" cy="31916"/>
            </a:xfrm>
            <a:custGeom>
              <a:avLst/>
              <a:gdLst/>
              <a:ahLst/>
              <a:cxnLst/>
              <a:rect l="l" t="t" r="r" b="b"/>
              <a:pathLst>
                <a:path w="1716" h="977" extrusionOk="0">
                  <a:moveTo>
                    <a:pt x="858" y="0"/>
                  </a:moveTo>
                  <a:cubicBezTo>
                    <a:pt x="382" y="0"/>
                    <a:pt x="1" y="215"/>
                    <a:pt x="1" y="489"/>
                  </a:cubicBezTo>
                  <a:cubicBezTo>
                    <a:pt x="1" y="751"/>
                    <a:pt x="382" y="977"/>
                    <a:pt x="858" y="977"/>
                  </a:cubicBezTo>
                  <a:cubicBezTo>
                    <a:pt x="1322" y="977"/>
                    <a:pt x="1715" y="751"/>
                    <a:pt x="1715" y="489"/>
                  </a:cubicBezTo>
                  <a:cubicBezTo>
                    <a:pt x="1715" y="227"/>
                    <a:pt x="1334" y="0"/>
                    <a:pt x="858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1589;p18"/>
            <p:cNvSpPr/>
            <p:nvPr/>
          </p:nvSpPr>
          <p:spPr>
            <a:xfrm>
              <a:off x="1095361" y="3820704"/>
              <a:ext cx="2485409" cy="912109"/>
            </a:xfrm>
            <a:custGeom>
              <a:avLst/>
              <a:gdLst/>
              <a:ahLst/>
              <a:cxnLst/>
              <a:rect l="l" t="t" r="r" b="b"/>
              <a:pathLst>
                <a:path w="76082" h="27921" extrusionOk="0">
                  <a:moveTo>
                    <a:pt x="24" y="9681"/>
                  </a:moveTo>
                  <a:lnTo>
                    <a:pt x="24" y="10633"/>
                  </a:lnTo>
                  <a:cubicBezTo>
                    <a:pt x="0" y="11002"/>
                    <a:pt x="227" y="11371"/>
                    <a:pt x="715" y="11657"/>
                  </a:cubicBezTo>
                  <a:lnTo>
                    <a:pt x="27956" y="27385"/>
                  </a:lnTo>
                  <a:cubicBezTo>
                    <a:pt x="28897" y="27921"/>
                    <a:pt x="30421" y="27921"/>
                    <a:pt x="31361" y="27385"/>
                  </a:cubicBezTo>
                  <a:lnTo>
                    <a:pt x="75379" y="1965"/>
                  </a:lnTo>
                  <a:cubicBezTo>
                    <a:pt x="75617" y="1846"/>
                    <a:pt x="75819" y="1656"/>
                    <a:pt x="75962" y="1418"/>
                  </a:cubicBezTo>
                  <a:cubicBezTo>
                    <a:pt x="76022" y="1251"/>
                    <a:pt x="76057" y="1144"/>
                    <a:pt x="76081" y="1096"/>
                  </a:cubicBezTo>
                  <a:lnTo>
                    <a:pt x="76081" y="1096"/>
                  </a:lnTo>
                  <a:cubicBezTo>
                    <a:pt x="76081" y="1096"/>
                    <a:pt x="76081" y="1084"/>
                    <a:pt x="76081" y="1084"/>
                  </a:cubicBezTo>
                  <a:lnTo>
                    <a:pt x="76081" y="1"/>
                  </a:lnTo>
                  <a:cubicBezTo>
                    <a:pt x="76069" y="346"/>
                    <a:pt x="75831" y="679"/>
                    <a:pt x="75379" y="941"/>
                  </a:cubicBezTo>
                  <a:lnTo>
                    <a:pt x="31361" y="26361"/>
                  </a:lnTo>
                  <a:cubicBezTo>
                    <a:pt x="30421" y="26897"/>
                    <a:pt x="28897" y="26897"/>
                    <a:pt x="27956" y="26361"/>
                  </a:cubicBezTo>
                  <a:lnTo>
                    <a:pt x="727" y="10633"/>
                  </a:lnTo>
                  <a:cubicBezTo>
                    <a:pt x="262" y="10371"/>
                    <a:pt x="36" y="10026"/>
                    <a:pt x="24" y="968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90" name="Google Shape;1590;p18"/>
            <p:cNvGrpSpPr/>
            <p:nvPr/>
          </p:nvGrpSpPr>
          <p:grpSpPr>
            <a:xfrm>
              <a:off x="1592871" y="2098194"/>
              <a:ext cx="1653825" cy="1903274"/>
              <a:chOff x="2544350" y="1545750"/>
              <a:chExt cx="1265650" cy="1456550"/>
            </a:xfrm>
          </p:grpSpPr>
          <p:sp>
            <p:nvSpPr>
              <p:cNvPr id="1591" name="Google Shape;1591;p18"/>
              <p:cNvSpPr/>
              <p:nvPr/>
            </p:nvSpPr>
            <p:spPr>
              <a:xfrm>
                <a:off x="2544350" y="1545750"/>
                <a:ext cx="1260300" cy="1453575"/>
              </a:xfrm>
              <a:custGeom>
                <a:avLst/>
                <a:gdLst/>
                <a:ahLst/>
                <a:cxnLst/>
                <a:rect l="l" t="t" r="r" b="b"/>
                <a:pathLst>
                  <a:path w="50412" h="58143" extrusionOk="0">
                    <a:moveTo>
                      <a:pt x="49800" y="0"/>
                    </a:moveTo>
                    <a:cubicBezTo>
                      <a:pt x="49754" y="0"/>
                      <a:pt x="49711" y="9"/>
                      <a:pt x="49674" y="29"/>
                    </a:cubicBezTo>
                    <a:lnTo>
                      <a:pt x="72" y="28651"/>
                    </a:lnTo>
                    <a:cubicBezTo>
                      <a:pt x="36" y="28675"/>
                      <a:pt x="1" y="28723"/>
                      <a:pt x="1" y="28770"/>
                    </a:cubicBezTo>
                    <a:lnTo>
                      <a:pt x="1" y="57619"/>
                    </a:lnTo>
                    <a:cubicBezTo>
                      <a:pt x="1" y="57833"/>
                      <a:pt x="560" y="58143"/>
                      <a:pt x="560" y="58143"/>
                    </a:cubicBezTo>
                    <a:lnTo>
                      <a:pt x="560" y="29115"/>
                    </a:lnTo>
                    <a:cubicBezTo>
                      <a:pt x="560" y="29068"/>
                      <a:pt x="584" y="29020"/>
                      <a:pt x="632" y="28984"/>
                    </a:cubicBezTo>
                    <a:lnTo>
                      <a:pt x="50412" y="267"/>
                    </a:lnTo>
                    <a:cubicBezTo>
                      <a:pt x="50412" y="267"/>
                      <a:pt x="50060" y="0"/>
                      <a:pt x="4980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A0FDF1">
                      <a:alpha val="41568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2" name="Google Shape;1592;p18"/>
              <p:cNvSpPr/>
              <p:nvPr/>
            </p:nvSpPr>
            <p:spPr>
              <a:xfrm>
                <a:off x="2558050" y="1551500"/>
                <a:ext cx="1251950" cy="1450800"/>
              </a:xfrm>
              <a:custGeom>
                <a:avLst/>
                <a:gdLst/>
                <a:ahLst/>
                <a:cxnLst/>
                <a:rect l="l" t="t" r="r" b="b"/>
                <a:pathLst>
                  <a:path w="50078" h="58032" extrusionOk="0">
                    <a:moveTo>
                      <a:pt x="0" y="28885"/>
                    </a:moveTo>
                    <a:lnTo>
                      <a:pt x="0" y="57865"/>
                    </a:lnTo>
                    <a:cubicBezTo>
                      <a:pt x="12" y="57972"/>
                      <a:pt x="131" y="58032"/>
                      <a:pt x="227" y="57984"/>
                    </a:cubicBezTo>
                    <a:lnTo>
                      <a:pt x="50007" y="29207"/>
                    </a:lnTo>
                    <a:cubicBezTo>
                      <a:pt x="50054" y="29183"/>
                      <a:pt x="50078" y="29135"/>
                      <a:pt x="50078" y="29088"/>
                    </a:cubicBezTo>
                    <a:lnTo>
                      <a:pt x="50042" y="180"/>
                    </a:lnTo>
                    <a:cubicBezTo>
                      <a:pt x="50030" y="72"/>
                      <a:pt x="49923" y="1"/>
                      <a:pt x="49828" y="60"/>
                    </a:cubicBezTo>
                    <a:lnTo>
                      <a:pt x="84" y="28766"/>
                    </a:lnTo>
                    <a:cubicBezTo>
                      <a:pt x="36" y="28790"/>
                      <a:pt x="12" y="28838"/>
                      <a:pt x="0" y="28885"/>
                    </a:cubicBezTo>
                    <a:close/>
                  </a:path>
                </a:pathLst>
              </a:custGeom>
              <a:gradFill>
                <a:gsLst>
                  <a:gs pos="0">
                    <a:srgbClr val="A0FDF1">
                      <a:alpha val="41568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3" name="Google Shape;1593;p18"/>
              <p:cNvSpPr/>
              <p:nvPr/>
            </p:nvSpPr>
            <p:spPr>
              <a:xfrm>
                <a:off x="2603000" y="1935475"/>
                <a:ext cx="1179025" cy="965025"/>
              </a:xfrm>
              <a:custGeom>
                <a:avLst/>
                <a:gdLst/>
                <a:ahLst/>
                <a:cxnLst/>
                <a:rect l="l" t="t" r="r" b="b"/>
                <a:pathLst>
                  <a:path w="47161" h="38601" extrusionOk="0">
                    <a:moveTo>
                      <a:pt x="44303" y="1"/>
                    </a:moveTo>
                    <a:lnTo>
                      <a:pt x="43410" y="501"/>
                    </a:lnTo>
                    <a:lnTo>
                      <a:pt x="43387" y="1501"/>
                    </a:lnTo>
                    <a:lnTo>
                      <a:pt x="43387" y="1501"/>
                    </a:lnTo>
                    <a:lnTo>
                      <a:pt x="43708" y="1323"/>
                    </a:lnTo>
                    <a:cubicBezTo>
                      <a:pt x="43720" y="1215"/>
                      <a:pt x="43779" y="1120"/>
                      <a:pt x="43875" y="1073"/>
                    </a:cubicBezTo>
                    <a:cubicBezTo>
                      <a:pt x="43904" y="1055"/>
                      <a:pt x="43931" y="1046"/>
                      <a:pt x="43954" y="1046"/>
                    </a:cubicBezTo>
                    <a:cubicBezTo>
                      <a:pt x="43976" y="1046"/>
                      <a:pt x="43994" y="1055"/>
                      <a:pt x="44006" y="1073"/>
                    </a:cubicBezTo>
                    <a:cubicBezTo>
                      <a:pt x="44029" y="1144"/>
                      <a:pt x="44041" y="1215"/>
                      <a:pt x="44041" y="1287"/>
                    </a:cubicBezTo>
                    <a:cubicBezTo>
                      <a:pt x="44041" y="1358"/>
                      <a:pt x="44029" y="1430"/>
                      <a:pt x="44029" y="1501"/>
                    </a:cubicBezTo>
                    <a:cubicBezTo>
                      <a:pt x="44018" y="1549"/>
                      <a:pt x="44006" y="1596"/>
                      <a:pt x="43982" y="1644"/>
                    </a:cubicBezTo>
                    <a:cubicBezTo>
                      <a:pt x="43958" y="1692"/>
                      <a:pt x="43922" y="1727"/>
                      <a:pt x="43875" y="1751"/>
                    </a:cubicBezTo>
                    <a:cubicBezTo>
                      <a:pt x="43845" y="1763"/>
                      <a:pt x="43821" y="1769"/>
                      <a:pt x="43802" y="1769"/>
                    </a:cubicBezTo>
                    <a:cubicBezTo>
                      <a:pt x="43782" y="1769"/>
                      <a:pt x="43768" y="1763"/>
                      <a:pt x="43756" y="1751"/>
                    </a:cubicBezTo>
                    <a:cubicBezTo>
                      <a:pt x="43732" y="1680"/>
                      <a:pt x="43720" y="1620"/>
                      <a:pt x="43720" y="1549"/>
                    </a:cubicBezTo>
                    <a:lnTo>
                      <a:pt x="43363" y="1751"/>
                    </a:lnTo>
                    <a:cubicBezTo>
                      <a:pt x="43363" y="1835"/>
                      <a:pt x="43375" y="1930"/>
                      <a:pt x="43398" y="2013"/>
                    </a:cubicBezTo>
                    <a:cubicBezTo>
                      <a:pt x="43422" y="2073"/>
                      <a:pt x="43482" y="2108"/>
                      <a:pt x="43553" y="2108"/>
                    </a:cubicBezTo>
                    <a:cubicBezTo>
                      <a:pt x="43660" y="2096"/>
                      <a:pt x="43756" y="2061"/>
                      <a:pt x="43851" y="2001"/>
                    </a:cubicBezTo>
                    <a:cubicBezTo>
                      <a:pt x="43982" y="1942"/>
                      <a:pt x="44089" y="1846"/>
                      <a:pt x="44184" y="1739"/>
                    </a:cubicBezTo>
                    <a:cubicBezTo>
                      <a:pt x="44256" y="1656"/>
                      <a:pt x="44303" y="1549"/>
                      <a:pt x="44339" y="1442"/>
                    </a:cubicBezTo>
                    <a:cubicBezTo>
                      <a:pt x="44363" y="1323"/>
                      <a:pt x="44375" y="1204"/>
                      <a:pt x="44375" y="1084"/>
                    </a:cubicBezTo>
                    <a:cubicBezTo>
                      <a:pt x="44399" y="953"/>
                      <a:pt x="44351" y="834"/>
                      <a:pt x="44280" y="739"/>
                    </a:cubicBezTo>
                    <a:cubicBezTo>
                      <a:pt x="44249" y="713"/>
                      <a:pt x="44211" y="701"/>
                      <a:pt x="44169" y="701"/>
                    </a:cubicBezTo>
                    <a:cubicBezTo>
                      <a:pt x="44113" y="701"/>
                      <a:pt x="44049" y="722"/>
                      <a:pt x="43982" y="763"/>
                    </a:cubicBezTo>
                    <a:cubicBezTo>
                      <a:pt x="43910" y="799"/>
                      <a:pt x="43851" y="834"/>
                      <a:pt x="43803" y="882"/>
                    </a:cubicBezTo>
                    <a:cubicBezTo>
                      <a:pt x="43756" y="918"/>
                      <a:pt x="43720" y="965"/>
                      <a:pt x="43684" y="1013"/>
                    </a:cubicBezTo>
                    <a:lnTo>
                      <a:pt x="43708" y="620"/>
                    </a:lnTo>
                    <a:lnTo>
                      <a:pt x="44303" y="287"/>
                    </a:lnTo>
                    <a:lnTo>
                      <a:pt x="44303" y="1"/>
                    </a:lnTo>
                    <a:close/>
                    <a:moveTo>
                      <a:pt x="42962" y="796"/>
                    </a:moveTo>
                    <a:cubicBezTo>
                      <a:pt x="42842" y="796"/>
                      <a:pt x="42727" y="824"/>
                      <a:pt x="42636" y="894"/>
                    </a:cubicBezTo>
                    <a:cubicBezTo>
                      <a:pt x="42482" y="977"/>
                      <a:pt x="42351" y="1096"/>
                      <a:pt x="42255" y="1239"/>
                    </a:cubicBezTo>
                    <a:cubicBezTo>
                      <a:pt x="42160" y="1358"/>
                      <a:pt x="42113" y="1513"/>
                      <a:pt x="42113" y="1656"/>
                    </a:cubicBezTo>
                    <a:lnTo>
                      <a:pt x="42113" y="1751"/>
                    </a:lnTo>
                    <a:lnTo>
                      <a:pt x="42482" y="1549"/>
                    </a:lnTo>
                    <a:lnTo>
                      <a:pt x="42482" y="1465"/>
                    </a:lnTo>
                    <a:cubicBezTo>
                      <a:pt x="42470" y="1406"/>
                      <a:pt x="42482" y="1334"/>
                      <a:pt x="42505" y="1275"/>
                    </a:cubicBezTo>
                    <a:cubicBezTo>
                      <a:pt x="42529" y="1227"/>
                      <a:pt x="42577" y="1180"/>
                      <a:pt x="42625" y="1156"/>
                    </a:cubicBezTo>
                    <a:cubicBezTo>
                      <a:pt x="42657" y="1136"/>
                      <a:pt x="42686" y="1127"/>
                      <a:pt x="42710" y="1127"/>
                    </a:cubicBezTo>
                    <a:cubicBezTo>
                      <a:pt x="42729" y="1127"/>
                      <a:pt x="42745" y="1133"/>
                      <a:pt x="42756" y="1144"/>
                    </a:cubicBezTo>
                    <a:cubicBezTo>
                      <a:pt x="42779" y="1180"/>
                      <a:pt x="42791" y="1239"/>
                      <a:pt x="42791" y="1287"/>
                    </a:cubicBezTo>
                    <a:cubicBezTo>
                      <a:pt x="42791" y="1370"/>
                      <a:pt x="42779" y="1442"/>
                      <a:pt x="42744" y="1513"/>
                    </a:cubicBezTo>
                    <a:cubicBezTo>
                      <a:pt x="42696" y="1573"/>
                      <a:pt x="42636" y="1632"/>
                      <a:pt x="42565" y="1668"/>
                    </a:cubicBezTo>
                    <a:lnTo>
                      <a:pt x="42505" y="1704"/>
                    </a:lnTo>
                    <a:lnTo>
                      <a:pt x="42505" y="1942"/>
                    </a:lnTo>
                    <a:lnTo>
                      <a:pt x="42577" y="1906"/>
                    </a:lnTo>
                    <a:cubicBezTo>
                      <a:pt x="42619" y="1878"/>
                      <a:pt x="42657" y="1867"/>
                      <a:pt x="42688" y="1867"/>
                    </a:cubicBezTo>
                    <a:cubicBezTo>
                      <a:pt x="42710" y="1867"/>
                      <a:pt x="42729" y="1872"/>
                      <a:pt x="42744" y="1882"/>
                    </a:cubicBezTo>
                    <a:cubicBezTo>
                      <a:pt x="42779" y="1930"/>
                      <a:pt x="42791" y="2001"/>
                      <a:pt x="42791" y="2061"/>
                    </a:cubicBezTo>
                    <a:cubicBezTo>
                      <a:pt x="42791" y="2132"/>
                      <a:pt x="42779" y="2204"/>
                      <a:pt x="42756" y="2263"/>
                    </a:cubicBezTo>
                    <a:cubicBezTo>
                      <a:pt x="42732" y="2323"/>
                      <a:pt x="42684" y="2370"/>
                      <a:pt x="42636" y="2394"/>
                    </a:cubicBezTo>
                    <a:cubicBezTo>
                      <a:pt x="42604" y="2414"/>
                      <a:pt x="42578" y="2423"/>
                      <a:pt x="42558" y="2423"/>
                    </a:cubicBezTo>
                    <a:cubicBezTo>
                      <a:pt x="42541" y="2423"/>
                      <a:pt x="42528" y="2417"/>
                      <a:pt x="42517" y="2406"/>
                    </a:cubicBezTo>
                    <a:cubicBezTo>
                      <a:pt x="42482" y="2358"/>
                      <a:pt x="42470" y="2299"/>
                      <a:pt x="42470" y="2239"/>
                    </a:cubicBezTo>
                    <a:lnTo>
                      <a:pt x="42470" y="2180"/>
                    </a:lnTo>
                    <a:lnTo>
                      <a:pt x="42101" y="2382"/>
                    </a:lnTo>
                    <a:lnTo>
                      <a:pt x="42101" y="2442"/>
                    </a:lnTo>
                    <a:cubicBezTo>
                      <a:pt x="42101" y="2608"/>
                      <a:pt x="42148" y="2716"/>
                      <a:pt x="42232" y="2763"/>
                    </a:cubicBezTo>
                    <a:cubicBezTo>
                      <a:pt x="42257" y="2777"/>
                      <a:pt x="42286" y="2784"/>
                      <a:pt x="42319" y="2784"/>
                    </a:cubicBezTo>
                    <a:cubicBezTo>
                      <a:pt x="42398" y="2784"/>
                      <a:pt x="42503" y="2747"/>
                      <a:pt x="42636" y="2680"/>
                    </a:cubicBezTo>
                    <a:cubicBezTo>
                      <a:pt x="42803" y="2597"/>
                      <a:pt x="42934" y="2466"/>
                      <a:pt x="43041" y="2311"/>
                    </a:cubicBezTo>
                    <a:cubicBezTo>
                      <a:pt x="43125" y="2180"/>
                      <a:pt x="43160" y="2013"/>
                      <a:pt x="43160" y="1858"/>
                    </a:cubicBezTo>
                    <a:cubicBezTo>
                      <a:pt x="43160" y="1666"/>
                      <a:pt x="43100" y="1577"/>
                      <a:pt x="42986" y="1577"/>
                    </a:cubicBezTo>
                    <a:cubicBezTo>
                      <a:pt x="42966" y="1577"/>
                      <a:pt x="42945" y="1579"/>
                      <a:pt x="42922" y="1585"/>
                    </a:cubicBezTo>
                    <a:cubicBezTo>
                      <a:pt x="43065" y="1454"/>
                      <a:pt x="43160" y="1263"/>
                      <a:pt x="43160" y="1073"/>
                    </a:cubicBezTo>
                    <a:cubicBezTo>
                      <a:pt x="43160" y="918"/>
                      <a:pt x="43113" y="834"/>
                      <a:pt x="43029" y="799"/>
                    </a:cubicBezTo>
                    <a:cubicBezTo>
                      <a:pt x="43007" y="797"/>
                      <a:pt x="42984" y="796"/>
                      <a:pt x="42962" y="796"/>
                    </a:cubicBezTo>
                    <a:close/>
                    <a:moveTo>
                      <a:pt x="41434" y="1930"/>
                    </a:moveTo>
                    <a:lnTo>
                      <a:pt x="41434" y="2668"/>
                    </a:lnTo>
                    <a:lnTo>
                      <a:pt x="41136" y="2823"/>
                    </a:lnTo>
                    <a:lnTo>
                      <a:pt x="41434" y="1930"/>
                    </a:lnTo>
                    <a:close/>
                    <a:moveTo>
                      <a:pt x="41779" y="1394"/>
                    </a:moveTo>
                    <a:lnTo>
                      <a:pt x="41351" y="1632"/>
                    </a:lnTo>
                    <a:lnTo>
                      <a:pt x="40839" y="2978"/>
                    </a:lnTo>
                    <a:lnTo>
                      <a:pt x="40839" y="3239"/>
                    </a:lnTo>
                    <a:lnTo>
                      <a:pt x="41434" y="2906"/>
                    </a:lnTo>
                    <a:lnTo>
                      <a:pt x="41434" y="3311"/>
                    </a:lnTo>
                    <a:lnTo>
                      <a:pt x="41779" y="3120"/>
                    </a:lnTo>
                    <a:lnTo>
                      <a:pt x="41779" y="2716"/>
                    </a:lnTo>
                    <a:lnTo>
                      <a:pt x="41970" y="2608"/>
                    </a:lnTo>
                    <a:lnTo>
                      <a:pt x="41970" y="2358"/>
                    </a:lnTo>
                    <a:lnTo>
                      <a:pt x="41779" y="2466"/>
                    </a:lnTo>
                    <a:lnTo>
                      <a:pt x="41779" y="1394"/>
                    </a:lnTo>
                    <a:close/>
                    <a:moveTo>
                      <a:pt x="42927" y="4401"/>
                    </a:moveTo>
                    <a:cubicBezTo>
                      <a:pt x="42897" y="4401"/>
                      <a:pt x="42863" y="4410"/>
                      <a:pt x="42827" y="4430"/>
                    </a:cubicBezTo>
                    <a:cubicBezTo>
                      <a:pt x="42720" y="4490"/>
                      <a:pt x="42648" y="4597"/>
                      <a:pt x="42625" y="4716"/>
                    </a:cubicBezTo>
                    <a:cubicBezTo>
                      <a:pt x="42625" y="4785"/>
                      <a:pt x="42664" y="4819"/>
                      <a:pt x="42720" y="4819"/>
                    </a:cubicBezTo>
                    <a:cubicBezTo>
                      <a:pt x="42752" y="4819"/>
                      <a:pt x="42789" y="4809"/>
                      <a:pt x="42827" y="4787"/>
                    </a:cubicBezTo>
                    <a:cubicBezTo>
                      <a:pt x="42934" y="4728"/>
                      <a:pt x="43006" y="4621"/>
                      <a:pt x="43029" y="4502"/>
                    </a:cubicBezTo>
                    <a:cubicBezTo>
                      <a:pt x="43029" y="4438"/>
                      <a:pt x="42987" y="4401"/>
                      <a:pt x="42927" y="4401"/>
                    </a:cubicBezTo>
                    <a:close/>
                    <a:moveTo>
                      <a:pt x="32216" y="8044"/>
                    </a:moveTo>
                    <a:cubicBezTo>
                      <a:pt x="32230" y="8044"/>
                      <a:pt x="32242" y="8050"/>
                      <a:pt x="32254" y="8061"/>
                    </a:cubicBezTo>
                    <a:cubicBezTo>
                      <a:pt x="32290" y="8097"/>
                      <a:pt x="32302" y="8145"/>
                      <a:pt x="32290" y="8192"/>
                    </a:cubicBezTo>
                    <a:cubicBezTo>
                      <a:pt x="32302" y="8371"/>
                      <a:pt x="32254" y="8478"/>
                      <a:pt x="32159" y="8538"/>
                    </a:cubicBezTo>
                    <a:cubicBezTo>
                      <a:pt x="32138" y="8548"/>
                      <a:pt x="32119" y="8553"/>
                      <a:pt x="32103" y="8553"/>
                    </a:cubicBezTo>
                    <a:cubicBezTo>
                      <a:pt x="32045" y="8553"/>
                      <a:pt x="32016" y="8487"/>
                      <a:pt x="32016" y="8347"/>
                    </a:cubicBezTo>
                    <a:cubicBezTo>
                      <a:pt x="32016" y="8288"/>
                      <a:pt x="32028" y="8228"/>
                      <a:pt x="32052" y="8181"/>
                    </a:cubicBezTo>
                    <a:cubicBezTo>
                      <a:pt x="32076" y="8133"/>
                      <a:pt x="32111" y="8085"/>
                      <a:pt x="32159" y="8061"/>
                    </a:cubicBezTo>
                    <a:cubicBezTo>
                      <a:pt x="32183" y="8050"/>
                      <a:pt x="32201" y="8044"/>
                      <a:pt x="32216" y="8044"/>
                    </a:cubicBezTo>
                    <a:close/>
                    <a:moveTo>
                      <a:pt x="32238" y="8782"/>
                    </a:moveTo>
                    <a:cubicBezTo>
                      <a:pt x="32260" y="8782"/>
                      <a:pt x="32278" y="8788"/>
                      <a:pt x="32290" y="8800"/>
                    </a:cubicBezTo>
                    <a:cubicBezTo>
                      <a:pt x="32314" y="8859"/>
                      <a:pt x="32326" y="8919"/>
                      <a:pt x="32326" y="8978"/>
                    </a:cubicBezTo>
                    <a:cubicBezTo>
                      <a:pt x="32326" y="9050"/>
                      <a:pt x="32314" y="9121"/>
                      <a:pt x="32290" y="9193"/>
                    </a:cubicBezTo>
                    <a:cubicBezTo>
                      <a:pt x="32266" y="9264"/>
                      <a:pt x="32218" y="9312"/>
                      <a:pt x="32159" y="9347"/>
                    </a:cubicBezTo>
                    <a:cubicBezTo>
                      <a:pt x="32129" y="9365"/>
                      <a:pt x="32102" y="9374"/>
                      <a:pt x="32082" y="9374"/>
                    </a:cubicBezTo>
                    <a:cubicBezTo>
                      <a:pt x="32061" y="9374"/>
                      <a:pt x="32046" y="9365"/>
                      <a:pt x="32040" y="9347"/>
                    </a:cubicBezTo>
                    <a:cubicBezTo>
                      <a:pt x="32016" y="9288"/>
                      <a:pt x="32004" y="9228"/>
                      <a:pt x="32004" y="9169"/>
                    </a:cubicBezTo>
                    <a:cubicBezTo>
                      <a:pt x="32004" y="9097"/>
                      <a:pt x="32016" y="9026"/>
                      <a:pt x="32040" y="8954"/>
                    </a:cubicBezTo>
                    <a:cubicBezTo>
                      <a:pt x="32052" y="8883"/>
                      <a:pt x="32099" y="8835"/>
                      <a:pt x="32159" y="8800"/>
                    </a:cubicBezTo>
                    <a:cubicBezTo>
                      <a:pt x="32189" y="8788"/>
                      <a:pt x="32216" y="8782"/>
                      <a:pt x="32238" y="8782"/>
                    </a:cubicBezTo>
                    <a:close/>
                    <a:moveTo>
                      <a:pt x="32452" y="7721"/>
                    </a:moveTo>
                    <a:cubicBezTo>
                      <a:pt x="32355" y="7721"/>
                      <a:pt x="32256" y="7755"/>
                      <a:pt x="32171" y="7811"/>
                    </a:cubicBezTo>
                    <a:cubicBezTo>
                      <a:pt x="32016" y="7895"/>
                      <a:pt x="31897" y="8002"/>
                      <a:pt x="31802" y="8145"/>
                    </a:cubicBezTo>
                    <a:cubicBezTo>
                      <a:pt x="31718" y="8252"/>
                      <a:pt x="31671" y="8395"/>
                      <a:pt x="31671" y="8538"/>
                    </a:cubicBezTo>
                    <a:cubicBezTo>
                      <a:pt x="31671" y="8609"/>
                      <a:pt x="31683" y="8681"/>
                      <a:pt x="31730" y="8740"/>
                    </a:cubicBezTo>
                    <a:cubicBezTo>
                      <a:pt x="31766" y="8788"/>
                      <a:pt x="31814" y="8812"/>
                      <a:pt x="31873" y="8823"/>
                    </a:cubicBezTo>
                    <a:cubicBezTo>
                      <a:pt x="31802" y="8895"/>
                      <a:pt x="31742" y="8978"/>
                      <a:pt x="31707" y="9074"/>
                    </a:cubicBezTo>
                    <a:cubicBezTo>
                      <a:pt x="31671" y="9157"/>
                      <a:pt x="31647" y="9264"/>
                      <a:pt x="31647" y="9359"/>
                    </a:cubicBezTo>
                    <a:cubicBezTo>
                      <a:pt x="31647" y="9580"/>
                      <a:pt x="31715" y="9689"/>
                      <a:pt x="31854" y="9689"/>
                    </a:cubicBezTo>
                    <a:cubicBezTo>
                      <a:pt x="31933" y="9689"/>
                      <a:pt x="32034" y="9654"/>
                      <a:pt x="32159" y="9585"/>
                    </a:cubicBezTo>
                    <a:lnTo>
                      <a:pt x="32159" y="9597"/>
                    </a:lnTo>
                    <a:cubicBezTo>
                      <a:pt x="32326" y="9514"/>
                      <a:pt x="32457" y="9383"/>
                      <a:pt x="32564" y="9240"/>
                    </a:cubicBezTo>
                    <a:cubicBezTo>
                      <a:pt x="32647" y="9097"/>
                      <a:pt x="32683" y="8943"/>
                      <a:pt x="32683" y="8788"/>
                    </a:cubicBezTo>
                    <a:cubicBezTo>
                      <a:pt x="32695" y="8704"/>
                      <a:pt x="32671" y="8633"/>
                      <a:pt x="32623" y="8562"/>
                    </a:cubicBezTo>
                    <a:cubicBezTo>
                      <a:pt x="32594" y="8512"/>
                      <a:pt x="32547" y="8487"/>
                      <a:pt x="32491" y="8487"/>
                    </a:cubicBezTo>
                    <a:cubicBezTo>
                      <a:pt x="32480" y="8487"/>
                      <a:pt x="32469" y="8488"/>
                      <a:pt x="32457" y="8490"/>
                    </a:cubicBezTo>
                    <a:cubicBezTo>
                      <a:pt x="32516" y="8419"/>
                      <a:pt x="32564" y="8347"/>
                      <a:pt x="32611" y="8264"/>
                    </a:cubicBezTo>
                    <a:cubicBezTo>
                      <a:pt x="32647" y="8169"/>
                      <a:pt x="32659" y="8085"/>
                      <a:pt x="32659" y="7990"/>
                    </a:cubicBezTo>
                    <a:cubicBezTo>
                      <a:pt x="32659" y="7847"/>
                      <a:pt x="32623" y="7764"/>
                      <a:pt x="32528" y="7728"/>
                    </a:cubicBezTo>
                    <a:cubicBezTo>
                      <a:pt x="32503" y="7723"/>
                      <a:pt x="32478" y="7721"/>
                      <a:pt x="32452" y="7721"/>
                    </a:cubicBezTo>
                    <a:close/>
                    <a:moveTo>
                      <a:pt x="31251" y="8388"/>
                    </a:moveTo>
                    <a:cubicBezTo>
                      <a:pt x="31142" y="8388"/>
                      <a:pt x="31039" y="8424"/>
                      <a:pt x="30945" y="8490"/>
                    </a:cubicBezTo>
                    <a:cubicBezTo>
                      <a:pt x="30790" y="8573"/>
                      <a:pt x="30647" y="8704"/>
                      <a:pt x="30540" y="8859"/>
                    </a:cubicBezTo>
                    <a:cubicBezTo>
                      <a:pt x="30456" y="8990"/>
                      <a:pt x="30409" y="9157"/>
                      <a:pt x="30409" y="9312"/>
                    </a:cubicBezTo>
                    <a:lnTo>
                      <a:pt x="30409" y="9395"/>
                    </a:lnTo>
                    <a:lnTo>
                      <a:pt x="30778" y="9193"/>
                    </a:lnTo>
                    <a:lnTo>
                      <a:pt x="30778" y="9121"/>
                    </a:lnTo>
                    <a:cubicBezTo>
                      <a:pt x="30778" y="9050"/>
                      <a:pt x="30790" y="8978"/>
                      <a:pt x="30814" y="8907"/>
                    </a:cubicBezTo>
                    <a:cubicBezTo>
                      <a:pt x="30849" y="8847"/>
                      <a:pt x="30897" y="8788"/>
                      <a:pt x="30956" y="8764"/>
                    </a:cubicBezTo>
                    <a:cubicBezTo>
                      <a:pt x="30991" y="8747"/>
                      <a:pt x="31020" y="8735"/>
                      <a:pt x="31042" y="8735"/>
                    </a:cubicBezTo>
                    <a:cubicBezTo>
                      <a:pt x="31050" y="8735"/>
                      <a:pt x="31057" y="8737"/>
                      <a:pt x="31064" y="8740"/>
                    </a:cubicBezTo>
                    <a:cubicBezTo>
                      <a:pt x="31087" y="8764"/>
                      <a:pt x="31099" y="8800"/>
                      <a:pt x="31099" y="8847"/>
                    </a:cubicBezTo>
                    <a:cubicBezTo>
                      <a:pt x="31099" y="8919"/>
                      <a:pt x="31087" y="8990"/>
                      <a:pt x="31052" y="9050"/>
                    </a:cubicBezTo>
                    <a:cubicBezTo>
                      <a:pt x="31028" y="9121"/>
                      <a:pt x="30980" y="9204"/>
                      <a:pt x="30921" y="9324"/>
                    </a:cubicBezTo>
                    <a:lnTo>
                      <a:pt x="30885" y="9383"/>
                    </a:lnTo>
                    <a:lnTo>
                      <a:pt x="30409" y="10300"/>
                    </a:lnTo>
                    <a:lnTo>
                      <a:pt x="30409" y="10538"/>
                    </a:lnTo>
                    <a:lnTo>
                      <a:pt x="31421" y="9978"/>
                    </a:lnTo>
                    <a:lnTo>
                      <a:pt x="31421" y="9716"/>
                    </a:lnTo>
                    <a:lnTo>
                      <a:pt x="30837" y="10038"/>
                    </a:lnTo>
                    <a:lnTo>
                      <a:pt x="30837" y="10038"/>
                    </a:lnTo>
                    <a:lnTo>
                      <a:pt x="31218" y="9335"/>
                    </a:lnTo>
                    <a:lnTo>
                      <a:pt x="31242" y="9288"/>
                    </a:lnTo>
                    <a:cubicBezTo>
                      <a:pt x="31314" y="9133"/>
                      <a:pt x="31373" y="9014"/>
                      <a:pt x="31409" y="8931"/>
                    </a:cubicBezTo>
                    <a:cubicBezTo>
                      <a:pt x="31445" y="8835"/>
                      <a:pt x="31468" y="8752"/>
                      <a:pt x="31468" y="8657"/>
                    </a:cubicBezTo>
                    <a:cubicBezTo>
                      <a:pt x="31468" y="8514"/>
                      <a:pt x="31421" y="8431"/>
                      <a:pt x="31337" y="8395"/>
                    </a:cubicBezTo>
                    <a:cubicBezTo>
                      <a:pt x="31308" y="8390"/>
                      <a:pt x="31280" y="8388"/>
                      <a:pt x="31251" y="8388"/>
                    </a:cubicBezTo>
                    <a:close/>
                    <a:moveTo>
                      <a:pt x="30013" y="9078"/>
                    </a:moveTo>
                    <a:cubicBezTo>
                      <a:pt x="29903" y="9078"/>
                      <a:pt x="29801" y="9114"/>
                      <a:pt x="29706" y="9181"/>
                    </a:cubicBezTo>
                    <a:cubicBezTo>
                      <a:pt x="29551" y="9252"/>
                      <a:pt x="29421" y="9371"/>
                      <a:pt x="29325" y="9514"/>
                    </a:cubicBezTo>
                    <a:cubicBezTo>
                      <a:pt x="29230" y="9645"/>
                      <a:pt x="29182" y="9788"/>
                      <a:pt x="29182" y="9943"/>
                    </a:cubicBezTo>
                    <a:lnTo>
                      <a:pt x="29182" y="10038"/>
                    </a:lnTo>
                    <a:lnTo>
                      <a:pt x="29551" y="9824"/>
                    </a:lnTo>
                    <a:lnTo>
                      <a:pt x="29551" y="9752"/>
                    </a:lnTo>
                    <a:cubicBezTo>
                      <a:pt x="29551" y="9693"/>
                      <a:pt x="29563" y="9621"/>
                      <a:pt x="29587" y="9562"/>
                    </a:cubicBezTo>
                    <a:cubicBezTo>
                      <a:pt x="29611" y="9514"/>
                      <a:pt x="29659" y="9466"/>
                      <a:pt x="29706" y="9443"/>
                    </a:cubicBezTo>
                    <a:cubicBezTo>
                      <a:pt x="29744" y="9420"/>
                      <a:pt x="29777" y="9412"/>
                      <a:pt x="29802" y="9412"/>
                    </a:cubicBezTo>
                    <a:cubicBezTo>
                      <a:pt x="29817" y="9412"/>
                      <a:pt x="29829" y="9414"/>
                      <a:pt x="29837" y="9419"/>
                    </a:cubicBezTo>
                    <a:cubicBezTo>
                      <a:pt x="29861" y="9466"/>
                      <a:pt x="29873" y="9514"/>
                      <a:pt x="29873" y="9574"/>
                    </a:cubicBezTo>
                    <a:cubicBezTo>
                      <a:pt x="29873" y="9645"/>
                      <a:pt x="29849" y="9728"/>
                      <a:pt x="29825" y="9800"/>
                    </a:cubicBezTo>
                    <a:cubicBezTo>
                      <a:pt x="29778" y="9859"/>
                      <a:pt x="29718" y="9919"/>
                      <a:pt x="29647" y="9955"/>
                    </a:cubicBezTo>
                    <a:lnTo>
                      <a:pt x="29587" y="9990"/>
                    </a:lnTo>
                    <a:lnTo>
                      <a:pt x="29587" y="10228"/>
                    </a:lnTo>
                    <a:cubicBezTo>
                      <a:pt x="29611" y="10217"/>
                      <a:pt x="29623" y="10205"/>
                      <a:pt x="29647" y="10193"/>
                    </a:cubicBezTo>
                    <a:cubicBezTo>
                      <a:pt x="29696" y="10165"/>
                      <a:pt x="29736" y="10153"/>
                      <a:pt x="29769" y="10153"/>
                    </a:cubicBezTo>
                    <a:cubicBezTo>
                      <a:pt x="29792" y="10153"/>
                      <a:pt x="29811" y="10159"/>
                      <a:pt x="29825" y="10169"/>
                    </a:cubicBezTo>
                    <a:cubicBezTo>
                      <a:pt x="29861" y="10217"/>
                      <a:pt x="29873" y="10288"/>
                      <a:pt x="29873" y="10347"/>
                    </a:cubicBezTo>
                    <a:cubicBezTo>
                      <a:pt x="29873" y="10419"/>
                      <a:pt x="29861" y="10490"/>
                      <a:pt x="29837" y="10550"/>
                    </a:cubicBezTo>
                    <a:cubicBezTo>
                      <a:pt x="29813" y="10609"/>
                      <a:pt x="29766" y="10657"/>
                      <a:pt x="29718" y="10681"/>
                    </a:cubicBezTo>
                    <a:cubicBezTo>
                      <a:pt x="29685" y="10701"/>
                      <a:pt x="29656" y="10709"/>
                      <a:pt x="29635" y="10709"/>
                    </a:cubicBezTo>
                    <a:cubicBezTo>
                      <a:pt x="29617" y="10709"/>
                      <a:pt x="29604" y="10703"/>
                      <a:pt x="29599" y="10693"/>
                    </a:cubicBezTo>
                    <a:cubicBezTo>
                      <a:pt x="29563" y="10645"/>
                      <a:pt x="29551" y="10586"/>
                      <a:pt x="29551" y="10526"/>
                    </a:cubicBezTo>
                    <a:lnTo>
                      <a:pt x="29551" y="10467"/>
                    </a:lnTo>
                    <a:lnTo>
                      <a:pt x="29182" y="10669"/>
                    </a:lnTo>
                    <a:lnTo>
                      <a:pt x="29182" y="10728"/>
                    </a:lnTo>
                    <a:cubicBezTo>
                      <a:pt x="29182" y="10895"/>
                      <a:pt x="29230" y="11002"/>
                      <a:pt x="29313" y="11050"/>
                    </a:cubicBezTo>
                    <a:cubicBezTo>
                      <a:pt x="29334" y="11064"/>
                      <a:pt x="29361" y="11071"/>
                      <a:pt x="29393" y="11071"/>
                    </a:cubicBezTo>
                    <a:cubicBezTo>
                      <a:pt x="29471" y="11071"/>
                      <a:pt x="29580" y="11031"/>
                      <a:pt x="29706" y="10955"/>
                    </a:cubicBezTo>
                    <a:cubicBezTo>
                      <a:pt x="29873" y="10871"/>
                      <a:pt x="30016" y="10752"/>
                      <a:pt x="30111" y="10598"/>
                    </a:cubicBezTo>
                    <a:cubicBezTo>
                      <a:pt x="30194" y="10455"/>
                      <a:pt x="30242" y="10300"/>
                      <a:pt x="30230" y="10133"/>
                    </a:cubicBezTo>
                    <a:cubicBezTo>
                      <a:pt x="30230" y="9948"/>
                      <a:pt x="30177" y="9852"/>
                      <a:pt x="30055" y="9852"/>
                    </a:cubicBezTo>
                    <a:cubicBezTo>
                      <a:pt x="30036" y="9852"/>
                      <a:pt x="30015" y="9854"/>
                      <a:pt x="29992" y="9859"/>
                    </a:cubicBezTo>
                    <a:cubicBezTo>
                      <a:pt x="30063" y="9800"/>
                      <a:pt x="30123" y="9728"/>
                      <a:pt x="30171" y="9633"/>
                    </a:cubicBezTo>
                    <a:cubicBezTo>
                      <a:pt x="30206" y="9550"/>
                      <a:pt x="30230" y="9443"/>
                      <a:pt x="30242" y="9347"/>
                    </a:cubicBezTo>
                    <a:cubicBezTo>
                      <a:pt x="30242" y="9204"/>
                      <a:pt x="30194" y="9109"/>
                      <a:pt x="30099" y="9085"/>
                    </a:cubicBezTo>
                    <a:cubicBezTo>
                      <a:pt x="30070" y="9081"/>
                      <a:pt x="30041" y="9078"/>
                      <a:pt x="30013" y="9078"/>
                    </a:cubicBezTo>
                    <a:close/>
                    <a:moveTo>
                      <a:pt x="20093" y="10155"/>
                    </a:moveTo>
                    <a:cubicBezTo>
                      <a:pt x="19970" y="10155"/>
                      <a:pt x="19857" y="10191"/>
                      <a:pt x="19753" y="10264"/>
                    </a:cubicBezTo>
                    <a:cubicBezTo>
                      <a:pt x="19598" y="10336"/>
                      <a:pt x="19467" y="10455"/>
                      <a:pt x="19372" y="10598"/>
                    </a:cubicBezTo>
                    <a:cubicBezTo>
                      <a:pt x="19276" y="10717"/>
                      <a:pt x="19229" y="10871"/>
                      <a:pt x="19229" y="11026"/>
                    </a:cubicBezTo>
                    <a:lnTo>
                      <a:pt x="19229" y="11121"/>
                    </a:lnTo>
                    <a:lnTo>
                      <a:pt x="19598" y="10907"/>
                    </a:lnTo>
                    <a:lnTo>
                      <a:pt x="19598" y="10836"/>
                    </a:lnTo>
                    <a:cubicBezTo>
                      <a:pt x="19598" y="10764"/>
                      <a:pt x="19610" y="10705"/>
                      <a:pt x="19634" y="10645"/>
                    </a:cubicBezTo>
                    <a:cubicBezTo>
                      <a:pt x="19657" y="10586"/>
                      <a:pt x="19705" y="10550"/>
                      <a:pt x="19753" y="10526"/>
                    </a:cubicBezTo>
                    <a:cubicBezTo>
                      <a:pt x="19791" y="10503"/>
                      <a:pt x="19825" y="10490"/>
                      <a:pt x="19850" y="10490"/>
                    </a:cubicBezTo>
                    <a:cubicBezTo>
                      <a:pt x="19864" y="10490"/>
                      <a:pt x="19875" y="10494"/>
                      <a:pt x="19884" y="10502"/>
                    </a:cubicBezTo>
                    <a:cubicBezTo>
                      <a:pt x="19907" y="10550"/>
                      <a:pt x="19919" y="10598"/>
                      <a:pt x="19919" y="10657"/>
                    </a:cubicBezTo>
                    <a:cubicBezTo>
                      <a:pt x="19919" y="10728"/>
                      <a:pt x="19896" y="10812"/>
                      <a:pt x="19872" y="10883"/>
                    </a:cubicBezTo>
                    <a:cubicBezTo>
                      <a:pt x="19824" y="10943"/>
                      <a:pt x="19765" y="11002"/>
                      <a:pt x="19693" y="11038"/>
                    </a:cubicBezTo>
                    <a:lnTo>
                      <a:pt x="19634" y="11062"/>
                    </a:lnTo>
                    <a:lnTo>
                      <a:pt x="19634" y="11312"/>
                    </a:lnTo>
                    <a:cubicBezTo>
                      <a:pt x="19669" y="11288"/>
                      <a:pt x="19693" y="11276"/>
                      <a:pt x="19693" y="11276"/>
                    </a:cubicBezTo>
                    <a:cubicBezTo>
                      <a:pt x="19744" y="11247"/>
                      <a:pt x="19785" y="11232"/>
                      <a:pt x="19818" y="11232"/>
                    </a:cubicBezTo>
                    <a:cubicBezTo>
                      <a:pt x="19840" y="11232"/>
                      <a:pt x="19858" y="11238"/>
                      <a:pt x="19872" y="11252"/>
                    </a:cubicBezTo>
                    <a:cubicBezTo>
                      <a:pt x="19907" y="11300"/>
                      <a:pt x="19919" y="11360"/>
                      <a:pt x="19919" y="11431"/>
                    </a:cubicBezTo>
                    <a:cubicBezTo>
                      <a:pt x="19919" y="11502"/>
                      <a:pt x="19907" y="11574"/>
                      <a:pt x="19884" y="11633"/>
                    </a:cubicBezTo>
                    <a:cubicBezTo>
                      <a:pt x="19860" y="11693"/>
                      <a:pt x="19812" y="11741"/>
                      <a:pt x="19765" y="11764"/>
                    </a:cubicBezTo>
                    <a:cubicBezTo>
                      <a:pt x="19732" y="11784"/>
                      <a:pt x="19703" y="11793"/>
                      <a:pt x="19679" y="11793"/>
                    </a:cubicBezTo>
                    <a:cubicBezTo>
                      <a:pt x="19660" y="11793"/>
                      <a:pt x="19644" y="11787"/>
                      <a:pt x="19634" y="11776"/>
                    </a:cubicBezTo>
                    <a:cubicBezTo>
                      <a:pt x="19610" y="11717"/>
                      <a:pt x="19598" y="11657"/>
                      <a:pt x="19598" y="11598"/>
                    </a:cubicBezTo>
                    <a:lnTo>
                      <a:pt x="19598" y="11550"/>
                    </a:lnTo>
                    <a:lnTo>
                      <a:pt x="19229" y="11752"/>
                    </a:lnTo>
                    <a:lnTo>
                      <a:pt x="19229" y="11812"/>
                    </a:lnTo>
                    <a:cubicBezTo>
                      <a:pt x="19229" y="11979"/>
                      <a:pt x="19276" y="12086"/>
                      <a:pt x="19360" y="12133"/>
                    </a:cubicBezTo>
                    <a:cubicBezTo>
                      <a:pt x="19383" y="12144"/>
                      <a:pt x="19411" y="12149"/>
                      <a:pt x="19442" y="12149"/>
                    </a:cubicBezTo>
                    <a:cubicBezTo>
                      <a:pt x="19521" y="12149"/>
                      <a:pt x="19625" y="12115"/>
                      <a:pt x="19753" y="12038"/>
                    </a:cubicBezTo>
                    <a:cubicBezTo>
                      <a:pt x="19919" y="11955"/>
                      <a:pt x="20062" y="11824"/>
                      <a:pt x="20157" y="11669"/>
                    </a:cubicBezTo>
                    <a:cubicBezTo>
                      <a:pt x="20241" y="11538"/>
                      <a:pt x="20277" y="11371"/>
                      <a:pt x="20277" y="11217"/>
                    </a:cubicBezTo>
                    <a:cubicBezTo>
                      <a:pt x="20277" y="11024"/>
                      <a:pt x="20225" y="10935"/>
                      <a:pt x="20106" y="10935"/>
                    </a:cubicBezTo>
                    <a:cubicBezTo>
                      <a:pt x="20086" y="10935"/>
                      <a:pt x="20063" y="10938"/>
                      <a:pt x="20038" y="10943"/>
                    </a:cubicBezTo>
                    <a:cubicBezTo>
                      <a:pt x="20110" y="10883"/>
                      <a:pt x="20169" y="10800"/>
                      <a:pt x="20217" y="10717"/>
                    </a:cubicBezTo>
                    <a:cubicBezTo>
                      <a:pt x="20253" y="10621"/>
                      <a:pt x="20277" y="10526"/>
                      <a:pt x="20277" y="10431"/>
                    </a:cubicBezTo>
                    <a:cubicBezTo>
                      <a:pt x="20277" y="10276"/>
                      <a:pt x="20241" y="10193"/>
                      <a:pt x="20146" y="10157"/>
                    </a:cubicBezTo>
                    <a:cubicBezTo>
                      <a:pt x="20128" y="10155"/>
                      <a:pt x="20110" y="10155"/>
                      <a:pt x="20093" y="10155"/>
                    </a:cubicBezTo>
                    <a:close/>
                    <a:moveTo>
                      <a:pt x="18550" y="11288"/>
                    </a:moveTo>
                    <a:lnTo>
                      <a:pt x="18550" y="12014"/>
                    </a:lnTo>
                    <a:lnTo>
                      <a:pt x="18252" y="12181"/>
                    </a:lnTo>
                    <a:lnTo>
                      <a:pt x="18550" y="11288"/>
                    </a:lnTo>
                    <a:close/>
                    <a:moveTo>
                      <a:pt x="31252" y="12128"/>
                    </a:moveTo>
                    <a:cubicBezTo>
                      <a:pt x="31222" y="12128"/>
                      <a:pt x="31187" y="12137"/>
                      <a:pt x="31147" y="12157"/>
                    </a:cubicBezTo>
                    <a:cubicBezTo>
                      <a:pt x="31040" y="12217"/>
                      <a:pt x="30968" y="12324"/>
                      <a:pt x="30956" y="12443"/>
                    </a:cubicBezTo>
                    <a:cubicBezTo>
                      <a:pt x="30956" y="12512"/>
                      <a:pt x="30991" y="12546"/>
                      <a:pt x="31044" y="12546"/>
                    </a:cubicBezTo>
                    <a:cubicBezTo>
                      <a:pt x="31073" y="12546"/>
                      <a:pt x="31109" y="12536"/>
                      <a:pt x="31147" y="12514"/>
                    </a:cubicBezTo>
                    <a:cubicBezTo>
                      <a:pt x="31254" y="12455"/>
                      <a:pt x="31337" y="12348"/>
                      <a:pt x="31349" y="12229"/>
                    </a:cubicBezTo>
                    <a:cubicBezTo>
                      <a:pt x="31349" y="12165"/>
                      <a:pt x="31312" y="12128"/>
                      <a:pt x="31252" y="12128"/>
                    </a:cubicBezTo>
                    <a:close/>
                    <a:moveTo>
                      <a:pt x="18895" y="10752"/>
                    </a:moveTo>
                    <a:lnTo>
                      <a:pt x="18467" y="10990"/>
                    </a:lnTo>
                    <a:lnTo>
                      <a:pt x="17955" y="12348"/>
                    </a:lnTo>
                    <a:lnTo>
                      <a:pt x="17955" y="12598"/>
                    </a:lnTo>
                    <a:lnTo>
                      <a:pt x="18550" y="12264"/>
                    </a:lnTo>
                    <a:lnTo>
                      <a:pt x="18550" y="12669"/>
                    </a:lnTo>
                    <a:lnTo>
                      <a:pt x="18895" y="12479"/>
                    </a:lnTo>
                    <a:lnTo>
                      <a:pt x="18895" y="12074"/>
                    </a:lnTo>
                    <a:lnTo>
                      <a:pt x="19086" y="11967"/>
                    </a:lnTo>
                    <a:lnTo>
                      <a:pt x="19086" y="11717"/>
                    </a:lnTo>
                    <a:lnTo>
                      <a:pt x="18895" y="11824"/>
                    </a:lnTo>
                    <a:lnTo>
                      <a:pt x="18895" y="10752"/>
                    </a:lnTo>
                    <a:close/>
                    <a:moveTo>
                      <a:pt x="46671" y="6792"/>
                    </a:moveTo>
                    <a:cubicBezTo>
                      <a:pt x="46662" y="6792"/>
                      <a:pt x="46651" y="6794"/>
                      <a:pt x="46637" y="6799"/>
                    </a:cubicBezTo>
                    <a:lnTo>
                      <a:pt x="46637" y="12467"/>
                    </a:lnTo>
                    <a:lnTo>
                      <a:pt x="46637" y="12633"/>
                    </a:lnTo>
                    <a:cubicBezTo>
                      <a:pt x="46637" y="12657"/>
                      <a:pt x="46637" y="12693"/>
                      <a:pt x="46685" y="12717"/>
                    </a:cubicBezTo>
                    <a:cubicBezTo>
                      <a:pt x="46696" y="12705"/>
                      <a:pt x="46720" y="12705"/>
                      <a:pt x="46732" y="12693"/>
                    </a:cubicBezTo>
                    <a:lnTo>
                      <a:pt x="47161" y="12455"/>
                    </a:lnTo>
                    <a:lnTo>
                      <a:pt x="47161" y="8133"/>
                    </a:lnTo>
                    <a:cubicBezTo>
                      <a:pt x="47149" y="8073"/>
                      <a:pt x="47137" y="8026"/>
                      <a:pt x="47125" y="7966"/>
                    </a:cubicBezTo>
                    <a:cubicBezTo>
                      <a:pt x="47077" y="7561"/>
                      <a:pt x="46947" y="7180"/>
                      <a:pt x="46732" y="6835"/>
                    </a:cubicBezTo>
                    <a:cubicBezTo>
                      <a:pt x="46714" y="6817"/>
                      <a:pt x="46703" y="6792"/>
                      <a:pt x="46671" y="6792"/>
                    </a:cubicBezTo>
                    <a:close/>
                    <a:moveTo>
                      <a:pt x="45637" y="5906"/>
                    </a:moveTo>
                    <a:cubicBezTo>
                      <a:pt x="45637" y="5930"/>
                      <a:pt x="45637" y="5942"/>
                      <a:pt x="45637" y="5954"/>
                    </a:cubicBezTo>
                    <a:lnTo>
                      <a:pt x="45637" y="13241"/>
                    </a:lnTo>
                    <a:cubicBezTo>
                      <a:pt x="45625" y="13253"/>
                      <a:pt x="45625" y="13253"/>
                      <a:pt x="45637" y="13265"/>
                    </a:cubicBezTo>
                    <a:cubicBezTo>
                      <a:pt x="45637" y="13265"/>
                      <a:pt x="45637" y="13276"/>
                      <a:pt x="45649" y="13276"/>
                    </a:cubicBezTo>
                    <a:cubicBezTo>
                      <a:pt x="45827" y="13205"/>
                      <a:pt x="46006" y="13110"/>
                      <a:pt x="46149" y="12991"/>
                    </a:cubicBezTo>
                    <a:cubicBezTo>
                      <a:pt x="46173" y="12681"/>
                      <a:pt x="46161" y="6359"/>
                      <a:pt x="46149" y="6180"/>
                    </a:cubicBezTo>
                    <a:cubicBezTo>
                      <a:pt x="45994" y="6061"/>
                      <a:pt x="45827" y="5966"/>
                      <a:pt x="45637" y="5906"/>
                    </a:cubicBezTo>
                    <a:close/>
                    <a:moveTo>
                      <a:pt x="17729" y="11407"/>
                    </a:moveTo>
                    <a:lnTo>
                      <a:pt x="16836" y="11907"/>
                    </a:lnTo>
                    <a:lnTo>
                      <a:pt x="16812" y="12895"/>
                    </a:lnTo>
                    <a:lnTo>
                      <a:pt x="17133" y="12717"/>
                    </a:lnTo>
                    <a:cubicBezTo>
                      <a:pt x="17145" y="12622"/>
                      <a:pt x="17205" y="12526"/>
                      <a:pt x="17300" y="12479"/>
                    </a:cubicBezTo>
                    <a:cubicBezTo>
                      <a:pt x="17328" y="12457"/>
                      <a:pt x="17353" y="12447"/>
                      <a:pt x="17374" y="12447"/>
                    </a:cubicBezTo>
                    <a:cubicBezTo>
                      <a:pt x="17399" y="12447"/>
                      <a:pt x="17418" y="12460"/>
                      <a:pt x="17431" y="12479"/>
                    </a:cubicBezTo>
                    <a:cubicBezTo>
                      <a:pt x="17455" y="12538"/>
                      <a:pt x="17467" y="12622"/>
                      <a:pt x="17467" y="12693"/>
                    </a:cubicBezTo>
                    <a:cubicBezTo>
                      <a:pt x="17467" y="12764"/>
                      <a:pt x="17455" y="12836"/>
                      <a:pt x="17455" y="12907"/>
                    </a:cubicBezTo>
                    <a:cubicBezTo>
                      <a:pt x="17443" y="12955"/>
                      <a:pt x="17431" y="13003"/>
                      <a:pt x="17407" y="13050"/>
                    </a:cubicBezTo>
                    <a:cubicBezTo>
                      <a:pt x="17383" y="13086"/>
                      <a:pt x="17348" y="13122"/>
                      <a:pt x="17300" y="13145"/>
                    </a:cubicBezTo>
                    <a:cubicBezTo>
                      <a:pt x="17270" y="13163"/>
                      <a:pt x="17246" y="13172"/>
                      <a:pt x="17227" y="13172"/>
                    </a:cubicBezTo>
                    <a:cubicBezTo>
                      <a:pt x="17208" y="13172"/>
                      <a:pt x="17193" y="13163"/>
                      <a:pt x="17181" y="13145"/>
                    </a:cubicBezTo>
                    <a:cubicBezTo>
                      <a:pt x="17157" y="13086"/>
                      <a:pt x="17145" y="13014"/>
                      <a:pt x="17145" y="12955"/>
                    </a:cubicBezTo>
                    <a:lnTo>
                      <a:pt x="16788" y="13157"/>
                    </a:lnTo>
                    <a:cubicBezTo>
                      <a:pt x="16788" y="13241"/>
                      <a:pt x="16800" y="13336"/>
                      <a:pt x="16824" y="13419"/>
                    </a:cubicBezTo>
                    <a:cubicBezTo>
                      <a:pt x="16848" y="13479"/>
                      <a:pt x="16907" y="13515"/>
                      <a:pt x="16978" y="13515"/>
                    </a:cubicBezTo>
                    <a:cubicBezTo>
                      <a:pt x="17086" y="13503"/>
                      <a:pt x="17193" y="13467"/>
                      <a:pt x="17288" y="13407"/>
                    </a:cubicBezTo>
                    <a:cubicBezTo>
                      <a:pt x="17407" y="13336"/>
                      <a:pt x="17526" y="13253"/>
                      <a:pt x="17610" y="13145"/>
                    </a:cubicBezTo>
                    <a:cubicBezTo>
                      <a:pt x="17681" y="13062"/>
                      <a:pt x="17729" y="12955"/>
                      <a:pt x="17764" y="12848"/>
                    </a:cubicBezTo>
                    <a:cubicBezTo>
                      <a:pt x="17788" y="12729"/>
                      <a:pt x="17800" y="12610"/>
                      <a:pt x="17800" y="12479"/>
                    </a:cubicBezTo>
                    <a:cubicBezTo>
                      <a:pt x="17824" y="12360"/>
                      <a:pt x="17776" y="12229"/>
                      <a:pt x="17705" y="12145"/>
                    </a:cubicBezTo>
                    <a:cubicBezTo>
                      <a:pt x="17672" y="12118"/>
                      <a:pt x="17632" y="12103"/>
                      <a:pt x="17586" y="12103"/>
                    </a:cubicBezTo>
                    <a:cubicBezTo>
                      <a:pt x="17533" y="12103"/>
                      <a:pt x="17472" y="12124"/>
                      <a:pt x="17407" y="12169"/>
                    </a:cubicBezTo>
                    <a:cubicBezTo>
                      <a:pt x="17336" y="12205"/>
                      <a:pt x="17288" y="12241"/>
                      <a:pt x="17229" y="12288"/>
                    </a:cubicBezTo>
                    <a:cubicBezTo>
                      <a:pt x="17181" y="12324"/>
                      <a:pt x="17145" y="12360"/>
                      <a:pt x="17109" y="12407"/>
                    </a:cubicBezTo>
                    <a:lnTo>
                      <a:pt x="17133" y="12014"/>
                    </a:lnTo>
                    <a:lnTo>
                      <a:pt x="17729" y="11693"/>
                    </a:lnTo>
                    <a:lnTo>
                      <a:pt x="17729" y="11407"/>
                    </a:lnTo>
                    <a:close/>
                    <a:moveTo>
                      <a:pt x="44800" y="5701"/>
                    </a:moveTo>
                    <a:cubicBezTo>
                      <a:pt x="44746" y="5701"/>
                      <a:pt x="44692" y="5708"/>
                      <a:pt x="44637" y="5728"/>
                    </a:cubicBezTo>
                    <a:cubicBezTo>
                      <a:pt x="44625" y="5764"/>
                      <a:pt x="44613" y="5799"/>
                      <a:pt x="44613" y="5835"/>
                    </a:cubicBezTo>
                    <a:lnTo>
                      <a:pt x="44613" y="13800"/>
                    </a:lnTo>
                    <a:cubicBezTo>
                      <a:pt x="44613" y="13812"/>
                      <a:pt x="44625" y="13824"/>
                      <a:pt x="44649" y="13848"/>
                    </a:cubicBezTo>
                    <a:cubicBezTo>
                      <a:pt x="44815" y="13765"/>
                      <a:pt x="44982" y="13681"/>
                      <a:pt x="45149" y="13574"/>
                    </a:cubicBezTo>
                    <a:cubicBezTo>
                      <a:pt x="45161" y="13491"/>
                      <a:pt x="45161" y="13395"/>
                      <a:pt x="45161" y="13312"/>
                    </a:cubicBezTo>
                    <a:lnTo>
                      <a:pt x="45161" y="6014"/>
                    </a:lnTo>
                    <a:lnTo>
                      <a:pt x="45161" y="5859"/>
                    </a:lnTo>
                    <a:cubicBezTo>
                      <a:pt x="45149" y="5811"/>
                      <a:pt x="45137" y="5775"/>
                      <a:pt x="45125" y="5728"/>
                    </a:cubicBezTo>
                    <a:cubicBezTo>
                      <a:pt x="45014" y="5728"/>
                      <a:pt x="44908" y="5701"/>
                      <a:pt x="44800" y="5701"/>
                    </a:cubicBezTo>
                    <a:close/>
                    <a:moveTo>
                      <a:pt x="44137" y="5764"/>
                    </a:moveTo>
                    <a:cubicBezTo>
                      <a:pt x="43958" y="5775"/>
                      <a:pt x="43791" y="5823"/>
                      <a:pt x="43625" y="5895"/>
                    </a:cubicBezTo>
                    <a:cubicBezTo>
                      <a:pt x="43625" y="5906"/>
                      <a:pt x="43613" y="5930"/>
                      <a:pt x="43613" y="5954"/>
                    </a:cubicBezTo>
                    <a:lnTo>
                      <a:pt x="43613" y="14360"/>
                    </a:lnTo>
                    <a:cubicBezTo>
                      <a:pt x="43613" y="14372"/>
                      <a:pt x="43613" y="14372"/>
                      <a:pt x="43613" y="14384"/>
                    </a:cubicBezTo>
                    <a:cubicBezTo>
                      <a:pt x="43613" y="14384"/>
                      <a:pt x="43625" y="14396"/>
                      <a:pt x="43637" y="14396"/>
                    </a:cubicBezTo>
                    <a:cubicBezTo>
                      <a:pt x="43815" y="14324"/>
                      <a:pt x="43982" y="14229"/>
                      <a:pt x="44149" y="14122"/>
                    </a:cubicBezTo>
                    <a:lnTo>
                      <a:pt x="44149" y="13872"/>
                    </a:lnTo>
                    <a:lnTo>
                      <a:pt x="44149" y="6037"/>
                    </a:lnTo>
                    <a:lnTo>
                      <a:pt x="44149" y="5871"/>
                    </a:lnTo>
                    <a:cubicBezTo>
                      <a:pt x="44149" y="5835"/>
                      <a:pt x="44137" y="5799"/>
                      <a:pt x="44137" y="5764"/>
                    </a:cubicBezTo>
                    <a:close/>
                    <a:moveTo>
                      <a:pt x="43113" y="6121"/>
                    </a:moveTo>
                    <a:cubicBezTo>
                      <a:pt x="43017" y="6145"/>
                      <a:pt x="42922" y="6180"/>
                      <a:pt x="42827" y="6252"/>
                    </a:cubicBezTo>
                    <a:cubicBezTo>
                      <a:pt x="42553" y="6407"/>
                      <a:pt x="42589" y="6335"/>
                      <a:pt x="42589" y="6657"/>
                    </a:cubicBezTo>
                    <a:lnTo>
                      <a:pt x="42589" y="14705"/>
                    </a:lnTo>
                    <a:lnTo>
                      <a:pt x="42589" y="14884"/>
                    </a:lnTo>
                    <a:cubicBezTo>
                      <a:pt x="42589" y="14919"/>
                      <a:pt x="42601" y="14943"/>
                      <a:pt x="42613" y="14967"/>
                    </a:cubicBezTo>
                    <a:cubicBezTo>
                      <a:pt x="42779" y="14884"/>
                      <a:pt x="42958" y="14800"/>
                      <a:pt x="43113" y="14693"/>
                    </a:cubicBezTo>
                    <a:lnTo>
                      <a:pt x="43113" y="6121"/>
                    </a:lnTo>
                    <a:close/>
                    <a:moveTo>
                      <a:pt x="18641" y="14745"/>
                    </a:moveTo>
                    <a:cubicBezTo>
                      <a:pt x="18612" y="14745"/>
                      <a:pt x="18576" y="14755"/>
                      <a:pt x="18538" y="14777"/>
                    </a:cubicBezTo>
                    <a:cubicBezTo>
                      <a:pt x="18419" y="14836"/>
                      <a:pt x="18348" y="14943"/>
                      <a:pt x="18336" y="15062"/>
                    </a:cubicBezTo>
                    <a:cubicBezTo>
                      <a:pt x="18336" y="15126"/>
                      <a:pt x="18373" y="15163"/>
                      <a:pt x="18433" y="15163"/>
                    </a:cubicBezTo>
                    <a:cubicBezTo>
                      <a:pt x="18463" y="15163"/>
                      <a:pt x="18499" y="15154"/>
                      <a:pt x="18538" y="15134"/>
                    </a:cubicBezTo>
                    <a:cubicBezTo>
                      <a:pt x="18645" y="15074"/>
                      <a:pt x="18717" y="14967"/>
                      <a:pt x="18729" y="14848"/>
                    </a:cubicBezTo>
                    <a:cubicBezTo>
                      <a:pt x="18729" y="14779"/>
                      <a:pt x="18694" y="14745"/>
                      <a:pt x="18641" y="14745"/>
                    </a:cubicBezTo>
                    <a:close/>
                    <a:moveTo>
                      <a:pt x="42101" y="6716"/>
                    </a:moveTo>
                    <a:cubicBezTo>
                      <a:pt x="41922" y="6823"/>
                      <a:pt x="41743" y="6954"/>
                      <a:pt x="41577" y="7097"/>
                    </a:cubicBezTo>
                    <a:lnTo>
                      <a:pt x="41589" y="7323"/>
                    </a:lnTo>
                    <a:lnTo>
                      <a:pt x="41589" y="15277"/>
                    </a:lnTo>
                    <a:lnTo>
                      <a:pt x="41589" y="15431"/>
                    </a:lnTo>
                    <a:cubicBezTo>
                      <a:pt x="41589" y="15491"/>
                      <a:pt x="41577" y="15503"/>
                      <a:pt x="41624" y="15527"/>
                    </a:cubicBezTo>
                    <a:cubicBezTo>
                      <a:pt x="41791" y="15443"/>
                      <a:pt x="41958" y="15348"/>
                      <a:pt x="42124" y="15241"/>
                    </a:cubicBezTo>
                    <a:lnTo>
                      <a:pt x="42124" y="6990"/>
                    </a:lnTo>
                    <a:lnTo>
                      <a:pt x="42124" y="6811"/>
                    </a:lnTo>
                    <a:cubicBezTo>
                      <a:pt x="42113" y="6776"/>
                      <a:pt x="42113" y="6740"/>
                      <a:pt x="42101" y="6716"/>
                    </a:cubicBezTo>
                    <a:close/>
                    <a:moveTo>
                      <a:pt x="41089" y="7514"/>
                    </a:moveTo>
                    <a:cubicBezTo>
                      <a:pt x="40970" y="7609"/>
                      <a:pt x="40839" y="7716"/>
                      <a:pt x="40731" y="7835"/>
                    </a:cubicBezTo>
                    <a:cubicBezTo>
                      <a:pt x="40529" y="8050"/>
                      <a:pt x="40565" y="7978"/>
                      <a:pt x="40565" y="8252"/>
                    </a:cubicBezTo>
                    <a:lnTo>
                      <a:pt x="40565" y="15836"/>
                    </a:lnTo>
                    <a:lnTo>
                      <a:pt x="40565" y="15991"/>
                    </a:lnTo>
                    <a:cubicBezTo>
                      <a:pt x="40565" y="16027"/>
                      <a:pt x="40577" y="16062"/>
                      <a:pt x="40589" y="16098"/>
                    </a:cubicBezTo>
                    <a:cubicBezTo>
                      <a:pt x="40767" y="16015"/>
                      <a:pt x="40934" y="15920"/>
                      <a:pt x="41089" y="15812"/>
                    </a:cubicBezTo>
                    <a:lnTo>
                      <a:pt x="41089" y="7514"/>
                    </a:lnTo>
                    <a:close/>
                    <a:moveTo>
                      <a:pt x="40100" y="8562"/>
                    </a:moveTo>
                    <a:cubicBezTo>
                      <a:pt x="40065" y="8585"/>
                      <a:pt x="40029" y="8609"/>
                      <a:pt x="40005" y="8645"/>
                    </a:cubicBezTo>
                    <a:cubicBezTo>
                      <a:pt x="39898" y="8764"/>
                      <a:pt x="39803" y="8883"/>
                      <a:pt x="39708" y="9014"/>
                    </a:cubicBezTo>
                    <a:cubicBezTo>
                      <a:pt x="39529" y="9240"/>
                      <a:pt x="39553" y="9157"/>
                      <a:pt x="39553" y="9443"/>
                    </a:cubicBezTo>
                    <a:lnTo>
                      <a:pt x="39553" y="15908"/>
                    </a:lnTo>
                    <a:lnTo>
                      <a:pt x="39553" y="16503"/>
                    </a:lnTo>
                    <a:cubicBezTo>
                      <a:pt x="39553" y="16551"/>
                      <a:pt x="39553" y="16598"/>
                      <a:pt x="39565" y="16658"/>
                    </a:cubicBezTo>
                    <a:cubicBezTo>
                      <a:pt x="39600" y="16646"/>
                      <a:pt x="39636" y="16634"/>
                      <a:pt x="39672" y="16622"/>
                    </a:cubicBezTo>
                    <a:cubicBezTo>
                      <a:pt x="39755" y="16574"/>
                      <a:pt x="39827" y="16527"/>
                      <a:pt x="39910" y="16479"/>
                    </a:cubicBezTo>
                    <a:cubicBezTo>
                      <a:pt x="40124" y="16360"/>
                      <a:pt x="40100" y="16396"/>
                      <a:pt x="40100" y="16158"/>
                    </a:cubicBezTo>
                    <a:lnTo>
                      <a:pt x="40100" y="8776"/>
                    </a:lnTo>
                    <a:lnTo>
                      <a:pt x="40100" y="8562"/>
                    </a:lnTo>
                    <a:close/>
                    <a:moveTo>
                      <a:pt x="39076" y="9907"/>
                    </a:moveTo>
                    <a:cubicBezTo>
                      <a:pt x="39041" y="9931"/>
                      <a:pt x="39029" y="9931"/>
                      <a:pt x="39017" y="9931"/>
                    </a:cubicBezTo>
                    <a:cubicBezTo>
                      <a:pt x="38874" y="10133"/>
                      <a:pt x="38731" y="10324"/>
                      <a:pt x="38588" y="10526"/>
                    </a:cubicBezTo>
                    <a:cubicBezTo>
                      <a:pt x="38553" y="10574"/>
                      <a:pt x="38529" y="10621"/>
                      <a:pt x="38541" y="10681"/>
                    </a:cubicBezTo>
                    <a:lnTo>
                      <a:pt x="38541" y="10836"/>
                    </a:lnTo>
                    <a:lnTo>
                      <a:pt x="38541" y="16967"/>
                    </a:lnTo>
                    <a:lnTo>
                      <a:pt x="38541" y="17134"/>
                    </a:lnTo>
                    <a:cubicBezTo>
                      <a:pt x="38541" y="17182"/>
                      <a:pt x="38529" y="17194"/>
                      <a:pt x="38588" y="17217"/>
                    </a:cubicBezTo>
                    <a:cubicBezTo>
                      <a:pt x="38743" y="17134"/>
                      <a:pt x="38910" y="17051"/>
                      <a:pt x="39076" y="16944"/>
                    </a:cubicBezTo>
                    <a:lnTo>
                      <a:pt x="39076" y="9907"/>
                    </a:lnTo>
                    <a:close/>
                    <a:moveTo>
                      <a:pt x="38017" y="11252"/>
                    </a:moveTo>
                    <a:lnTo>
                      <a:pt x="37529" y="11764"/>
                    </a:lnTo>
                    <a:lnTo>
                      <a:pt x="37529" y="12455"/>
                    </a:lnTo>
                    <a:lnTo>
                      <a:pt x="37529" y="16443"/>
                    </a:lnTo>
                    <a:lnTo>
                      <a:pt x="37529" y="17098"/>
                    </a:lnTo>
                    <a:cubicBezTo>
                      <a:pt x="37529" y="17325"/>
                      <a:pt x="37529" y="17539"/>
                      <a:pt x="37552" y="17765"/>
                    </a:cubicBezTo>
                    <a:cubicBezTo>
                      <a:pt x="37731" y="17694"/>
                      <a:pt x="37898" y="17610"/>
                      <a:pt x="38053" y="17491"/>
                    </a:cubicBezTo>
                    <a:cubicBezTo>
                      <a:pt x="38064" y="17384"/>
                      <a:pt x="38076" y="11443"/>
                      <a:pt x="38064" y="11300"/>
                    </a:cubicBezTo>
                    <a:cubicBezTo>
                      <a:pt x="38064" y="11276"/>
                      <a:pt x="38053" y="11264"/>
                      <a:pt x="38041" y="11252"/>
                    </a:cubicBezTo>
                    <a:close/>
                    <a:moveTo>
                      <a:pt x="37005" y="12241"/>
                    </a:moveTo>
                    <a:lnTo>
                      <a:pt x="36505" y="12586"/>
                    </a:lnTo>
                    <a:lnTo>
                      <a:pt x="36505" y="12824"/>
                    </a:lnTo>
                    <a:lnTo>
                      <a:pt x="36505" y="18087"/>
                    </a:lnTo>
                    <a:lnTo>
                      <a:pt x="36505" y="18241"/>
                    </a:lnTo>
                    <a:cubicBezTo>
                      <a:pt x="36505" y="18301"/>
                      <a:pt x="36505" y="18313"/>
                      <a:pt x="36552" y="18325"/>
                    </a:cubicBezTo>
                    <a:cubicBezTo>
                      <a:pt x="36719" y="18253"/>
                      <a:pt x="36886" y="18158"/>
                      <a:pt x="37052" y="18051"/>
                    </a:cubicBezTo>
                    <a:lnTo>
                      <a:pt x="37052" y="12491"/>
                    </a:lnTo>
                    <a:lnTo>
                      <a:pt x="37052" y="12324"/>
                    </a:lnTo>
                    <a:cubicBezTo>
                      <a:pt x="37052" y="12276"/>
                      <a:pt x="37064" y="12264"/>
                      <a:pt x="37005" y="12241"/>
                    </a:cubicBezTo>
                    <a:close/>
                    <a:moveTo>
                      <a:pt x="36017" y="12860"/>
                    </a:moveTo>
                    <a:cubicBezTo>
                      <a:pt x="35838" y="12919"/>
                      <a:pt x="35671" y="12991"/>
                      <a:pt x="35505" y="13074"/>
                    </a:cubicBezTo>
                    <a:lnTo>
                      <a:pt x="35505" y="13336"/>
                    </a:lnTo>
                    <a:lnTo>
                      <a:pt x="35505" y="18622"/>
                    </a:lnTo>
                    <a:lnTo>
                      <a:pt x="35505" y="18801"/>
                    </a:lnTo>
                    <a:cubicBezTo>
                      <a:pt x="35505" y="18837"/>
                      <a:pt x="35517" y="18872"/>
                      <a:pt x="35528" y="18896"/>
                    </a:cubicBezTo>
                    <a:cubicBezTo>
                      <a:pt x="35707" y="18825"/>
                      <a:pt x="35874" y="18729"/>
                      <a:pt x="36028" y="18622"/>
                    </a:cubicBezTo>
                    <a:cubicBezTo>
                      <a:pt x="36028" y="18539"/>
                      <a:pt x="36040" y="18456"/>
                      <a:pt x="36040" y="18372"/>
                    </a:cubicBezTo>
                    <a:lnTo>
                      <a:pt x="36028" y="18360"/>
                    </a:lnTo>
                    <a:lnTo>
                      <a:pt x="36028" y="13122"/>
                    </a:lnTo>
                    <a:lnTo>
                      <a:pt x="36028" y="12967"/>
                    </a:lnTo>
                    <a:cubicBezTo>
                      <a:pt x="36028" y="12931"/>
                      <a:pt x="36017" y="12895"/>
                      <a:pt x="36017" y="12860"/>
                    </a:cubicBezTo>
                    <a:close/>
                    <a:moveTo>
                      <a:pt x="35016" y="13181"/>
                    </a:moveTo>
                    <a:cubicBezTo>
                      <a:pt x="34850" y="13181"/>
                      <a:pt x="34671" y="13193"/>
                      <a:pt x="34504" y="13217"/>
                    </a:cubicBezTo>
                    <a:lnTo>
                      <a:pt x="34504" y="13467"/>
                    </a:lnTo>
                    <a:lnTo>
                      <a:pt x="34504" y="19253"/>
                    </a:lnTo>
                    <a:lnTo>
                      <a:pt x="34504" y="19372"/>
                    </a:lnTo>
                    <a:cubicBezTo>
                      <a:pt x="34504" y="19408"/>
                      <a:pt x="34493" y="19444"/>
                      <a:pt x="34540" y="19468"/>
                    </a:cubicBezTo>
                    <a:cubicBezTo>
                      <a:pt x="34707" y="19384"/>
                      <a:pt x="34874" y="19289"/>
                      <a:pt x="35040" y="19182"/>
                    </a:cubicBezTo>
                    <a:lnTo>
                      <a:pt x="35040" y="13241"/>
                    </a:lnTo>
                    <a:cubicBezTo>
                      <a:pt x="35028" y="13217"/>
                      <a:pt x="35028" y="13205"/>
                      <a:pt x="35016" y="13181"/>
                    </a:cubicBezTo>
                    <a:close/>
                    <a:moveTo>
                      <a:pt x="33811" y="13241"/>
                    </a:moveTo>
                    <a:cubicBezTo>
                      <a:pt x="33696" y="13241"/>
                      <a:pt x="33580" y="13257"/>
                      <a:pt x="33469" y="13288"/>
                    </a:cubicBezTo>
                    <a:cubicBezTo>
                      <a:pt x="33481" y="13395"/>
                      <a:pt x="33469" y="13479"/>
                      <a:pt x="33469" y="13562"/>
                    </a:cubicBezTo>
                    <a:lnTo>
                      <a:pt x="33469" y="19741"/>
                    </a:lnTo>
                    <a:lnTo>
                      <a:pt x="33469" y="19920"/>
                    </a:lnTo>
                    <a:cubicBezTo>
                      <a:pt x="33481" y="19956"/>
                      <a:pt x="33492" y="19992"/>
                      <a:pt x="33504" y="20027"/>
                    </a:cubicBezTo>
                    <a:cubicBezTo>
                      <a:pt x="33671" y="19944"/>
                      <a:pt x="33850" y="19849"/>
                      <a:pt x="34004" y="19741"/>
                    </a:cubicBezTo>
                    <a:lnTo>
                      <a:pt x="34004" y="19480"/>
                    </a:lnTo>
                    <a:lnTo>
                      <a:pt x="34004" y="13550"/>
                    </a:lnTo>
                    <a:lnTo>
                      <a:pt x="34004" y="13372"/>
                    </a:lnTo>
                    <a:cubicBezTo>
                      <a:pt x="34004" y="13324"/>
                      <a:pt x="33993" y="13288"/>
                      <a:pt x="33981" y="13253"/>
                    </a:cubicBezTo>
                    <a:cubicBezTo>
                      <a:pt x="33925" y="13245"/>
                      <a:pt x="33868" y="13241"/>
                      <a:pt x="33811" y="13241"/>
                    </a:cubicBezTo>
                    <a:close/>
                    <a:moveTo>
                      <a:pt x="32980" y="13372"/>
                    </a:moveTo>
                    <a:cubicBezTo>
                      <a:pt x="32802" y="13395"/>
                      <a:pt x="32635" y="13431"/>
                      <a:pt x="32469" y="13503"/>
                    </a:cubicBezTo>
                    <a:lnTo>
                      <a:pt x="32469" y="13776"/>
                    </a:lnTo>
                    <a:lnTo>
                      <a:pt x="32469" y="20325"/>
                    </a:lnTo>
                    <a:lnTo>
                      <a:pt x="32469" y="20492"/>
                    </a:lnTo>
                    <a:cubicBezTo>
                      <a:pt x="32469" y="20515"/>
                      <a:pt x="32457" y="20551"/>
                      <a:pt x="32504" y="20575"/>
                    </a:cubicBezTo>
                    <a:cubicBezTo>
                      <a:pt x="32683" y="20492"/>
                      <a:pt x="32850" y="20396"/>
                      <a:pt x="33004" y="20301"/>
                    </a:cubicBezTo>
                    <a:lnTo>
                      <a:pt x="33004" y="13455"/>
                    </a:lnTo>
                    <a:cubicBezTo>
                      <a:pt x="33004" y="13419"/>
                      <a:pt x="32992" y="13395"/>
                      <a:pt x="32980" y="13372"/>
                    </a:cubicBezTo>
                    <a:close/>
                    <a:moveTo>
                      <a:pt x="31957" y="13729"/>
                    </a:moveTo>
                    <a:cubicBezTo>
                      <a:pt x="31766" y="13776"/>
                      <a:pt x="31599" y="13872"/>
                      <a:pt x="31445" y="13991"/>
                    </a:cubicBezTo>
                    <a:lnTo>
                      <a:pt x="31445" y="20896"/>
                    </a:lnTo>
                    <a:lnTo>
                      <a:pt x="31445" y="21051"/>
                    </a:lnTo>
                    <a:cubicBezTo>
                      <a:pt x="31456" y="21075"/>
                      <a:pt x="31456" y="21111"/>
                      <a:pt x="31468" y="21146"/>
                    </a:cubicBezTo>
                    <a:cubicBezTo>
                      <a:pt x="31647" y="21063"/>
                      <a:pt x="31826" y="20968"/>
                      <a:pt x="31992" y="20861"/>
                    </a:cubicBezTo>
                    <a:lnTo>
                      <a:pt x="31992" y="20623"/>
                    </a:lnTo>
                    <a:lnTo>
                      <a:pt x="31992" y="13979"/>
                    </a:lnTo>
                    <a:lnTo>
                      <a:pt x="31992" y="13812"/>
                    </a:lnTo>
                    <a:cubicBezTo>
                      <a:pt x="31992" y="13765"/>
                      <a:pt x="31992" y="13753"/>
                      <a:pt x="31957" y="13729"/>
                    </a:cubicBezTo>
                    <a:close/>
                    <a:moveTo>
                      <a:pt x="30945" y="14253"/>
                    </a:moveTo>
                    <a:cubicBezTo>
                      <a:pt x="30766" y="14348"/>
                      <a:pt x="30599" y="14455"/>
                      <a:pt x="30444" y="14574"/>
                    </a:cubicBezTo>
                    <a:lnTo>
                      <a:pt x="30444" y="14824"/>
                    </a:lnTo>
                    <a:lnTo>
                      <a:pt x="30444" y="21432"/>
                    </a:lnTo>
                    <a:lnTo>
                      <a:pt x="30444" y="21611"/>
                    </a:lnTo>
                    <a:cubicBezTo>
                      <a:pt x="30444" y="21646"/>
                      <a:pt x="30444" y="21682"/>
                      <a:pt x="30480" y="21694"/>
                    </a:cubicBezTo>
                    <a:cubicBezTo>
                      <a:pt x="30647" y="21611"/>
                      <a:pt x="30814" y="21527"/>
                      <a:pt x="30980" y="21420"/>
                    </a:cubicBezTo>
                    <a:lnTo>
                      <a:pt x="30980" y="14300"/>
                    </a:lnTo>
                    <a:cubicBezTo>
                      <a:pt x="30980" y="14288"/>
                      <a:pt x="30968" y="14277"/>
                      <a:pt x="30945" y="14253"/>
                    </a:cubicBezTo>
                    <a:close/>
                    <a:moveTo>
                      <a:pt x="4694" y="21319"/>
                    </a:moveTo>
                    <a:cubicBezTo>
                      <a:pt x="4712" y="21319"/>
                      <a:pt x="4727" y="21325"/>
                      <a:pt x="4739" y="21337"/>
                    </a:cubicBezTo>
                    <a:cubicBezTo>
                      <a:pt x="4763" y="21373"/>
                      <a:pt x="4786" y="21420"/>
                      <a:pt x="4775" y="21468"/>
                    </a:cubicBezTo>
                    <a:cubicBezTo>
                      <a:pt x="4775" y="21635"/>
                      <a:pt x="4739" y="21754"/>
                      <a:pt x="4644" y="21801"/>
                    </a:cubicBezTo>
                    <a:lnTo>
                      <a:pt x="4632" y="21801"/>
                    </a:lnTo>
                    <a:cubicBezTo>
                      <a:pt x="4612" y="21815"/>
                      <a:pt x="4595" y="21822"/>
                      <a:pt x="4579" y="21822"/>
                    </a:cubicBezTo>
                    <a:cubicBezTo>
                      <a:pt x="4529" y="21822"/>
                      <a:pt x="4501" y="21750"/>
                      <a:pt x="4501" y="21623"/>
                    </a:cubicBezTo>
                    <a:cubicBezTo>
                      <a:pt x="4501" y="21563"/>
                      <a:pt x="4513" y="21504"/>
                      <a:pt x="4536" y="21444"/>
                    </a:cubicBezTo>
                    <a:cubicBezTo>
                      <a:pt x="4560" y="21396"/>
                      <a:pt x="4596" y="21361"/>
                      <a:pt x="4632" y="21337"/>
                    </a:cubicBezTo>
                    <a:cubicBezTo>
                      <a:pt x="4656" y="21325"/>
                      <a:pt x="4676" y="21319"/>
                      <a:pt x="4694" y="21319"/>
                    </a:cubicBezTo>
                    <a:close/>
                    <a:moveTo>
                      <a:pt x="29909" y="14955"/>
                    </a:moveTo>
                    <a:lnTo>
                      <a:pt x="29421" y="15360"/>
                    </a:lnTo>
                    <a:lnTo>
                      <a:pt x="29421" y="15574"/>
                    </a:lnTo>
                    <a:lnTo>
                      <a:pt x="29421" y="22027"/>
                    </a:lnTo>
                    <a:lnTo>
                      <a:pt x="29421" y="22170"/>
                    </a:lnTo>
                    <a:cubicBezTo>
                      <a:pt x="29421" y="22206"/>
                      <a:pt x="29432" y="22242"/>
                      <a:pt x="29444" y="22278"/>
                    </a:cubicBezTo>
                    <a:cubicBezTo>
                      <a:pt x="29623" y="22194"/>
                      <a:pt x="29790" y="22099"/>
                      <a:pt x="29956" y="21980"/>
                    </a:cubicBezTo>
                    <a:lnTo>
                      <a:pt x="29956" y="15217"/>
                    </a:lnTo>
                    <a:lnTo>
                      <a:pt x="29956" y="15039"/>
                    </a:lnTo>
                    <a:cubicBezTo>
                      <a:pt x="29956" y="15015"/>
                      <a:pt x="29956" y="14979"/>
                      <a:pt x="29909" y="14955"/>
                    </a:cubicBezTo>
                    <a:close/>
                    <a:moveTo>
                      <a:pt x="6180" y="20253"/>
                    </a:moveTo>
                    <a:lnTo>
                      <a:pt x="5287" y="20754"/>
                    </a:lnTo>
                    <a:lnTo>
                      <a:pt x="5287" y="21004"/>
                    </a:lnTo>
                    <a:lnTo>
                      <a:pt x="5822" y="20706"/>
                    </a:lnTo>
                    <a:lnTo>
                      <a:pt x="5406" y="22408"/>
                    </a:lnTo>
                    <a:lnTo>
                      <a:pt x="5763" y="22206"/>
                    </a:lnTo>
                    <a:lnTo>
                      <a:pt x="6180" y="20468"/>
                    </a:lnTo>
                    <a:lnTo>
                      <a:pt x="6180" y="20253"/>
                    </a:lnTo>
                    <a:close/>
                    <a:moveTo>
                      <a:pt x="4715" y="22048"/>
                    </a:moveTo>
                    <a:cubicBezTo>
                      <a:pt x="4736" y="22048"/>
                      <a:pt x="4751" y="22057"/>
                      <a:pt x="4763" y="22075"/>
                    </a:cubicBezTo>
                    <a:cubicBezTo>
                      <a:pt x="4786" y="22123"/>
                      <a:pt x="4798" y="22182"/>
                      <a:pt x="4798" y="22242"/>
                    </a:cubicBezTo>
                    <a:cubicBezTo>
                      <a:pt x="4798" y="22325"/>
                      <a:pt x="4786" y="22397"/>
                      <a:pt x="4763" y="22468"/>
                    </a:cubicBezTo>
                    <a:cubicBezTo>
                      <a:pt x="4751" y="22528"/>
                      <a:pt x="4703" y="22587"/>
                      <a:pt x="4644" y="22611"/>
                    </a:cubicBezTo>
                    <a:lnTo>
                      <a:pt x="4632" y="22623"/>
                    </a:lnTo>
                    <a:cubicBezTo>
                      <a:pt x="4602" y="22635"/>
                      <a:pt x="4578" y="22641"/>
                      <a:pt x="4559" y="22641"/>
                    </a:cubicBezTo>
                    <a:cubicBezTo>
                      <a:pt x="4539" y="22641"/>
                      <a:pt x="4525" y="22635"/>
                      <a:pt x="4513" y="22623"/>
                    </a:cubicBezTo>
                    <a:cubicBezTo>
                      <a:pt x="4489" y="22563"/>
                      <a:pt x="4477" y="22504"/>
                      <a:pt x="4477" y="22444"/>
                    </a:cubicBezTo>
                    <a:cubicBezTo>
                      <a:pt x="4477" y="22373"/>
                      <a:pt x="4489" y="22289"/>
                      <a:pt x="4513" y="22230"/>
                    </a:cubicBezTo>
                    <a:cubicBezTo>
                      <a:pt x="4536" y="22158"/>
                      <a:pt x="4584" y="22111"/>
                      <a:pt x="4632" y="22075"/>
                    </a:cubicBezTo>
                    <a:cubicBezTo>
                      <a:pt x="4667" y="22057"/>
                      <a:pt x="4694" y="22048"/>
                      <a:pt x="4715" y="22048"/>
                    </a:cubicBezTo>
                    <a:close/>
                    <a:moveTo>
                      <a:pt x="28932" y="15836"/>
                    </a:moveTo>
                    <a:cubicBezTo>
                      <a:pt x="28885" y="15872"/>
                      <a:pt x="28849" y="15896"/>
                      <a:pt x="28813" y="15932"/>
                    </a:cubicBezTo>
                    <a:cubicBezTo>
                      <a:pt x="28730" y="16027"/>
                      <a:pt x="28647" y="16122"/>
                      <a:pt x="28551" y="16205"/>
                    </a:cubicBezTo>
                    <a:cubicBezTo>
                      <a:pt x="28444" y="16277"/>
                      <a:pt x="28397" y="16420"/>
                      <a:pt x="28420" y="16551"/>
                    </a:cubicBezTo>
                    <a:lnTo>
                      <a:pt x="28420" y="22837"/>
                    </a:lnTo>
                    <a:cubicBezTo>
                      <a:pt x="28528" y="22789"/>
                      <a:pt x="28635" y="22742"/>
                      <a:pt x="28742" y="22682"/>
                    </a:cubicBezTo>
                    <a:cubicBezTo>
                      <a:pt x="28992" y="22539"/>
                      <a:pt x="28956" y="22587"/>
                      <a:pt x="28956" y="22313"/>
                    </a:cubicBezTo>
                    <a:lnTo>
                      <a:pt x="28956" y="16074"/>
                    </a:lnTo>
                    <a:lnTo>
                      <a:pt x="28956" y="15920"/>
                    </a:lnTo>
                    <a:cubicBezTo>
                      <a:pt x="28956" y="15884"/>
                      <a:pt x="28944" y="15860"/>
                      <a:pt x="28932" y="15836"/>
                    </a:cubicBezTo>
                    <a:close/>
                    <a:moveTo>
                      <a:pt x="4918" y="20995"/>
                    </a:moveTo>
                    <a:cubicBezTo>
                      <a:pt x="4820" y="20995"/>
                      <a:pt x="4725" y="21024"/>
                      <a:pt x="4644" y="21087"/>
                    </a:cubicBezTo>
                    <a:cubicBezTo>
                      <a:pt x="4501" y="21158"/>
                      <a:pt x="4370" y="21277"/>
                      <a:pt x="4275" y="21408"/>
                    </a:cubicBezTo>
                    <a:cubicBezTo>
                      <a:pt x="4191" y="21527"/>
                      <a:pt x="4155" y="21670"/>
                      <a:pt x="4155" y="21813"/>
                    </a:cubicBezTo>
                    <a:cubicBezTo>
                      <a:pt x="4144" y="21885"/>
                      <a:pt x="4167" y="21956"/>
                      <a:pt x="4203" y="22016"/>
                    </a:cubicBezTo>
                    <a:cubicBezTo>
                      <a:pt x="4239" y="22063"/>
                      <a:pt x="4298" y="22087"/>
                      <a:pt x="4358" y="22087"/>
                    </a:cubicBezTo>
                    <a:cubicBezTo>
                      <a:pt x="4286" y="22158"/>
                      <a:pt x="4227" y="22254"/>
                      <a:pt x="4179" y="22349"/>
                    </a:cubicBezTo>
                    <a:cubicBezTo>
                      <a:pt x="4144" y="22432"/>
                      <a:pt x="4132" y="22528"/>
                      <a:pt x="4120" y="22623"/>
                    </a:cubicBezTo>
                    <a:cubicBezTo>
                      <a:pt x="4120" y="22852"/>
                      <a:pt x="4188" y="22964"/>
                      <a:pt x="4332" y="22964"/>
                    </a:cubicBezTo>
                    <a:cubicBezTo>
                      <a:pt x="4412" y="22964"/>
                      <a:pt x="4516" y="22929"/>
                      <a:pt x="4644" y="22861"/>
                    </a:cubicBezTo>
                    <a:lnTo>
                      <a:pt x="4632" y="22861"/>
                    </a:lnTo>
                    <a:cubicBezTo>
                      <a:pt x="4798" y="22778"/>
                      <a:pt x="4941" y="22659"/>
                      <a:pt x="5037" y="22504"/>
                    </a:cubicBezTo>
                    <a:cubicBezTo>
                      <a:pt x="5120" y="22373"/>
                      <a:pt x="5167" y="22218"/>
                      <a:pt x="5167" y="22063"/>
                    </a:cubicBezTo>
                    <a:cubicBezTo>
                      <a:pt x="5167" y="21980"/>
                      <a:pt x="5144" y="21897"/>
                      <a:pt x="5108" y="21825"/>
                    </a:cubicBezTo>
                    <a:cubicBezTo>
                      <a:pt x="5068" y="21786"/>
                      <a:pt x="5021" y="21763"/>
                      <a:pt x="4965" y="21763"/>
                    </a:cubicBezTo>
                    <a:cubicBezTo>
                      <a:pt x="4954" y="21763"/>
                      <a:pt x="4942" y="21764"/>
                      <a:pt x="4929" y="21766"/>
                    </a:cubicBezTo>
                    <a:cubicBezTo>
                      <a:pt x="5001" y="21694"/>
                      <a:pt x="5048" y="21611"/>
                      <a:pt x="5084" y="21527"/>
                    </a:cubicBezTo>
                    <a:cubicBezTo>
                      <a:pt x="5120" y="21444"/>
                      <a:pt x="5132" y="21349"/>
                      <a:pt x="5132" y="21254"/>
                    </a:cubicBezTo>
                    <a:cubicBezTo>
                      <a:pt x="5132" y="21123"/>
                      <a:pt x="5096" y="21027"/>
                      <a:pt x="5013" y="21004"/>
                    </a:cubicBezTo>
                    <a:cubicBezTo>
                      <a:pt x="4981" y="20998"/>
                      <a:pt x="4949" y="20995"/>
                      <a:pt x="4918" y="20995"/>
                    </a:cubicBezTo>
                    <a:close/>
                    <a:moveTo>
                      <a:pt x="3429" y="22123"/>
                    </a:moveTo>
                    <a:lnTo>
                      <a:pt x="3429" y="22849"/>
                    </a:lnTo>
                    <a:lnTo>
                      <a:pt x="3132" y="23016"/>
                    </a:lnTo>
                    <a:lnTo>
                      <a:pt x="3429" y="22123"/>
                    </a:lnTo>
                    <a:close/>
                    <a:moveTo>
                      <a:pt x="27920" y="16872"/>
                    </a:moveTo>
                    <a:cubicBezTo>
                      <a:pt x="27885" y="16896"/>
                      <a:pt x="27861" y="16920"/>
                      <a:pt x="27837" y="16932"/>
                    </a:cubicBezTo>
                    <a:cubicBezTo>
                      <a:pt x="27742" y="17015"/>
                      <a:pt x="27658" y="17098"/>
                      <a:pt x="27575" y="17170"/>
                    </a:cubicBezTo>
                    <a:cubicBezTo>
                      <a:pt x="27373" y="17348"/>
                      <a:pt x="27396" y="17277"/>
                      <a:pt x="27396" y="17539"/>
                    </a:cubicBezTo>
                    <a:lnTo>
                      <a:pt x="27396" y="23159"/>
                    </a:lnTo>
                    <a:lnTo>
                      <a:pt x="27396" y="23301"/>
                    </a:lnTo>
                    <a:cubicBezTo>
                      <a:pt x="27396" y="23349"/>
                      <a:pt x="27396" y="23373"/>
                      <a:pt x="27456" y="23385"/>
                    </a:cubicBezTo>
                    <a:lnTo>
                      <a:pt x="27932" y="23123"/>
                    </a:lnTo>
                    <a:lnTo>
                      <a:pt x="27932" y="16944"/>
                    </a:lnTo>
                    <a:cubicBezTo>
                      <a:pt x="27932" y="16920"/>
                      <a:pt x="27932" y="16896"/>
                      <a:pt x="27920" y="16872"/>
                    </a:cubicBezTo>
                    <a:close/>
                    <a:moveTo>
                      <a:pt x="3774" y="21575"/>
                    </a:moveTo>
                    <a:lnTo>
                      <a:pt x="3346" y="21813"/>
                    </a:lnTo>
                    <a:lnTo>
                      <a:pt x="2834" y="23170"/>
                    </a:lnTo>
                    <a:lnTo>
                      <a:pt x="2834" y="23421"/>
                    </a:lnTo>
                    <a:lnTo>
                      <a:pt x="3429" y="23099"/>
                    </a:lnTo>
                    <a:lnTo>
                      <a:pt x="3429" y="23504"/>
                    </a:lnTo>
                    <a:lnTo>
                      <a:pt x="3774" y="23301"/>
                    </a:lnTo>
                    <a:lnTo>
                      <a:pt x="3774" y="22897"/>
                    </a:lnTo>
                    <a:lnTo>
                      <a:pt x="3965" y="22789"/>
                    </a:lnTo>
                    <a:lnTo>
                      <a:pt x="3965" y="22539"/>
                    </a:lnTo>
                    <a:lnTo>
                      <a:pt x="3774" y="22647"/>
                    </a:lnTo>
                    <a:lnTo>
                      <a:pt x="3774" y="21575"/>
                    </a:lnTo>
                    <a:close/>
                    <a:moveTo>
                      <a:pt x="26896" y="17682"/>
                    </a:moveTo>
                    <a:lnTo>
                      <a:pt x="26396" y="17979"/>
                    </a:lnTo>
                    <a:cubicBezTo>
                      <a:pt x="26396" y="18063"/>
                      <a:pt x="26384" y="18146"/>
                      <a:pt x="26384" y="18229"/>
                    </a:cubicBezTo>
                    <a:lnTo>
                      <a:pt x="26384" y="23694"/>
                    </a:lnTo>
                    <a:lnTo>
                      <a:pt x="26384" y="23849"/>
                    </a:lnTo>
                    <a:cubicBezTo>
                      <a:pt x="26384" y="23909"/>
                      <a:pt x="26384" y="23921"/>
                      <a:pt x="26444" y="23944"/>
                    </a:cubicBezTo>
                    <a:cubicBezTo>
                      <a:pt x="26527" y="23897"/>
                      <a:pt x="26611" y="23849"/>
                      <a:pt x="26706" y="23790"/>
                    </a:cubicBezTo>
                    <a:cubicBezTo>
                      <a:pt x="26956" y="23647"/>
                      <a:pt x="26932" y="23718"/>
                      <a:pt x="26932" y="23409"/>
                    </a:cubicBezTo>
                    <a:lnTo>
                      <a:pt x="26932" y="17944"/>
                    </a:lnTo>
                    <a:lnTo>
                      <a:pt x="26932" y="17765"/>
                    </a:lnTo>
                    <a:cubicBezTo>
                      <a:pt x="26920" y="17729"/>
                      <a:pt x="26920" y="17706"/>
                      <a:pt x="26896" y="17682"/>
                    </a:cubicBezTo>
                    <a:close/>
                    <a:moveTo>
                      <a:pt x="25872" y="18217"/>
                    </a:moveTo>
                    <a:lnTo>
                      <a:pt x="25372" y="18384"/>
                    </a:lnTo>
                    <a:lnTo>
                      <a:pt x="25372" y="24433"/>
                    </a:lnTo>
                    <a:cubicBezTo>
                      <a:pt x="25372" y="24456"/>
                      <a:pt x="25384" y="24480"/>
                      <a:pt x="25384" y="24504"/>
                    </a:cubicBezTo>
                    <a:cubicBezTo>
                      <a:pt x="25575" y="24444"/>
                      <a:pt x="25753" y="24337"/>
                      <a:pt x="25908" y="24218"/>
                    </a:cubicBezTo>
                    <a:lnTo>
                      <a:pt x="25908" y="18468"/>
                    </a:lnTo>
                    <a:lnTo>
                      <a:pt x="25908" y="18325"/>
                    </a:lnTo>
                    <a:cubicBezTo>
                      <a:pt x="25908" y="18277"/>
                      <a:pt x="25920" y="18253"/>
                      <a:pt x="25872" y="18217"/>
                    </a:cubicBezTo>
                    <a:close/>
                    <a:moveTo>
                      <a:pt x="24872" y="18479"/>
                    </a:moveTo>
                    <a:cubicBezTo>
                      <a:pt x="24706" y="18479"/>
                      <a:pt x="24539" y="18479"/>
                      <a:pt x="24384" y="18491"/>
                    </a:cubicBezTo>
                    <a:cubicBezTo>
                      <a:pt x="24348" y="18575"/>
                      <a:pt x="24348" y="18658"/>
                      <a:pt x="24360" y="18741"/>
                    </a:cubicBezTo>
                    <a:lnTo>
                      <a:pt x="24360" y="24837"/>
                    </a:lnTo>
                    <a:lnTo>
                      <a:pt x="24360" y="24992"/>
                    </a:lnTo>
                    <a:cubicBezTo>
                      <a:pt x="24360" y="25016"/>
                      <a:pt x="24372" y="25052"/>
                      <a:pt x="24384" y="25075"/>
                    </a:cubicBezTo>
                    <a:cubicBezTo>
                      <a:pt x="24551" y="24992"/>
                      <a:pt x="24729" y="24909"/>
                      <a:pt x="24896" y="24802"/>
                    </a:cubicBezTo>
                    <a:lnTo>
                      <a:pt x="24896" y="24564"/>
                    </a:lnTo>
                    <a:lnTo>
                      <a:pt x="24896" y="18753"/>
                    </a:lnTo>
                    <a:lnTo>
                      <a:pt x="24896" y="18598"/>
                    </a:lnTo>
                    <a:cubicBezTo>
                      <a:pt x="24896" y="18551"/>
                      <a:pt x="24884" y="18527"/>
                      <a:pt x="24872" y="18479"/>
                    </a:cubicBezTo>
                    <a:close/>
                    <a:moveTo>
                      <a:pt x="4598" y="25067"/>
                    </a:moveTo>
                    <a:cubicBezTo>
                      <a:pt x="4566" y="25067"/>
                      <a:pt x="4528" y="25077"/>
                      <a:pt x="4489" y="25099"/>
                    </a:cubicBezTo>
                    <a:cubicBezTo>
                      <a:pt x="4382" y="25159"/>
                      <a:pt x="4310" y="25266"/>
                      <a:pt x="4286" y="25385"/>
                    </a:cubicBezTo>
                    <a:cubicBezTo>
                      <a:pt x="4286" y="25446"/>
                      <a:pt x="4325" y="25482"/>
                      <a:pt x="4381" y="25482"/>
                    </a:cubicBezTo>
                    <a:cubicBezTo>
                      <a:pt x="4413" y="25482"/>
                      <a:pt x="4450" y="25470"/>
                      <a:pt x="4489" y="25445"/>
                    </a:cubicBezTo>
                    <a:cubicBezTo>
                      <a:pt x="4596" y="25397"/>
                      <a:pt x="4667" y="25290"/>
                      <a:pt x="4691" y="25159"/>
                    </a:cubicBezTo>
                    <a:cubicBezTo>
                      <a:pt x="4691" y="25099"/>
                      <a:pt x="4653" y="25067"/>
                      <a:pt x="4598" y="25067"/>
                    </a:cubicBezTo>
                    <a:close/>
                    <a:moveTo>
                      <a:pt x="23348" y="18217"/>
                    </a:moveTo>
                    <a:lnTo>
                      <a:pt x="23348" y="18515"/>
                    </a:lnTo>
                    <a:lnTo>
                      <a:pt x="23348" y="25361"/>
                    </a:lnTo>
                    <a:lnTo>
                      <a:pt x="23348" y="25528"/>
                    </a:lnTo>
                    <a:cubicBezTo>
                      <a:pt x="23348" y="25564"/>
                      <a:pt x="23348" y="25599"/>
                      <a:pt x="23396" y="25623"/>
                    </a:cubicBezTo>
                    <a:cubicBezTo>
                      <a:pt x="23563" y="25552"/>
                      <a:pt x="23717" y="25456"/>
                      <a:pt x="23872" y="25361"/>
                    </a:cubicBezTo>
                    <a:cubicBezTo>
                      <a:pt x="23896" y="25135"/>
                      <a:pt x="23896" y="18575"/>
                      <a:pt x="23872" y="18408"/>
                    </a:cubicBezTo>
                    <a:lnTo>
                      <a:pt x="23348" y="18217"/>
                    </a:lnTo>
                    <a:close/>
                    <a:moveTo>
                      <a:pt x="22336" y="17575"/>
                    </a:moveTo>
                    <a:cubicBezTo>
                      <a:pt x="22336" y="17598"/>
                      <a:pt x="22336" y="17622"/>
                      <a:pt x="22336" y="17658"/>
                    </a:cubicBezTo>
                    <a:lnTo>
                      <a:pt x="22336" y="26159"/>
                    </a:lnTo>
                    <a:cubicBezTo>
                      <a:pt x="22324" y="26171"/>
                      <a:pt x="22324" y="26171"/>
                      <a:pt x="22336" y="26183"/>
                    </a:cubicBezTo>
                    <a:lnTo>
                      <a:pt x="22360" y="26207"/>
                    </a:lnTo>
                    <a:cubicBezTo>
                      <a:pt x="22527" y="26123"/>
                      <a:pt x="22693" y="26040"/>
                      <a:pt x="22848" y="25945"/>
                    </a:cubicBezTo>
                    <a:cubicBezTo>
                      <a:pt x="22872" y="25778"/>
                      <a:pt x="22884" y="18170"/>
                      <a:pt x="22860" y="17920"/>
                    </a:cubicBezTo>
                    <a:lnTo>
                      <a:pt x="22860" y="17920"/>
                    </a:lnTo>
                    <a:lnTo>
                      <a:pt x="22860" y="17932"/>
                    </a:lnTo>
                    <a:cubicBezTo>
                      <a:pt x="22705" y="17813"/>
                      <a:pt x="22539" y="17694"/>
                      <a:pt x="22384" y="17575"/>
                    </a:cubicBezTo>
                    <a:close/>
                    <a:moveTo>
                      <a:pt x="21348" y="16729"/>
                    </a:moveTo>
                    <a:cubicBezTo>
                      <a:pt x="21348" y="16765"/>
                      <a:pt x="21324" y="16789"/>
                      <a:pt x="21324" y="16813"/>
                    </a:cubicBezTo>
                    <a:cubicBezTo>
                      <a:pt x="21312" y="17384"/>
                      <a:pt x="21324" y="26588"/>
                      <a:pt x="21348" y="26754"/>
                    </a:cubicBezTo>
                    <a:cubicBezTo>
                      <a:pt x="21372" y="26754"/>
                      <a:pt x="21396" y="26754"/>
                      <a:pt x="21420" y="26742"/>
                    </a:cubicBezTo>
                    <a:cubicBezTo>
                      <a:pt x="21574" y="26659"/>
                      <a:pt x="21717" y="26576"/>
                      <a:pt x="21860" y="26480"/>
                    </a:cubicBezTo>
                    <a:lnTo>
                      <a:pt x="21860" y="17384"/>
                    </a:lnTo>
                    <a:lnTo>
                      <a:pt x="21860" y="17241"/>
                    </a:lnTo>
                    <a:cubicBezTo>
                      <a:pt x="21872" y="17158"/>
                      <a:pt x="21836" y="17074"/>
                      <a:pt x="21753" y="17027"/>
                    </a:cubicBezTo>
                    <a:cubicBezTo>
                      <a:pt x="21646" y="16955"/>
                      <a:pt x="21550" y="16860"/>
                      <a:pt x="21443" y="16789"/>
                    </a:cubicBezTo>
                    <a:cubicBezTo>
                      <a:pt x="21408" y="16765"/>
                      <a:pt x="21372" y="16741"/>
                      <a:pt x="21348" y="16729"/>
                    </a:cubicBezTo>
                    <a:close/>
                    <a:moveTo>
                      <a:pt x="20407" y="16265"/>
                    </a:moveTo>
                    <a:cubicBezTo>
                      <a:pt x="20384" y="16265"/>
                      <a:pt x="20360" y="16277"/>
                      <a:pt x="20336" y="16277"/>
                    </a:cubicBezTo>
                    <a:cubicBezTo>
                      <a:pt x="20312" y="16372"/>
                      <a:pt x="20312" y="16455"/>
                      <a:pt x="20324" y="16539"/>
                    </a:cubicBezTo>
                    <a:lnTo>
                      <a:pt x="20324" y="27076"/>
                    </a:lnTo>
                    <a:lnTo>
                      <a:pt x="20324" y="27231"/>
                    </a:lnTo>
                    <a:cubicBezTo>
                      <a:pt x="20324" y="27266"/>
                      <a:pt x="20324" y="27302"/>
                      <a:pt x="20336" y="27338"/>
                    </a:cubicBezTo>
                    <a:cubicBezTo>
                      <a:pt x="20515" y="27254"/>
                      <a:pt x="20681" y="27159"/>
                      <a:pt x="20848" y="27052"/>
                    </a:cubicBezTo>
                    <a:cubicBezTo>
                      <a:pt x="20848" y="27008"/>
                      <a:pt x="20848" y="26975"/>
                      <a:pt x="20848" y="26933"/>
                    </a:cubicBezTo>
                    <a:lnTo>
                      <a:pt x="20848" y="16455"/>
                    </a:lnTo>
                    <a:cubicBezTo>
                      <a:pt x="20848" y="16443"/>
                      <a:pt x="20848" y="16443"/>
                      <a:pt x="20848" y="16432"/>
                    </a:cubicBezTo>
                    <a:cubicBezTo>
                      <a:pt x="20848" y="16432"/>
                      <a:pt x="20836" y="16432"/>
                      <a:pt x="20824" y="16408"/>
                    </a:cubicBezTo>
                    <a:cubicBezTo>
                      <a:pt x="20693" y="16336"/>
                      <a:pt x="20550" y="16289"/>
                      <a:pt x="20407" y="16265"/>
                    </a:cubicBezTo>
                    <a:close/>
                    <a:moveTo>
                      <a:pt x="19766" y="16263"/>
                    </a:moveTo>
                    <a:cubicBezTo>
                      <a:pt x="19600" y="16263"/>
                      <a:pt x="19450" y="16309"/>
                      <a:pt x="19300" y="16384"/>
                    </a:cubicBezTo>
                    <a:lnTo>
                      <a:pt x="19300" y="16658"/>
                    </a:lnTo>
                    <a:lnTo>
                      <a:pt x="19300" y="27612"/>
                    </a:lnTo>
                    <a:lnTo>
                      <a:pt x="19300" y="27790"/>
                    </a:lnTo>
                    <a:cubicBezTo>
                      <a:pt x="19300" y="27814"/>
                      <a:pt x="19300" y="27862"/>
                      <a:pt x="19348" y="27885"/>
                    </a:cubicBezTo>
                    <a:cubicBezTo>
                      <a:pt x="19515" y="27802"/>
                      <a:pt x="19681" y="27707"/>
                      <a:pt x="19848" y="27600"/>
                    </a:cubicBezTo>
                    <a:lnTo>
                      <a:pt x="19848" y="27350"/>
                    </a:lnTo>
                    <a:lnTo>
                      <a:pt x="19848" y="16551"/>
                    </a:lnTo>
                    <a:lnTo>
                      <a:pt x="19848" y="16372"/>
                    </a:lnTo>
                    <a:cubicBezTo>
                      <a:pt x="19836" y="16336"/>
                      <a:pt x="19824" y="16301"/>
                      <a:pt x="19824" y="16265"/>
                    </a:cubicBezTo>
                    <a:cubicBezTo>
                      <a:pt x="19805" y="16264"/>
                      <a:pt x="19785" y="16263"/>
                      <a:pt x="19766" y="16263"/>
                    </a:cubicBezTo>
                    <a:close/>
                    <a:moveTo>
                      <a:pt x="18812" y="16610"/>
                    </a:moveTo>
                    <a:cubicBezTo>
                      <a:pt x="18705" y="16658"/>
                      <a:pt x="18586" y="16729"/>
                      <a:pt x="18491" y="16801"/>
                    </a:cubicBezTo>
                    <a:cubicBezTo>
                      <a:pt x="18288" y="16955"/>
                      <a:pt x="18288" y="16955"/>
                      <a:pt x="18288" y="17205"/>
                    </a:cubicBezTo>
                    <a:lnTo>
                      <a:pt x="18288" y="28195"/>
                    </a:lnTo>
                    <a:lnTo>
                      <a:pt x="18288" y="28350"/>
                    </a:lnTo>
                    <a:cubicBezTo>
                      <a:pt x="18288" y="28385"/>
                      <a:pt x="18300" y="28421"/>
                      <a:pt x="18300" y="28457"/>
                    </a:cubicBezTo>
                    <a:cubicBezTo>
                      <a:pt x="18479" y="28374"/>
                      <a:pt x="18645" y="28278"/>
                      <a:pt x="18812" y="28171"/>
                    </a:cubicBezTo>
                    <a:lnTo>
                      <a:pt x="18812" y="16610"/>
                    </a:lnTo>
                    <a:close/>
                    <a:moveTo>
                      <a:pt x="17788" y="17432"/>
                    </a:moveTo>
                    <a:cubicBezTo>
                      <a:pt x="17669" y="17563"/>
                      <a:pt x="17550" y="17706"/>
                      <a:pt x="17431" y="17848"/>
                    </a:cubicBezTo>
                    <a:cubicBezTo>
                      <a:pt x="17252" y="18098"/>
                      <a:pt x="17276" y="18027"/>
                      <a:pt x="17276" y="18313"/>
                    </a:cubicBezTo>
                    <a:lnTo>
                      <a:pt x="17276" y="28731"/>
                    </a:lnTo>
                    <a:lnTo>
                      <a:pt x="17276" y="28909"/>
                    </a:lnTo>
                    <a:cubicBezTo>
                      <a:pt x="17276" y="28945"/>
                      <a:pt x="17276" y="28981"/>
                      <a:pt x="17324" y="28993"/>
                    </a:cubicBezTo>
                    <a:cubicBezTo>
                      <a:pt x="17407" y="28957"/>
                      <a:pt x="17490" y="28921"/>
                      <a:pt x="17574" y="28862"/>
                    </a:cubicBezTo>
                    <a:cubicBezTo>
                      <a:pt x="17848" y="28719"/>
                      <a:pt x="17812" y="28790"/>
                      <a:pt x="17812" y="28457"/>
                    </a:cubicBezTo>
                    <a:lnTo>
                      <a:pt x="17812" y="17717"/>
                    </a:lnTo>
                    <a:lnTo>
                      <a:pt x="17812" y="17551"/>
                    </a:lnTo>
                    <a:cubicBezTo>
                      <a:pt x="17812" y="17503"/>
                      <a:pt x="17800" y="17467"/>
                      <a:pt x="17788" y="17432"/>
                    </a:cubicBezTo>
                    <a:close/>
                    <a:moveTo>
                      <a:pt x="16764" y="18872"/>
                    </a:moveTo>
                    <a:cubicBezTo>
                      <a:pt x="16740" y="18908"/>
                      <a:pt x="16717" y="18932"/>
                      <a:pt x="16705" y="18968"/>
                    </a:cubicBezTo>
                    <a:cubicBezTo>
                      <a:pt x="16586" y="19182"/>
                      <a:pt x="16467" y="19396"/>
                      <a:pt x="16347" y="19611"/>
                    </a:cubicBezTo>
                    <a:cubicBezTo>
                      <a:pt x="16288" y="19718"/>
                      <a:pt x="16252" y="19837"/>
                      <a:pt x="16252" y="19968"/>
                    </a:cubicBezTo>
                    <a:lnTo>
                      <a:pt x="16252" y="29362"/>
                    </a:lnTo>
                    <a:lnTo>
                      <a:pt x="16252" y="29564"/>
                    </a:lnTo>
                    <a:cubicBezTo>
                      <a:pt x="16455" y="29505"/>
                      <a:pt x="16633" y="29409"/>
                      <a:pt x="16788" y="29290"/>
                    </a:cubicBezTo>
                    <a:lnTo>
                      <a:pt x="16788" y="18884"/>
                    </a:lnTo>
                    <a:lnTo>
                      <a:pt x="16764" y="18872"/>
                    </a:lnTo>
                    <a:close/>
                    <a:moveTo>
                      <a:pt x="15764" y="20813"/>
                    </a:moveTo>
                    <a:cubicBezTo>
                      <a:pt x="15740" y="20825"/>
                      <a:pt x="15728" y="20837"/>
                      <a:pt x="15716" y="20849"/>
                    </a:cubicBezTo>
                    <a:cubicBezTo>
                      <a:pt x="15574" y="21135"/>
                      <a:pt x="15431" y="21420"/>
                      <a:pt x="15300" y="21706"/>
                    </a:cubicBezTo>
                    <a:cubicBezTo>
                      <a:pt x="15276" y="21754"/>
                      <a:pt x="15252" y="21813"/>
                      <a:pt x="15252" y="21873"/>
                    </a:cubicBezTo>
                    <a:cubicBezTo>
                      <a:pt x="15252" y="21932"/>
                      <a:pt x="15252" y="21992"/>
                      <a:pt x="15252" y="22051"/>
                    </a:cubicBezTo>
                    <a:lnTo>
                      <a:pt x="15252" y="29850"/>
                    </a:lnTo>
                    <a:lnTo>
                      <a:pt x="15252" y="30028"/>
                    </a:lnTo>
                    <a:cubicBezTo>
                      <a:pt x="15252" y="30064"/>
                      <a:pt x="15264" y="30100"/>
                      <a:pt x="15276" y="30136"/>
                    </a:cubicBezTo>
                    <a:cubicBezTo>
                      <a:pt x="15443" y="30052"/>
                      <a:pt x="15609" y="29969"/>
                      <a:pt x="15764" y="29862"/>
                    </a:cubicBezTo>
                    <a:cubicBezTo>
                      <a:pt x="15788" y="29695"/>
                      <a:pt x="15812" y="21444"/>
                      <a:pt x="15788" y="20896"/>
                    </a:cubicBezTo>
                    <a:cubicBezTo>
                      <a:pt x="15776" y="20861"/>
                      <a:pt x="15776" y="20837"/>
                      <a:pt x="15764" y="20813"/>
                    </a:cubicBezTo>
                    <a:close/>
                    <a:moveTo>
                      <a:pt x="14740" y="22778"/>
                    </a:moveTo>
                    <a:cubicBezTo>
                      <a:pt x="14716" y="22813"/>
                      <a:pt x="14692" y="22861"/>
                      <a:pt x="14669" y="22897"/>
                    </a:cubicBezTo>
                    <a:cubicBezTo>
                      <a:pt x="14562" y="23075"/>
                      <a:pt x="14466" y="23254"/>
                      <a:pt x="14359" y="23421"/>
                    </a:cubicBezTo>
                    <a:cubicBezTo>
                      <a:pt x="14276" y="23551"/>
                      <a:pt x="14228" y="23694"/>
                      <a:pt x="14228" y="23849"/>
                    </a:cubicBezTo>
                    <a:lnTo>
                      <a:pt x="14228" y="30457"/>
                    </a:lnTo>
                    <a:lnTo>
                      <a:pt x="14228" y="30612"/>
                    </a:lnTo>
                    <a:cubicBezTo>
                      <a:pt x="14228" y="30660"/>
                      <a:pt x="14228" y="30683"/>
                      <a:pt x="14276" y="30695"/>
                    </a:cubicBezTo>
                    <a:lnTo>
                      <a:pt x="14764" y="30433"/>
                    </a:lnTo>
                    <a:lnTo>
                      <a:pt x="14776" y="22789"/>
                    </a:lnTo>
                    <a:cubicBezTo>
                      <a:pt x="14776" y="22789"/>
                      <a:pt x="14764" y="22778"/>
                      <a:pt x="14764" y="22778"/>
                    </a:cubicBezTo>
                    <a:close/>
                    <a:moveTo>
                      <a:pt x="13716" y="24361"/>
                    </a:moveTo>
                    <a:cubicBezTo>
                      <a:pt x="13692" y="24385"/>
                      <a:pt x="13680" y="24409"/>
                      <a:pt x="13657" y="24433"/>
                    </a:cubicBezTo>
                    <a:cubicBezTo>
                      <a:pt x="13538" y="24564"/>
                      <a:pt x="13430" y="24706"/>
                      <a:pt x="13311" y="24837"/>
                    </a:cubicBezTo>
                    <a:cubicBezTo>
                      <a:pt x="13240" y="24897"/>
                      <a:pt x="13216" y="24980"/>
                      <a:pt x="13216" y="25064"/>
                    </a:cubicBezTo>
                    <a:lnTo>
                      <a:pt x="13216" y="25183"/>
                    </a:lnTo>
                    <a:lnTo>
                      <a:pt x="13216" y="31017"/>
                    </a:lnTo>
                    <a:lnTo>
                      <a:pt x="13216" y="31171"/>
                    </a:lnTo>
                    <a:cubicBezTo>
                      <a:pt x="13228" y="31207"/>
                      <a:pt x="13240" y="31243"/>
                      <a:pt x="13252" y="31279"/>
                    </a:cubicBezTo>
                    <a:lnTo>
                      <a:pt x="13752" y="30993"/>
                    </a:lnTo>
                    <a:cubicBezTo>
                      <a:pt x="13752" y="28778"/>
                      <a:pt x="13752" y="26588"/>
                      <a:pt x="13752" y="24397"/>
                    </a:cubicBezTo>
                    <a:cubicBezTo>
                      <a:pt x="13752" y="24385"/>
                      <a:pt x="13740" y="24385"/>
                      <a:pt x="13716" y="24361"/>
                    </a:cubicBezTo>
                    <a:close/>
                    <a:moveTo>
                      <a:pt x="12728" y="25421"/>
                    </a:moveTo>
                    <a:cubicBezTo>
                      <a:pt x="12549" y="25528"/>
                      <a:pt x="12395" y="25671"/>
                      <a:pt x="12216" y="25790"/>
                    </a:cubicBezTo>
                    <a:lnTo>
                      <a:pt x="12216" y="31755"/>
                    </a:lnTo>
                    <a:cubicBezTo>
                      <a:pt x="12216" y="31767"/>
                      <a:pt x="12216" y="31791"/>
                      <a:pt x="12228" y="31802"/>
                    </a:cubicBezTo>
                    <a:cubicBezTo>
                      <a:pt x="12418" y="31743"/>
                      <a:pt x="12585" y="31648"/>
                      <a:pt x="12752" y="31529"/>
                    </a:cubicBezTo>
                    <a:lnTo>
                      <a:pt x="12752" y="25468"/>
                    </a:lnTo>
                    <a:cubicBezTo>
                      <a:pt x="12752" y="25456"/>
                      <a:pt x="12740" y="25445"/>
                      <a:pt x="12728" y="25421"/>
                    </a:cubicBezTo>
                    <a:close/>
                    <a:moveTo>
                      <a:pt x="11692" y="26088"/>
                    </a:moveTo>
                    <a:lnTo>
                      <a:pt x="11192" y="26302"/>
                    </a:lnTo>
                    <a:lnTo>
                      <a:pt x="11192" y="26504"/>
                    </a:lnTo>
                    <a:lnTo>
                      <a:pt x="11192" y="32279"/>
                    </a:lnTo>
                    <a:cubicBezTo>
                      <a:pt x="11192" y="32314"/>
                      <a:pt x="11192" y="32350"/>
                      <a:pt x="11252" y="32374"/>
                    </a:cubicBezTo>
                    <a:cubicBezTo>
                      <a:pt x="11394" y="32279"/>
                      <a:pt x="11573" y="32207"/>
                      <a:pt x="11740" y="32088"/>
                    </a:cubicBezTo>
                    <a:lnTo>
                      <a:pt x="11740" y="26314"/>
                    </a:lnTo>
                    <a:lnTo>
                      <a:pt x="11740" y="26183"/>
                    </a:lnTo>
                    <a:cubicBezTo>
                      <a:pt x="11740" y="26135"/>
                      <a:pt x="11740" y="26111"/>
                      <a:pt x="11692" y="26088"/>
                    </a:cubicBezTo>
                    <a:close/>
                    <a:moveTo>
                      <a:pt x="10716" y="26409"/>
                    </a:moveTo>
                    <a:cubicBezTo>
                      <a:pt x="10537" y="26409"/>
                      <a:pt x="10382" y="26421"/>
                      <a:pt x="10216" y="26445"/>
                    </a:cubicBezTo>
                    <a:cubicBezTo>
                      <a:pt x="10180" y="26635"/>
                      <a:pt x="10180" y="32755"/>
                      <a:pt x="10204" y="32922"/>
                    </a:cubicBezTo>
                    <a:cubicBezTo>
                      <a:pt x="10394" y="32862"/>
                      <a:pt x="10573" y="32767"/>
                      <a:pt x="10728" y="32636"/>
                    </a:cubicBezTo>
                    <a:lnTo>
                      <a:pt x="10728" y="26492"/>
                    </a:lnTo>
                    <a:cubicBezTo>
                      <a:pt x="10728" y="26469"/>
                      <a:pt x="10716" y="26433"/>
                      <a:pt x="10716" y="26409"/>
                    </a:cubicBezTo>
                    <a:close/>
                    <a:moveTo>
                      <a:pt x="9192" y="26290"/>
                    </a:moveTo>
                    <a:cubicBezTo>
                      <a:pt x="9168" y="26373"/>
                      <a:pt x="9156" y="26457"/>
                      <a:pt x="9168" y="26528"/>
                    </a:cubicBezTo>
                    <a:lnTo>
                      <a:pt x="9168" y="33267"/>
                    </a:lnTo>
                    <a:lnTo>
                      <a:pt x="9168" y="33398"/>
                    </a:lnTo>
                    <a:cubicBezTo>
                      <a:pt x="9168" y="33446"/>
                      <a:pt x="9156" y="33469"/>
                      <a:pt x="9204" y="33493"/>
                    </a:cubicBezTo>
                    <a:cubicBezTo>
                      <a:pt x="9382" y="33422"/>
                      <a:pt x="9549" y="33326"/>
                      <a:pt x="9716" y="33231"/>
                    </a:cubicBezTo>
                    <a:lnTo>
                      <a:pt x="9716" y="32969"/>
                    </a:lnTo>
                    <a:lnTo>
                      <a:pt x="9716" y="26647"/>
                    </a:lnTo>
                    <a:lnTo>
                      <a:pt x="9716" y="26516"/>
                    </a:lnTo>
                    <a:cubicBezTo>
                      <a:pt x="9716" y="26469"/>
                      <a:pt x="9704" y="26421"/>
                      <a:pt x="9692" y="26373"/>
                    </a:cubicBezTo>
                    <a:cubicBezTo>
                      <a:pt x="9525" y="26326"/>
                      <a:pt x="9358" y="26302"/>
                      <a:pt x="9192" y="26290"/>
                    </a:cubicBezTo>
                    <a:close/>
                    <a:moveTo>
                      <a:pt x="8180" y="26099"/>
                    </a:moveTo>
                    <a:cubicBezTo>
                      <a:pt x="8168" y="26183"/>
                      <a:pt x="8156" y="26278"/>
                      <a:pt x="8168" y="26361"/>
                    </a:cubicBezTo>
                    <a:lnTo>
                      <a:pt x="8168" y="33803"/>
                    </a:lnTo>
                    <a:lnTo>
                      <a:pt x="8168" y="33958"/>
                    </a:lnTo>
                    <a:cubicBezTo>
                      <a:pt x="8168" y="34017"/>
                      <a:pt x="8156" y="34029"/>
                      <a:pt x="8204" y="34053"/>
                    </a:cubicBezTo>
                    <a:cubicBezTo>
                      <a:pt x="8382" y="33969"/>
                      <a:pt x="8537" y="33874"/>
                      <a:pt x="8704" y="33779"/>
                    </a:cubicBezTo>
                    <a:lnTo>
                      <a:pt x="8704" y="33517"/>
                    </a:lnTo>
                    <a:lnTo>
                      <a:pt x="8704" y="26469"/>
                    </a:lnTo>
                    <a:lnTo>
                      <a:pt x="8704" y="26314"/>
                    </a:lnTo>
                    <a:cubicBezTo>
                      <a:pt x="8692" y="26266"/>
                      <a:pt x="8692" y="26230"/>
                      <a:pt x="8680" y="26183"/>
                    </a:cubicBezTo>
                    <a:cubicBezTo>
                      <a:pt x="8525" y="26135"/>
                      <a:pt x="8358" y="26111"/>
                      <a:pt x="8180" y="26099"/>
                    </a:cubicBezTo>
                    <a:close/>
                    <a:moveTo>
                      <a:pt x="7656" y="26076"/>
                    </a:moveTo>
                    <a:cubicBezTo>
                      <a:pt x="7501" y="26076"/>
                      <a:pt x="7358" y="26088"/>
                      <a:pt x="7215" y="26099"/>
                    </a:cubicBezTo>
                    <a:cubicBezTo>
                      <a:pt x="7192" y="26099"/>
                      <a:pt x="7180" y="26123"/>
                      <a:pt x="7156" y="26135"/>
                    </a:cubicBezTo>
                    <a:lnTo>
                      <a:pt x="7156" y="26278"/>
                    </a:lnTo>
                    <a:lnTo>
                      <a:pt x="7156" y="34589"/>
                    </a:lnTo>
                    <a:cubicBezTo>
                      <a:pt x="7144" y="34600"/>
                      <a:pt x="7144" y="34600"/>
                      <a:pt x="7156" y="34612"/>
                    </a:cubicBezTo>
                    <a:lnTo>
                      <a:pt x="7168" y="34612"/>
                    </a:lnTo>
                    <a:cubicBezTo>
                      <a:pt x="7358" y="34553"/>
                      <a:pt x="7525" y="34458"/>
                      <a:pt x="7680" y="34327"/>
                    </a:cubicBezTo>
                    <a:lnTo>
                      <a:pt x="7680" y="26159"/>
                    </a:lnTo>
                    <a:cubicBezTo>
                      <a:pt x="7680" y="26135"/>
                      <a:pt x="7668" y="26099"/>
                      <a:pt x="7656" y="26076"/>
                    </a:cubicBezTo>
                    <a:close/>
                    <a:moveTo>
                      <a:pt x="6656" y="26195"/>
                    </a:moveTo>
                    <a:lnTo>
                      <a:pt x="6144" y="26338"/>
                    </a:lnTo>
                    <a:cubicBezTo>
                      <a:pt x="6132" y="26445"/>
                      <a:pt x="6132" y="26528"/>
                      <a:pt x="6132" y="26611"/>
                    </a:cubicBezTo>
                    <a:lnTo>
                      <a:pt x="6132" y="34898"/>
                    </a:lnTo>
                    <a:lnTo>
                      <a:pt x="6132" y="35077"/>
                    </a:lnTo>
                    <a:cubicBezTo>
                      <a:pt x="6132" y="35112"/>
                      <a:pt x="6132" y="35148"/>
                      <a:pt x="6180" y="35172"/>
                    </a:cubicBezTo>
                    <a:cubicBezTo>
                      <a:pt x="6275" y="35136"/>
                      <a:pt x="6370" y="35089"/>
                      <a:pt x="6465" y="35029"/>
                    </a:cubicBezTo>
                    <a:cubicBezTo>
                      <a:pt x="6715" y="34886"/>
                      <a:pt x="6691" y="34946"/>
                      <a:pt x="6691" y="34648"/>
                    </a:cubicBezTo>
                    <a:lnTo>
                      <a:pt x="6691" y="26469"/>
                    </a:lnTo>
                    <a:cubicBezTo>
                      <a:pt x="6691" y="26409"/>
                      <a:pt x="6691" y="26361"/>
                      <a:pt x="6691" y="26314"/>
                    </a:cubicBezTo>
                    <a:cubicBezTo>
                      <a:pt x="6680" y="26266"/>
                      <a:pt x="6668" y="26230"/>
                      <a:pt x="6656" y="26195"/>
                    </a:cubicBezTo>
                    <a:close/>
                    <a:moveTo>
                      <a:pt x="5656" y="26564"/>
                    </a:moveTo>
                    <a:cubicBezTo>
                      <a:pt x="5465" y="26611"/>
                      <a:pt x="5287" y="26683"/>
                      <a:pt x="5132" y="26802"/>
                    </a:cubicBezTo>
                    <a:lnTo>
                      <a:pt x="5132" y="35767"/>
                    </a:lnTo>
                    <a:cubicBezTo>
                      <a:pt x="5310" y="35684"/>
                      <a:pt x="5477" y="35589"/>
                      <a:pt x="5656" y="35493"/>
                    </a:cubicBezTo>
                    <a:lnTo>
                      <a:pt x="5656" y="26564"/>
                    </a:lnTo>
                    <a:close/>
                    <a:moveTo>
                      <a:pt x="4632" y="27052"/>
                    </a:moveTo>
                    <a:cubicBezTo>
                      <a:pt x="4525" y="27100"/>
                      <a:pt x="4429" y="27147"/>
                      <a:pt x="4334" y="27219"/>
                    </a:cubicBezTo>
                    <a:lnTo>
                      <a:pt x="4334" y="27231"/>
                    </a:lnTo>
                    <a:cubicBezTo>
                      <a:pt x="4072" y="27409"/>
                      <a:pt x="4108" y="27350"/>
                      <a:pt x="4108" y="27647"/>
                    </a:cubicBezTo>
                    <a:lnTo>
                      <a:pt x="4108" y="36065"/>
                    </a:lnTo>
                    <a:lnTo>
                      <a:pt x="4108" y="36232"/>
                    </a:lnTo>
                    <a:cubicBezTo>
                      <a:pt x="4108" y="36267"/>
                      <a:pt x="4120" y="36291"/>
                      <a:pt x="4132" y="36327"/>
                    </a:cubicBezTo>
                    <a:cubicBezTo>
                      <a:pt x="4310" y="36232"/>
                      <a:pt x="4477" y="36148"/>
                      <a:pt x="4644" y="36029"/>
                    </a:cubicBezTo>
                    <a:lnTo>
                      <a:pt x="4644" y="27195"/>
                    </a:lnTo>
                    <a:cubicBezTo>
                      <a:pt x="4644" y="27159"/>
                      <a:pt x="4644" y="27111"/>
                      <a:pt x="4632" y="27052"/>
                    </a:cubicBezTo>
                    <a:close/>
                    <a:moveTo>
                      <a:pt x="3620" y="27766"/>
                    </a:moveTo>
                    <a:cubicBezTo>
                      <a:pt x="3429" y="27885"/>
                      <a:pt x="3251" y="28040"/>
                      <a:pt x="3108" y="28207"/>
                    </a:cubicBezTo>
                    <a:lnTo>
                      <a:pt x="3108" y="36839"/>
                    </a:lnTo>
                    <a:cubicBezTo>
                      <a:pt x="3108" y="36839"/>
                      <a:pt x="3108" y="36851"/>
                      <a:pt x="3108" y="36851"/>
                    </a:cubicBezTo>
                    <a:cubicBezTo>
                      <a:pt x="3108" y="36851"/>
                      <a:pt x="3120" y="36851"/>
                      <a:pt x="3132" y="36863"/>
                    </a:cubicBezTo>
                    <a:cubicBezTo>
                      <a:pt x="3310" y="36791"/>
                      <a:pt x="3477" y="36696"/>
                      <a:pt x="3632" y="36589"/>
                    </a:cubicBezTo>
                    <a:lnTo>
                      <a:pt x="3632" y="36434"/>
                    </a:lnTo>
                    <a:lnTo>
                      <a:pt x="3632" y="27802"/>
                    </a:lnTo>
                    <a:cubicBezTo>
                      <a:pt x="3632" y="27790"/>
                      <a:pt x="3632" y="27790"/>
                      <a:pt x="3632" y="27778"/>
                    </a:cubicBezTo>
                    <a:cubicBezTo>
                      <a:pt x="3632" y="27778"/>
                      <a:pt x="3620" y="27778"/>
                      <a:pt x="3620" y="27766"/>
                    </a:cubicBezTo>
                    <a:close/>
                    <a:moveTo>
                      <a:pt x="2596" y="28707"/>
                    </a:moveTo>
                    <a:cubicBezTo>
                      <a:pt x="2560" y="28743"/>
                      <a:pt x="2524" y="28766"/>
                      <a:pt x="2500" y="28802"/>
                    </a:cubicBezTo>
                    <a:cubicBezTo>
                      <a:pt x="2393" y="28921"/>
                      <a:pt x="2286" y="29052"/>
                      <a:pt x="2167" y="29171"/>
                    </a:cubicBezTo>
                    <a:cubicBezTo>
                      <a:pt x="2096" y="29243"/>
                      <a:pt x="2060" y="29350"/>
                      <a:pt x="2072" y="29445"/>
                    </a:cubicBezTo>
                    <a:cubicBezTo>
                      <a:pt x="2084" y="29481"/>
                      <a:pt x="2084" y="29505"/>
                      <a:pt x="2072" y="29540"/>
                    </a:cubicBezTo>
                    <a:lnTo>
                      <a:pt x="2072" y="37184"/>
                    </a:lnTo>
                    <a:lnTo>
                      <a:pt x="2072" y="37339"/>
                    </a:lnTo>
                    <a:cubicBezTo>
                      <a:pt x="2084" y="37375"/>
                      <a:pt x="2096" y="37410"/>
                      <a:pt x="2108" y="37446"/>
                    </a:cubicBezTo>
                    <a:lnTo>
                      <a:pt x="2620" y="37160"/>
                    </a:lnTo>
                    <a:lnTo>
                      <a:pt x="2620" y="36875"/>
                    </a:lnTo>
                    <a:lnTo>
                      <a:pt x="2620" y="28993"/>
                    </a:lnTo>
                    <a:lnTo>
                      <a:pt x="2620" y="28790"/>
                    </a:lnTo>
                    <a:cubicBezTo>
                      <a:pt x="2608" y="28766"/>
                      <a:pt x="2608" y="28731"/>
                      <a:pt x="2596" y="28707"/>
                    </a:cubicBezTo>
                    <a:close/>
                    <a:moveTo>
                      <a:pt x="1572" y="30005"/>
                    </a:moveTo>
                    <a:cubicBezTo>
                      <a:pt x="1548" y="30028"/>
                      <a:pt x="1524" y="30064"/>
                      <a:pt x="1500" y="30088"/>
                    </a:cubicBezTo>
                    <a:cubicBezTo>
                      <a:pt x="1393" y="30267"/>
                      <a:pt x="1298" y="30445"/>
                      <a:pt x="1179" y="30612"/>
                    </a:cubicBezTo>
                    <a:cubicBezTo>
                      <a:pt x="1107" y="30743"/>
                      <a:pt x="1060" y="30898"/>
                      <a:pt x="1072" y="31041"/>
                    </a:cubicBezTo>
                    <a:lnTo>
                      <a:pt x="1072" y="37756"/>
                    </a:lnTo>
                    <a:lnTo>
                      <a:pt x="1072" y="37887"/>
                    </a:lnTo>
                    <a:cubicBezTo>
                      <a:pt x="1072" y="37934"/>
                      <a:pt x="1084" y="37946"/>
                      <a:pt x="1084" y="38006"/>
                    </a:cubicBezTo>
                    <a:cubicBezTo>
                      <a:pt x="1262" y="37910"/>
                      <a:pt x="1441" y="37815"/>
                      <a:pt x="1608" y="37708"/>
                    </a:cubicBezTo>
                    <a:lnTo>
                      <a:pt x="1619" y="37482"/>
                    </a:lnTo>
                    <a:lnTo>
                      <a:pt x="1619" y="30064"/>
                    </a:lnTo>
                    <a:cubicBezTo>
                      <a:pt x="1619" y="30040"/>
                      <a:pt x="1619" y="30005"/>
                      <a:pt x="1572" y="30005"/>
                    </a:cubicBezTo>
                    <a:close/>
                    <a:moveTo>
                      <a:pt x="572" y="31945"/>
                    </a:moveTo>
                    <a:cubicBezTo>
                      <a:pt x="548" y="31957"/>
                      <a:pt x="524" y="31993"/>
                      <a:pt x="524" y="32029"/>
                    </a:cubicBezTo>
                    <a:cubicBezTo>
                      <a:pt x="429" y="32326"/>
                      <a:pt x="322" y="32624"/>
                      <a:pt x="250" y="32922"/>
                    </a:cubicBezTo>
                    <a:cubicBezTo>
                      <a:pt x="179" y="33184"/>
                      <a:pt x="143" y="33457"/>
                      <a:pt x="84" y="33731"/>
                    </a:cubicBezTo>
                    <a:cubicBezTo>
                      <a:pt x="72" y="33803"/>
                      <a:pt x="72" y="33862"/>
                      <a:pt x="0" y="33886"/>
                    </a:cubicBezTo>
                    <a:lnTo>
                      <a:pt x="0" y="38601"/>
                    </a:lnTo>
                    <a:cubicBezTo>
                      <a:pt x="203" y="38506"/>
                      <a:pt x="393" y="38399"/>
                      <a:pt x="572" y="38279"/>
                    </a:cubicBezTo>
                    <a:cubicBezTo>
                      <a:pt x="607" y="38029"/>
                      <a:pt x="595" y="32100"/>
                      <a:pt x="572" y="3194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594" name="Google Shape;1594;p18"/>
          <p:cNvSpPr txBox="1"/>
          <p:nvPr/>
        </p:nvSpPr>
        <p:spPr>
          <a:xfrm>
            <a:off x="4274675" y="1285875"/>
            <a:ext cx="4003500" cy="39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Graph Neural Network Fraud Detection: Transaction data → graph conversion → GNN classification with &gt;90% precision target</a:t>
            </a:r>
            <a:endParaRPr sz="13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Distributed Full Graph Replication: Each container gets complete compressed graph copy for simplified training without partitioning complexity</a:t>
            </a:r>
            <a:endParaRPr sz="13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Complete ML Pipeline: Data preprocessing → graph construction → distributed training → feature storage → REST API inference</a:t>
            </a:r>
            <a:endParaRPr sz="13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Production Deployment: Docker containerization, Redis storage, scalability to 1M+ nodes with &lt;100ms latency</a:t>
            </a:r>
            <a:endParaRPr sz="13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Tech Stack: PyTorch + DGL + FastAPI + Docker for enterprise-ready fraud detection system</a:t>
            </a:r>
            <a:endParaRPr sz="13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9" name="Google Shape;1599;p19"/>
          <p:cNvSpPr/>
          <p:nvPr/>
        </p:nvSpPr>
        <p:spPr>
          <a:xfrm rot="10800000">
            <a:off x="5740525" y="2160971"/>
            <a:ext cx="475525" cy="996875"/>
          </a:xfrm>
          <a:custGeom>
            <a:avLst/>
            <a:gdLst/>
            <a:ahLst/>
            <a:cxnLst/>
            <a:rect l="l" t="t" r="r" b="b"/>
            <a:pathLst>
              <a:path w="19021" h="39875" extrusionOk="0">
                <a:moveTo>
                  <a:pt x="19021" y="39875"/>
                </a:moveTo>
                <a:lnTo>
                  <a:pt x="0" y="29105"/>
                </a:lnTo>
                <a:lnTo>
                  <a:pt x="0" y="0"/>
                </a:lnTo>
              </a:path>
            </a:pathLst>
          </a:custGeom>
          <a:noFill/>
          <a:ln w="7620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600" name="Google Shape;1600;p19"/>
          <p:cNvSpPr/>
          <p:nvPr/>
        </p:nvSpPr>
        <p:spPr>
          <a:xfrm rot="10800000">
            <a:off x="5740525" y="2160971"/>
            <a:ext cx="475525" cy="996875"/>
          </a:xfrm>
          <a:custGeom>
            <a:avLst/>
            <a:gdLst/>
            <a:ahLst/>
            <a:cxnLst/>
            <a:rect l="l" t="t" r="r" b="b"/>
            <a:pathLst>
              <a:path w="19021" h="39875" extrusionOk="0">
                <a:moveTo>
                  <a:pt x="19021" y="39875"/>
                </a:moveTo>
                <a:lnTo>
                  <a:pt x="0" y="29105"/>
                </a:lnTo>
                <a:lnTo>
                  <a:pt x="0" y="0"/>
                </a:lnTo>
              </a:path>
            </a:pathLst>
          </a:custGeom>
          <a:noFill/>
          <a:ln w="2857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601" name="Google Shape;1601;p19"/>
          <p:cNvSpPr/>
          <p:nvPr/>
        </p:nvSpPr>
        <p:spPr>
          <a:xfrm rot="10800000">
            <a:off x="7149825" y="1463713"/>
            <a:ext cx="475525" cy="996875"/>
          </a:xfrm>
          <a:custGeom>
            <a:avLst/>
            <a:gdLst/>
            <a:ahLst/>
            <a:cxnLst/>
            <a:rect l="l" t="t" r="r" b="b"/>
            <a:pathLst>
              <a:path w="19021" h="39875" extrusionOk="0">
                <a:moveTo>
                  <a:pt x="19021" y="39875"/>
                </a:moveTo>
                <a:lnTo>
                  <a:pt x="0" y="29105"/>
                </a:lnTo>
                <a:lnTo>
                  <a:pt x="0" y="0"/>
                </a:lnTo>
              </a:path>
            </a:pathLst>
          </a:custGeom>
          <a:noFill/>
          <a:ln w="7620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602" name="Google Shape;1602;p19"/>
          <p:cNvSpPr/>
          <p:nvPr/>
        </p:nvSpPr>
        <p:spPr>
          <a:xfrm rot="10800000">
            <a:off x="7149825" y="1463713"/>
            <a:ext cx="475525" cy="996875"/>
          </a:xfrm>
          <a:custGeom>
            <a:avLst/>
            <a:gdLst/>
            <a:ahLst/>
            <a:cxnLst/>
            <a:rect l="l" t="t" r="r" b="b"/>
            <a:pathLst>
              <a:path w="19021" h="39875" extrusionOk="0">
                <a:moveTo>
                  <a:pt x="19021" y="39875"/>
                </a:moveTo>
                <a:lnTo>
                  <a:pt x="0" y="29105"/>
                </a:lnTo>
                <a:lnTo>
                  <a:pt x="0" y="0"/>
                </a:lnTo>
              </a:path>
            </a:pathLst>
          </a:custGeom>
          <a:noFill/>
          <a:ln w="2857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603" name="Google Shape;1603;p19"/>
          <p:cNvSpPr/>
          <p:nvPr/>
        </p:nvSpPr>
        <p:spPr>
          <a:xfrm>
            <a:off x="2821375" y="2725475"/>
            <a:ext cx="475525" cy="996875"/>
          </a:xfrm>
          <a:custGeom>
            <a:avLst/>
            <a:gdLst/>
            <a:ahLst/>
            <a:cxnLst/>
            <a:rect l="l" t="t" r="r" b="b"/>
            <a:pathLst>
              <a:path w="19021" h="39875" extrusionOk="0">
                <a:moveTo>
                  <a:pt x="19021" y="39875"/>
                </a:moveTo>
                <a:lnTo>
                  <a:pt x="0" y="29105"/>
                </a:lnTo>
                <a:lnTo>
                  <a:pt x="0" y="0"/>
                </a:lnTo>
              </a:path>
            </a:pathLst>
          </a:custGeom>
          <a:noFill/>
          <a:ln w="7620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604" name="Google Shape;1604;p19"/>
          <p:cNvSpPr/>
          <p:nvPr/>
        </p:nvSpPr>
        <p:spPr>
          <a:xfrm>
            <a:off x="2821375" y="2725475"/>
            <a:ext cx="475525" cy="996875"/>
          </a:xfrm>
          <a:custGeom>
            <a:avLst/>
            <a:gdLst/>
            <a:ahLst/>
            <a:cxnLst/>
            <a:rect l="l" t="t" r="r" b="b"/>
            <a:pathLst>
              <a:path w="19021" h="39875" extrusionOk="0">
                <a:moveTo>
                  <a:pt x="19021" y="39875"/>
                </a:moveTo>
                <a:lnTo>
                  <a:pt x="0" y="29105"/>
                </a:lnTo>
                <a:lnTo>
                  <a:pt x="0" y="0"/>
                </a:lnTo>
              </a:path>
            </a:pathLst>
          </a:custGeom>
          <a:noFill/>
          <a:ln w="2857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605" name="Google Shape;1605;p19"/>
          <p:cNvSpPr/>
          <p:nvPr/>
        </p:nvSpPr>
        <p:spPr>
          <a:xfrm>
            <a:off x="4124175" y="1963475"/>
            <a:ext cx="475525" cy="996875"/>
          </a:xfrm>
          <a:custGeom>
            <a:avLst/>
            <a:gdLst/>
            <a:ahLst/>
            <a:cxnLst/>
            <a:rect l="l" t="t" r="r" b="b"/>
            <a:pathLst>
              <a:path w="19021" h="39875" extrusionOk="0">
                <a:moveTo>
                  <a:pt x="19021" y="39875"/>
                </a:moveTo>
                <a:lnTo>
                  <a:pt x="0" y="29105"/>
                </a:lnTo>
                <a:lnTo>
                  <a:pt x="0" y="0"/>
                </a:lnTo>
              </a:path>
            </a:pathLst>
          </a:custGeom>
          <a:noFill/>
          <a:ln w="7620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606" name="Google Shape;1606;p19"/>
          <p:cNvSpPr/>
          <p:nvPr/>
        </p:nvSpPr>
        <p:spPr>
          <a:xfrm>
            <a:off x="4124175" y="1963475"/>
            <a:ext cx="475525" cy="996875"/>
          </a:xfrm>
          <a:custGeom>
            <a:avLst/>
            <a:gdLst/>
            <a:ahLst/>
            <a:cxnLst/>
            <a:rect l="l" t="t" r="r" b="b"/>
            <a:pathLst>
              <a:path w="19021" h="39875" extrusionOk="0">
                <a:moveTo>
                  <a:pt x="19021" y="39875"/>
                </a:moveTo>
                <a:lnTo>
                  <a:pt x="0" y="29105"/>
                </a:lnTo>
                <a:lnTo>
                  <a:pt x="0" y="0"/>
                </a:lnTo>
              </a:path>
            </a:pathLst>
          </a:custGeom>
          <a:noFill/>
          <a:ln w="2857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sp>
      <p:grpSp>
        <p:nvGrpSpPr>
          <p:cNvPr id="1607" name="Google Shape;1607;p19"/>
          <p:cNvGrpSpPr/>
          <p:nvPr/>
        </p:nvGrpSpPr>
        <p:grpSpPr>
          <a:xfrm>
            <a:off x="1518575" y="3411275"/>
            <a:ext cx="475525" cy="996875"/>
            <a:chOff x="1518575" y="3411275"/>
            <a:chExt cx="475525" cy="996875"/>
          </a:xfrm>
        </p:grpSpPr>
        <p:sp>
          <p:nvSpPr>
            <p:cNvPr id="1608" name="Google Shape;1608;p19"/>
            <p:cNvSpPr/>
            <p:nvPr/>
          </p:nvSpPr>
          <p:spPr>
            <a:xfrm>
              <a:off x="1518575" y="3411275"/>
              <a:ext cx="475525" cy="996875"/>
            </a:xfrm>
            <a:custGeom>
              <a:avLst/>
              <a:gdLst/>
              <a:ahLst/>
              <a:cxnLst/>
              <a:rect l="l" t="t" r="r" b="b"/>
              <a:pathLst>
                <a:path w="19021" h="39875" extrusionOk="0">
                  <a:moveTo>
                    <a:pt x="19021" y="39875"/>
                  </a:moveTo>
                  <a:lnTo>
                    <a:pt x="0" y="29105"/>
                  </a:lnTo>
                  <a:lnTo>
                    <a:pt x="0" y="0"/>
                  </a:lnTo>
                </a:path>
              </a:pathLst>
            </a:custGeom>
            <a:noFill/>
            <a:ln w="762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609" name="Google Shape;1609;p19"/>
            <p:cNvSpPr/>
            <p:nvPr/>
          </p:nvSpPr>
          <p:spPr>
            <a:xfrm>
              <a:off x="1518575" y="3411275"/>
              <a:ext cx="475525" cy="996875"/>
            </a:xfrm>
            <a:custGeom>
              <a:avLst/>
              <a:gdLst/>
              <a:ahLst/>
              <a:cxnLst/>
              <a:rect l="l" t="t" r="r" b="b"/>
              <a:pathLst>
                <a:path w="19021" h="39875" extrusionOk="0">
                  <a:moveTo>
                    <a:pt x="19021" y="39875"/>
                  </a:moveTo>
                  <a:lnTo>
                    <a:pt x="0" y="29105"/>
                  </a:lnTo>
                  <a:lnTo>
                    <a:pt x="0" y="0"/>
                  </a:lnTo>
                </a:path>
              </a:pathLst>
            </a:custGeom>
            <a:noFill/>
            <a:ln w="2857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1610" name="Google Shape;1610;p19"/>
          <p:cNvSpPr txBox="1">
            <a:spLocks noGrp="1"/>
          </p:cNvSpPr>
          <p:nvPr>
            <p:ph type="title"/>
          </p:nvPr>
        </p:nvSpPr>
        <p:spPr>
          <a:xfrm>
            <a:off x="388375" y="238150"/>
            <a:ext cx="8114400" cy="51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Expected Flow Chart</a:t>
            </a:r>
            <a:endParaRPr/>
          </a:p>
        </p:txBody>
      </p:sp>
      <p:cxnSp>
        <p:nvCxnSpPr>
          <p:cNvPr id="1611" name="Google Shape;1611;p19"/>
          <p:cNvCxnSpPr/>
          <p:nvPr/>
        </p:nvCxnSpPr>
        <p:spPr>
          <a:xfrm flipH="1">
            <a:off x="1906775" y="1501325"/>
            <a:ext cx="5241600" cy="3026400"/>
          </a:xfrm>
          <a:prstGeom prst="straightConnector1">
            <a:avLst/>
          </a:prstGeom>
          <a:noFill/>
          <a:ln w="7620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12" name="Google Shape;1612;p19"/>
          <p:cNvCxnSpPr/>
          <p:nvPr/>
        </p:nvCxnSpPr>
        <p:spPr>
          <a:xfrm flipH="1">
            <a:off x="1906775" y="1501325"/>
            <a:ext cx="5241600" cy="3026400"/>
          </a:xfrm>
          <a:prstGeom prst="straightConnector1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613" name="Google Shape;1613;p19"/>
          <p:cNvGrpSpPr/>
          <p:nvPr/>
        </p:nvGrpSpPr>
        <p:grpSpPr>
          <a:xfrm>
            <a:off x="1661788" y="3999227"/>
            <a:ext cx="590840" cy="682345"/>
            <a:chOff x="3662369" y="2223718"/>
            <a:chExt cx="436237" cy="503799"/>
          </a:xfrm>
        </p:grpSpPr>
        <p:sp>
          <p:nvSpPr>
            <p:cNvPr id="1614" name="Google Shape;1614;p19"/>
            <p:cNvSpPr/>
            <p:nvPr/>
          </p:nvSpPr>
          <p:spPr>
            <a:xfrm>
              <a:off x="3662369" y="2223718"/>
              <a:ext cx="436237" cy="251920"/>
            </a:xfrm>
            <a:custGeom>
              <a:avLst/>
              <a:gdLst/>
              <a:ahLst/>
              <a:cxnLst/>
              <a:rect l="l" t="t" r="r" b="b"/>
              <a:pathLst>
                <a:path w="11609" h="6704" extrusionOk="0">
                  <a:moveTo>
                    <a:pt x="5811" y="6704"/>
                  </a:moveTo>
                  <a:lnTo>
                    <a:pt x="0" y="3358"/>
                  </a:lnTo>
                  <a:lnTo>
                    <a:pt x="5811" y="1"/>
                  </a:lnTo>
                  <a:lnTo>
                    <a:pt x="11609" y="3358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" name="Google Shape;1615;p19"/>
            <p:cNvSpPr/>
            <p:nvPr/>
          </p:nvSpPr>
          <p:spPr>
            <a:xfrm>
              <a:off x="3669150" y="2349900"/>
              <a:ext cx="218363" cy="377616"/>
            </a:xfrm>
            <a:custGeom>
              <a:avLst/>
              <a:gdLst/>
              <a:ahLst/>
              <a:cxnLst/>
              <a:rect l="l" t="t" r="r" b="b"/>
              <a:pathLst>
                <a:path w="5811" h="10049" extrusionOk="0">
                  <a:moveTo>
                    <a:pt x="0" y="0"/>
                  </a:moveTo>
                  <a:lnTo>
                    <a:pt x="0" y="6703"/>
                  </a:lnTo>
                  <a:lnTo>
                    <a:pt x="5811" y="10049"/>
                  </a:lnTo>
                  <a:lnTo>
                    <a:pt x="5811" y="334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6" name="Google Shape;1616;p19"/>
            <p:cNvSpPr/>
            <p:nvPr/>
          </p:nvSpPr>
          <p:spPr>
            <a:xfrm>
              <a:off x="3880688" y="2349900"/>
              <a:ext cx="217912" cy="377616"/>
            </a:xfrm>
            <a:custGeom>
              <a:avLst/>
              <a:gdLst/>
              <a:ahLst/>
              <a:cxnLst/>
              <a:rect l="l" t="t" r="r" b="b"/>
              <a:pathLst>
                <a:path w="5799" h="10049" extrusionOk="0">
                  <a:moveTo>
                    <a:pt x="5799" y="0"/>
                  </a:moveTo>
                  <a:lnTo>
                    <a:pt x="1" y="3346"/>
                  </a:lnTo>
                  <a:lnTo>
                    <a:pt x="1" y="10049"/>
                  </a:lnTo>
                  <a:lnTo>
                    <a:pt x="5799" y="6703"/>
                  </a:lnTo>
                  <a:lnTo>
                    <a:pt x="5799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17" name="Google Shape;1617;p19"/>
          <p:cNvGrpSpPr/>
          <p:nvPr/>
        </p:nvGrpSpPr>
        <p:grpSpPr>
          <a:xfrm>
            <a:off x="2964579" y="3243609"/>
            <a:ext cx="590840" cy="682345"/>
            <a:chOff x="3662369" y="2223718"/>
            <a:chExt cx="436237" cy="503799"/>
          </a:xfrm>
        </p:grpSpPr>
        <p:sp>
          <p:nvSpPr>
            <p:cNvPr id="1618" name="Google Shape;1618;p19"/>
            <p:cNvSpPr/>
            <p:nvPr/>
          </p:nvSpPr>
          <p:spPr>
            <a:xfrm>
              <a:off x="3662369" y="2223718"/>
              <a:ext cx="436237" cy="251920"/>
            </a:xfrm>
            <a:custGeom>
              <a:avLst/>
              <a:gdLst/>
              <a:ahLst/>
              <a:cxnLst/>
              <a:rect l="l" t="t" r="r" b="b"/>
              <a:pathLst>
                <a:path w="11609" h="6704" extrusionOk="0">
                  <a:moveTo>
                    <a:pt x="5811" y="6704"/>
                  </a:moveTo>
                  <a:lnTo>
                    <a:pt x="0" y="3358"/>
                  </a:lnTo>
                  <a:lnTo>
                    <a:pt x="5811" y="1"/>
                  </a:lnTo>
                  <a:lnTo>
                    <a:pt x="11609" y="3358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9" name="Google Shape;1619;p19"/>
            <p:cNvSpPr/>
            <p:nvPr/>
          </p:nvSpPr>
          <p:spPr>
            <a:xfrm>
              <a:off x="3669150" y="2349900"/>
              <a:ext cx="218363" cy="377616"/>
            </a:xfrm>
            <a:custGeom>
              <a:avLst/>
              <a:gdLst/>
              <a:ahLst/>
              <a:cxnLst/>
              <a:rect l="l" t="t" r="r" b="b"/>
              <a:pathLst>
                <a:path w="5811" h="10049" extrusionOk="0">
                  <a:moveTo>
                    <a:pt x="0" y="0"/>
                  </a:moveTo>
                  <a:lnTo>
                    <a:pt x="0" y="6703"/>
                  </a:lnTo>
                  <a:lnTo>
                    <a:pt x="5811" y="10049"/>
                  </a:lnTo>
                  <a:lnTo>
                    <a:pt x="5811" y="334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" name="Google Shape;1620;p19"/>
            <p:cNvSpPr/>
            <p:nvPr/>
          </p:nvSpPr>
          <p:spPr>
            <a:xfrm>
              <a:off x="3880688" y="2349900"/>
              <a:ext cx="217912" cy="377616"/>
            </a:xfrm>
            <a:custGeom>
              <a:avLst/>
              <a:gdLst/>
              <a:ahLst/>
              <a:cxnLst/>
              <a:rect l="l" t="t" r="r" b="b"/>
              <a:pathLst>
                <a:path w="5799" h="10049" extrusionOk="0">
                  <a:moveTo>
                    <a:pt x="5799" y="0"/>
                  </a:moveTo>
                  <a:lnTo>
                    <a:pt x="1" y="3346"/>
                  </a:lnTo>
                  <a:lnTo>
                    <a:pt x="1" y="10049"/>
                  </a:lnTo>
                  <a:lnTo>
                    <a:pt x="5799" y="6703"/>
                  </a:lnTo>
                  <a:lnTo>
                    <a:pt x="5799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21" name="Google Shape;1621;p19"/>
          <p:cNvGrpSpPr/>
          <p:nvPr/>
        </p:nvGrpSpPr>
        <p:grpSpPr>
          <a:xfrm>
            <a:off x="4271961" y="2502247"/>
            <a:ext cx="590840" cy="682345"/>
            <a:chOff x="3665759" y="2223718"/>
            <a:chExt cx="436237" cy="503799"/>
          </a:xfrm>
        </p:grpSpPr>
        <p:sp>
          <p:nvSpPr>
            <p:cNvPr id="1622" name="Google Shape;1622;p19"/>
            <p:cNvSpPr/>
            <p:nvPr/>
          </p:nvSpPr>
          <p:spPr>
            <a:xfrm>
              <a:off x="3665759" y="2223718"/>
              <a:ext cx="436237" cy="251920"/>
            </a:xfrm>
            <a:custGeom>
              <a:avLst/>
              <a:gdLst/>
              <a:ahLst/>
              <a:cxnLst/>
              <a:rect l="l" t="t" r="r" b="b"/>
              <a:pathLst>
                <a:path w="11609" h="6704" extrusionOk="0">
                  <a:moveTo>
                    <a:pt x="5811" y="6704"/>
                  </a:moveTo>
                  <a:lnTo>
                    <a:pt x="0" y="3358"/>
                  </a:lnTo>
                  <a:lnTo>
                    <a:pt x="5811" y="1"/>
                  </a:lnTo>
                  <a:lnTo>
                    <a:pt x="11609" y="3358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" name="Google Shape;1623;p19"/>
            <p:cNvSpPr/>
            <p:nvPr/>
          </p:nvSpPr>
          <p:spPr>
            <a:xfrm>
              <a:off x="3669150" y="2349900"/>
              <a:ext cx="218363" cy="377616"/>
            </a:xfrm>
            <a:custGeom>
              <a:avLst/>
              <a:gdLst/>
              <a:ahLst/>
              <a:cxnLst/>
              <a:rect l="l" t="t" r="r" b="b"/>
              <a:pathLst>
                <a:path w="5811" h="10049" extrusionOk="0">
                  <a:moveTo>
                    <a:pt x="0" y="0"/>
                  </a:moveTo>
                  <a:lnTo>
                    <a:pt x="0" y="6703"/>
                  </a:lnTo>
                  <a:lnTo>
                    <a:pt x="5811" y="10049"/>
                  </a:lnTo>
                  <a:lnTo>
                    <a:pt x="5811" y="334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4" name="Google Shape;1624;p19"/>
            <p:cNvSpPr/>
            <p:nvPr/>
          </p:nvSpPr>
          <p:spPr>
            <a:xfrm>
              <a:off x="3884079" y="2349900"/>
              <a:ext cx="217912" cy="377616"/>
            </a:xfrm>
            <a:custGeom>
              <a:avLst/>
              <a:gdLst/>
              <a:ahLst/>
              <a:cxnLst/>
              <a:rect l="l" t="t" r="r" b="b"/>
              <a:pathLst>
                <a:path w="5799" h="10049" extrusionOk="0">
                  <a:moveTo>
                    <a:pt x="5799" y="0"/>
                  </a:moveTo>
                  <a:lnTo>
                    <a:pt x="1" y="3346"/>
                  </a:lnTo>
                  <a:lnTo>
                    <a:pt x="1" y="10049"/>
                  </a:lnTo>
                  <a:lnTo>
                    <a:pt x="5799" y="6703"/>
                  </a:lnTo>
                  <a:lnTo>
                    <a:pt x="5799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25" name="Google Shape;1625;p19"/>
          <p:cNvGrpSpPr/>
          <p:nvPr/>
        </p:nvGrpSpPr>
        <p:grpSpPr>
          <a:xfrm>
            <a:off x="5570159" y="1739180"/>
            <a:ext cx="590840" cy="682345"/>
            <a:chOff x="3662369" y="2223718"/>
            <a:chExt cx="436237" cy="503799"/>
          </a:xfrm>
        </p:grpSpPr>
        <p:sp>
          <p:nvSpPr>
            <p:cNvPr id="1626" name="Google Shape;1626;p19"/>
            <p:cNvSpPr/>
            <p:nvPr/>
          </p:nvSpPr>
          <p:spPr>
            <a:xfrm>
              <a:off x="3662369" y="2223718"/>
              <a:ext cx="436237" cy="251920"/>
            </a:xfrm>
            <a:custGeom>
              <a:avLst/>
              <a:gdLst/>
              <a:ahLst/>
              <a:cxnLst/>
              <a:rect l="l" t="t" r="r" b="b"/>
              <a:pathLst>
                <a:path w="11609" h="6704" extrusionOk="0">
                  <a:moveTo>
                    <a:pt x="5811" y="6704"/>
                  </a:moveTo>
                  <a:lnTo>
                    <a:pt x="0" y="3358"/>
                  </a:lnTo>
                  <a:lnTo>
                    <a:pt x="5811" y="1"/>
                  </a:lnTo>
                  <a:lnTo>
                    <a:pt x="11609" y="3358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7" name="Google Shape;1627;p19"/>
            <p:cNvSpPr/>
            <p:nvPr/>
          </p:nvSpPr>
          <p:spPr>
            <a:xfrm>
              <a:off x="3669150" y="2349900"/>
              <a:ext cx="218363" cy="377616"/>
            </a:xfrm>
            <a:custGeom>
              <a:avLst/>
              <a:gdLst/>
              <a:ahLst/>
              <a:cxnLst/>
              <a:rect l="l" t="t" r="r" b="b"/>
              <a:pathLst>
                <a:path w="5811" h="10049" extrusionOk="0">
                  <a:moveTo>
                    <a:pt x="0" y="0"/>
                  </a:moveTo>
                  <a:lnTo>
                    <a:pt x="0" y="6703"/>
                  </a:lnTo>
                  <a:lnTo>
                    <a:pt x="5811" y="10049"/>
                  </a:lnTo>
                  <a:lnTo>
                    <a:pt x="5811" y="334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8" name="Google Shape;1628;p19"/>
            <p:cNvSpPr/>
            <p:nvPr/>
          </p:nvSpPr>
          <p:spPr>
            <a:xfrm>
              <a:off x="3880688" y="2349900"/>
              <a:ext cx="217912" cy="377616"/>
            </a:xfrm>
            <a:custGeom>
              <a:avLst/>
              <a:gdLst/>
              <a:ahLst/>
              <a:cxnLst/>
              <a:rect l="l" t="t" r="r" b="b"/>
              <a:pathLst>
                <a:path w="5799" h="10049" extrusionOk="0">
                  <a:moveTo>
                    <a:pt x="5799" y="0"/>
                  </a:moveTo>
                  <a:lnTo>
                    <a:pt x="1" y="3346"/>
                  </a:lnTo>
                  <a:lnTo>
                    <a:pt x="1" y="10049"/>
                  </a:lnTo>
                  <a:lnTo>
                    <a:pt x="5799" y="6703"/>
                  </a:lnTo>
                  <a:lnTo>
                    <a:pt x="5799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29" name="Google Shape;1629;p19"/>
          <p:cNvGrpSpPr/>
          <p:nvPr/>
        </p:nvGrpSpPr>
        <p:grpSpPr>
          <a:xfrm>
            <a:off x="6872950" y="986347"/>
            <a:ext cx="590840" cy="682345"/>
            <a:chOff x="3662369" y="2223718"/>
            <a:chExt cx="436237" cy="503799"/>
          </a:xfrm>
        </p:grpSpPr>
        <p:sp>
          <p:nvSpPr>
            <p:cNvPr id="1630" name="Google Shape;1630;p19"/>
            <p:cNvSpPr/>
            <p:nvPr/>
          </p:nvSpPr>
          <p:spPr>
            <a:xfrm>
              <a:off x="3662369" y="2223718"/>
              <a:ext cx="436237" cy="251920"/>
            </a:xfrm>
            <a:custGeom>
              <a:avLst/>
              <a:gdLst/>
              <a:ahLst/>
              <a:cxnLst/>
              <a:rect l="l" t="t" r="r" b="b"/>
              <a:pathLst>
                <a:path w="11609" h="6704" extrusionOk="0">
                  <a:moveTo>
                    <a:pt x="5811" y="6704"/>
                  </a:moveTo>
                  <a:lnTo>
                    <a:pt x="0" y="3358"/>
                  </a:lnTo>
                  <a:lnTo>
                    <a:pt x="5811" y="1"/>
                  </a:lnTo>
                  <a:lnTo>
                    <a:pt x="11609" y="3358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1" name="Google Shape;1631;p19"/>
            <p:cNvSpPr/>
            <p:nvPr/>
          </p:nvSpPr>
          <p:spPr>
            <a:xfrm>
              <a:off x="3669150" y="2349900"/>
              <a:ext cx="218363" cy="377616"/>
            </a:xfrm>
            <a:custGeom>
              <a:avLst/>
              <a:gdLst/>
              <a:ahLst/>
              <a:cxnLst/>
              <a:rect l="l" t="t" r="r" b="b"/>
              <a:pathLst>
                <a:path w="5811" h="10049" extrusionOk="0">
                  <a:moveTo>
                    <a:pt x="0" y="0"/>
                  </a:moveTo>
                  <a:lnTo>
                    <a:pt x="0" y="6703"/>
                  </a:lnTo>
                  <a:lnTo>
                    <a:pt x="5811" y="10049"/>
                  </a:lnTo>
                  <a:lnTo>
                    <a:pt x="5811" y="334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2" name="Google Shape;1632;p19"/>
            <p:cNvSpPr/>
            <p:nvPr/>
          </p:nvSpPr>
          <p:spPr>
            <a:xfrm>
              <a:off x="3880688" y="2349900"/>
              <a:ext cx="217912" cy="377616"/>
            </a:xfrm>
            <a:custGeom>
              <a:avLst/>
              <a:gdLst/>
              <a:ahLst/>
              <a:cxnLst/>
              <a:rect l="l" t="t" r="r" b="b"/>
              <a:pathLst>
                <a:path w="5799" h="10049" extrusionOk="0">
                  <a:moveTo>
                    <a:pt x="5799" y="0"/>
                  </a:moveTo>
                  <a:lnTo>
                    <a:pt x="1" y="3346"/>
                  </a:lnTo>
                  <a:lnTo>
                    <a:pt x="1" y="10049"/>
                  </a:lnTo>
                  <a:lnTo>
                    <a:pt x="5799" y="6703"/>
                  </a:lnTo>
                  <a:lnTo>
                    <a:pt x="5799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33" name="Google Shape;1633;p19"/>
          <p:cNvGrpSpPr/>
          <p:nvPr/>
        </p:nvGrpSpPr>
        <p:grpSpPr>
          <a:xfrm>
            <a:off x="517820" y="2532697"/>
            <a:ext cx="1962243" cy="802407"/>
            <a:chOff x="719230" y="2532666"/>
            <a:chExt cx="1752002" cy="802407"/>
          </a:xfrm>
        </p:grpSpPr>
        <p:sp>
          <p:nvSpPr>
            <p:cNvPr id="1634" name="Google Shape;1634;p19"/>
            <p:cNvSpPr txBox="1"/>
            <p:nvPr/>
          </p:nvSpPr>
          <p:spPr>
            <a:xfrm>
              <a:off x="719230" y="2532666"/>
              <a:ext cx="1752000" cy="25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2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Data  processing</a:t>
              </a:r>
              <a:endParaRPr sz="180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1635" name="Google Shape;1635;p19"/>
            <p:cNvSpPr txBox="1"/>
            <p:nvPr/>
          </p:nvSpPr>
          <p:spPr>
            <a:xfrm>
              <a:off x="719233" y="2837373"/>
              <a:ext cx="1752000" cy="49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Data gathering from different sources and processing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636" name="Google Shape;1636;p19"/>
          <p:cNvGrpSpPr/>
          <p:nvPr/>
        </p:nvGrpSpPr>
        <p:grpSpPr>
          <a:xfrm>
            <a:off x="1862800" y="1814425"/>
            <a:ext cx="1962321" cy="762336"/>
            <a:chOff x="1862800" y="1814425"/>
            <a:chExt cx="1962321" cy="762336"/>
          </a:xfrm>
        </p:grpSpPr>
        <p:sp>
          <p:nvSpPr>
            <p:cNvPr id="1637" name="Google Shape;1637;p19"/>
            <p:cNvSpPr txBox="1"/>
            <p:nvPr/>
          </p:nvSpPr>
          <p:spPr>
            <a:xfrm>
              <a:off x="1862821" y="1814425"/>
              <a:ext cx="1962300" cy="25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2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Graph Construction</a:t>
              </a:r>
              <a:endParaRPr sz="180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1638" name="Google Shape;1638;p19"/>
            <p:cNvSpPr txBox="1"/>
            <p:nvPr/>
          </p:nvSpPr>
          <p:spPr>
            <a:xfrm>
              <a:off x="1862800" y="2063761"/>
              <a:ext cx="1962300" cy="51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Nodes and Edge creation and graph storage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639" name="Google Shape;1639;p19"/>
          <p:cNvGrpSpPr/>
          <p:nvPr/>
        </p:nvGrpSpPr>
        <p:grpSpPr>
          <a:xfrm>
            <a:off x="6450250" y="2502250"/>
            <a:ext cx="2342415" cy="762347"/>
            <a:chOff x="6450250" y="2502250"/>
            <a:chExt cx="2342415" cy="762347"/>
          </a:xfrm>
        </p:grpSpPr>
        <p:sp>
          <p:nvSpPr>
            <p:cNvPr id="1640" name="Google Shape;1640;p19"/>
            <p:cNvSpPr txBox="1"/>
            <p:nvPr/>
          </p:nvSpPr>
          <p:spPr>
            <a:xfrm>
              <a:off x="6450250" y="2502250"/>
              <a:ext cx="2342400" cy="25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2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Evaluation &amp; Inference</a:t>
              </a:r>
              <a:endParaRPr sz="180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1641" name="Google Shape;1641;p19"/>
            <p:cNvSpPr txBox="1"/>
            <p:nvPr/>
          </p:nvSpPr>
          <p:spPr>
            <a:xfrm>
              <a:off x="6450265" y="2751597"/>
              <a:ext cx="2342400" cy="51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Combining features and evaluating the fraudulence 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642" name="Google Shape;1642;p19"/>
          <p:cNvGrpSpPr/>
          <p:nvPr/>
        </p:nvGrpSpPr>
        <p:grpSpPr>
          <a:xfrm>
            <a:off x="3245641" y="958563"/>
            <a:ext cx="1752002" cy="811191"/>
            <a:chOff x="3245641" y="958563"/>
            <a:chExt cx="1752002" cy="811191"/>
          </a:xfrm>
        </p:grpSpPr>
        <p:sp>
          <p:nvSpPr>
            <p:cNvPr id="1643" name="Google Shape;1643;p19"/>
            <p:cNvSpPr txBox="1"/>
            <p:nvPr/>
          </p:nvSpPr>
          <p:spPr>
            <a:xfrm>
              <a:off x="3245643" y="958563"/>
              <a:ext cx="1752000" cy="25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2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Distributed F. E.</a:t>
              </a:r>
              <a:endParaRPr sz="180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1644" name="Google Shape;1644;p19"/>
            <p:cNvSpPr txBox="1"/>
            <p:nvPr/>
          </p:nvSpPr>
          <p:spPr>
            <a:xfrm>
              <a:off x="3245641" y="1256753"/>
              <a:ext cx="1752000" cy="51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Sending requests to containers with graph and features 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645" name="Google Shape;1645;p19"/>
          <p:cNvGrpSpPr/>
          <p:nvPr/>
        </p:nvGrpSpPr>
        <p:grpSpPr>
          <a:xfrm>
            <a:off x="5291810" y="3203572"/>
            <a:ext cx="1915649" cy="762342"/>
            <a:chOff x="6655397" y="2538450"/>
            <a:chExt cx="1752012" cy="762342"/>
          </a:xfrm>
        </p:grpSpPr>
        <p:sp>
          <p:nvSpPr>
            <p:cNvPr id="1646" name="Google Shape;1646;p19"/>
            <p:cNvSpPr txBox="1"/>
            <p:nvPr/>
          </p:nvSpPr>
          <p:spPr>
            <a:xfrm>
              <a:off x="6655397" y="2538450"/>
              <a:ext cx="1752000" cy="25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2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Feature Extraction</a:t>
              </a:r>
              <a:endParaRPr sz="180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1647" name="Google Shape;1647;p19"/>
            <p:cNvSpPr txBox="1"/>
            <p:nvPr/>
          </p:nvSpPr>
          <p:spPr>
            <a:xfrm>
              <a:off x="6655409" y="2787792"/>
              <a:ext cx="1752000" cy="51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Feature extraction from calculated features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2" name="Google Shape;1652;p20"/>
          <p:cNvSpPr txBox="1">
            <a:spLocks noGrp="1"/>
          </p:cNvSpPr>
          <p:nvPr>
            <p:ph type="title"/>
          </p:nvPr>
        </p:nvSpPr>
        <p:spPr>
          <a:xfrm>
            <a:off x="514775" y="300700"/>
            <a:ext cx="8114400" cy="51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Project Flow</a:t>
            </a:r>
            <a:endParaRPr/>
          </a:p>
        </p:txBody>
      </p:sp>
      <p:pic>
        <p:nvPicPr>
          <p:cNvPr id="1653" name="Google Shape;165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13700"/>
            <a:ext cx="8839202" cy="39561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58" name="Google Shape;1658;p21"/>
          <p:cNvGrpSpPr/>
          <p:nvPr/>
        </p:nvGrpSpPr>
        <p:grpSpPr>
          <a:xfrm flipH="1">
            <a:off x="6004425" y="1283325"/>
            <a:ext cx="672700" cy="2635025"/>
            <a:chOff x="2440250" y="1283325"/>
            <a:chExt cx="672700" cy="2635025"/>
          </a:xfrm>
        </p:grpSpPr>
        <p:grpSp>
          <p:nvGrpSpPr>
            <p:cNvPr id="1659" name="Google Shape;1659;p21"/>
            <p:cNvGrpSpPr/>
            <p:nvPr/>
          </p:nvGrpSpPr>
          <p:grpSpPr>
            <a:xfrm>
              <a:off x="2440325" y="1283325"/>
              <a:ext cx="672625" cy="2635017"/>
              <a:chOff x="2440325" y="1283325"/>
              <a:chExt cx="672625" cy="2635017"/>
            </a:xfrm>
          </p:grpSpPr>
          <p:cxnSp>
            <p:nvCxnSpPr>
              <p:cNvPr id="1660" name="Google Shape;1660;p21"/>
              <p:cNvCxnSpPr/>
              <p:nvPr/>
            </p:nvCxnSpPr>
            <p:spPr>
              <a:xfrm rot="10800000">
                <a:off x="2706150" y="2984984"/>
                <a:ext cx="406800" cy="0"/>
              </a:xfrm>
              <a:prstGeom prst="straightConnector1">
                <a:avLst/>
              </a:prstGeom>
              <a:noFill/>
              <a:ln w="7620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61" name="Google Shape;1661;p21"/>
              <p:cNvCxnSpPr/>
              <p:nvPr/>
            </p:nvCxnSpPr>
            <p:spPr>
              <a:xfrm rot="10800000">
                <a:off x="2683250" y="1283325"/>
                <a:ext cx="0" cy="2629800"/>
              </a:xfrm>
              <a:prstGeom prst="straightConnector1">
                <a:avLst/>
              </a:prstGeom>
              <a:noFill/>
              <a:ln w="7620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62" name="Google Shape;1662;p21"/>
              <p:cNvCxnSpPr/>
              <p:nvPr/>
            </p:nvCxnSpPr>
            <p:spPr>
              <a:xfrm rot="10800000">
                <a:off x="2440325" y="1296075"/>
                <a:ext cx="281100" cy="0"/>
              </a:xfrm>
              <a:prstGeom prst="straightConnector1">
                <a:avLst/>
              </a:prstGeom>
              <a:noFill/>
              <a:ln w="7620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63" name="Google Shape;1663;p21"/>
              <p:cNvCxnSpPr/>
              <p:nvPr/>
            </p:nvCxnSpPr>
            <p:spPr>
              <a:xfrm rot="10800000">
                <a:off x="2440325" y="3918342"/>
                <a:ext cx="281100" cy="0"/>
              </a:xfrm>
              <a:prstGeom prst="straightConnector1">
                <a:avLst/>
              </a:prstGeom>
              <a:noFill/>
              <a:ln w="7620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64" name="Google Shape;1664;p21"/>
              <p:cNvCxnSpPr/>
              <p:nvPr/>
            </p:nvCxnSpPr>
            <p:spPr>
              <a:xfrm rot="10800000">
                <a:off x="2440325" y="2607209"/>
                <a:ext cx="281100" cy="0"/>
              </a:xfrm>
              <a:prstGeom prst="straightConnector1">
                <a:avLst/>
              </a:prstGeom>
              <a:noFill/>
              <a:ln w="7620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665" name="Google Shape;1665;p21"/>
            <p:cNvGrpSpPr/>
            <p:nvPr/>
          </p:nvGrpSpPr>
          <p:grpSpPr>
            <a:xfrm>
              <a:off x="2440250" y="1283325"/>
              <a:ext cx="672688" cy="2635025"/>
              <a:chOff x="2440263" y="1283325"/>
              <a:chExt cx="672688" cy="2635025"/>
            </a:xfrm>
          </p:grpSpPr>
          <p:cxnSp>
            <p:nvCxnSpPr>
              <p:cNvPr id="1666" name="Google Shape;1666;p21"/>
              <p:cNvCxnSpPr/>
              <p:nvPr/>
            </p:nvCxnSpPr>
            <p:spPr>
              <a:xfrm rot="10800000">
                <a:off x="2686050" y="2984984"/>
                <a:ext cx="4269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accent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67" name="Google Shape;1667;p21"/>
              <p:cNvCxnSpPr/>
              <p:nvPr/>
            </p:nvCxnSpPr>
            <p:spPr>
              <a:xfrm rot="10800000">
                <a:off x="2683250" y="1283325"/>
                <a:ext cx="0" cy="26298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accent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68" name="Google Shape;1668;p21"/>
              <p:cNvCxnSpPr/>
              <p:nvPr/>
            </p:nvCxnSpPr>
            <p:spPr>
              <a:xfrm rot="10800000">
                <a:off x="2440263" y="1296075"/>
                <a:ext cx="257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accent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69" name="Google Shape;1669;p21"/>
              <p:cNvCxnSpPr/>
              <p:nvPr/>
            </p:nvCxnSpPr>
            <p:spPr>
              <a:xfrm rot="10800000">
                <a:off x="2440263" y="3918350"/>
                <a:ext cx="257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accent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70" name="Google Shape;1670;p21"/>
              <p:cNvCxnSpPr/>
              <p:nvPr/>
            </p:nvCxnSpPr>
            <p:spPr>
              <a:xfrm rot="10800000">
                <a:off x="2440288" y="2607200"/>
                <a:ext cx="2565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accent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671" name="Google Shape;1671;p21"/>
          <p:cNvGrpSpPr/>
          <p:nvPr/>
        </p:nvGrpSpPr>
        <p:grpSpPr>
          <a:xfrm>
            <a:off x="2440250" y="1283325"/>
            <a:ext cx="672700" cy="2635025"/>
            <a:chOff x="2440250" y="1283325"/>
            <a:chExt cx="672700" cy="2635025"/>
          </a:xfrm>
        </p:grpSpPr>
        <p:grpSp>
          <p:nvGrpSpPr>
            <p:cNvPr id="1672" name="Google Shape;1672;p21"/>
            <p:cNvGrpSpPr/>
            <p:nvPr/>
          </p:nvGrpSpPr>
          <p:grpSpPr>
            <a:xfrm>
              <a:off x="2440325" y="1283325"/>
              <a:ext cx="672625" cy="2635017"/>
              <a:chOff x="2440325" y="1283325"/>
              <a:chExt cx="672625" cy="2635017"/>
            </a:xfrm>
          </p:grpSpPr>
          <p:cxnSp>
            <p:nvCxnSpPr>
              <p:cNvPr id="1673" name="Google Shape;1673;p21"/>
              <p:cNvCxnSpPr/>
              <p:nvPr/>
            </p:nvCxnSpPr>
            <p:spPr>
              <a:xfrm rot="10800000">
                <a:off x="2706150" y="2984984"/>
                <a:ext cx="406800" cy="0"/>
              </a:xfrm>
              <a:prstGeom prst="straightConnector1">
                <a:avLst/>
              </a:prstGeom>
              <a:noFill/>
              <a:ln w="7620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74" name="Google Shape;1674;p21"/>
              <p:cNvCxnSpPr/>
              <p:nvPr/>
            </p:nvCxnSpPr>
            <p:spPr>
              <a:xfrm rot="10800000">
                <a:off x="2683250" y="1283325"/>
                <a:ext cx="0" cy="2629800"/>
              </a:xfrm>
              <a:prstGeom prst="straightConnector1">
                <a:avLst/>
              </a:prstGeom>
              <a:noFill/>
              <a:ln w="7620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75" name="Google Shape;1675;p21"/>
              <p:cNvCxnSpPr/>
              <p:nvPr/>
            </p:nvCxnSpPr>
            <p:spPr>
              <a:xfrm rot="10800000">
                <a:off x="2440325" y="1296075"/>
                <a:ext cx="281100" cy="0"/>
              </a:xfrm>
              <a:prstGeom prst="straightConnector1">
                <a:avLst/>
              </a:prstGeom>
              <a:noFill/>
              <a:ln w="7620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76" name="Google Shape;1676;p21"/>
              <p:cNvCxnSpPr/>
              <p:nvPr/>
            </p:nvCxnSpPr>
            <p:spPr>
              <a:xfrm rot="10800000">
                <a:off x="2440325" y="3918342"/>
                <a:ext cx="281100" cy="0"/>
              </a:xfrm>
              <a:prstGeom prst="straightConnector1">
                <a:avLst/>
              </a:prstGeom>
              <a:noFill/>
              <a:ln w="7620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77" name="Google Shape;1677;p21"/>
              <p:cNvCxnSpPr/>
              <p:nvPr/>
            </p:nvCxnSpPr>
            <p:spPr>
              <a:xfrm rot="10800000">
                <a:off x="2440325" y="2607209"/>
                <a:ext cx="281100" cy="0"/>
              </a:xfrm>
              <a:prstGeom prst="straightConnector1">
                <a:avLst/>
              </a:prstGeom>
              <a:noFill/>
              <a:ln w="7620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678" name="Google Shape;1678;p21"/>
            <p:cNvGrpSpPr/>
            <p:nvPr/>
          </p:nvGrpSpPr>
          <p:grpSpPr>
            <a:xfrm>
              <a:off x="2440250" y="1283325"/>
              <a:ext cx="672688" cy="2635025"/>
              <a:chOff x="2440263" y="1283325"/>
              <a:chExt cx="672688" cy="2635025"/>
            </a:xfrm>
          </p:grpSpPr>
          <p:cxnSp>
            <p:nvCxnSpPr>
              <p:cNvPr id="1679" name="Google Shape;1679;p21"/>
              <p:cNvCxnSpPr/>
              <p:nvPr/>
            </p:nvCxnSpPr>
            <p:spPr>
              <a:xfrm rot="10800000">
                <a:off x="2686050" y="2984984"/>
                <a:ext cx="4269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accent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80" name="Google Shape;1680;p21"/>
              <p:cNvCxnSpPr/>
              <p:nvPr/>
            </p:nvCxnSpPr>
            <p:spPr>
              <a:xfrm rot="10800000">
                <a:off x="2683250" y="1283325"/>
                <a:ext cx="0" cy="26298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accent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81" name="Google Shape;1681;p21"/>
              <p:cNvCxnSpPr/>
              <p:nvPr/>
            </p:nvCxnSpPr>
            <p:spPr>
              <a:xfrm rot="10800000">
                <a:off x="2440263" y="1296075"/>
                <a:ext cx="257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accent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82" name="Google Shape;1682;p21"/>
              <p:cNvCxnSpPr/>
              <p:nvPr/>
            </p:nvCxnSpPr>
            <p:spPr>
              <a:xfrm rot="10800000">
                <a:off x="2440263" y="3918350"/>
                <a:ext cx="257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accent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83" name="Google Shape;1683;p21"/>
              <p:cNvCxnSpPr/>
              <p:nvPr/>
            </p:nvCxnSpPr>
            <p:spPr>
              <a:xfrm rot="10800000">
                <a:off x="2440288" y="2607200"/>
                <a:ext cx="2565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accent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1684" name="Google Shape;1684;p21"/>
          <p:cNvSpPr txBox="1">
            <a:spLocks noGrp="1"/>
          </p:cNvSpPr>
          <p:nvPr>
            <p:ph type="title"/>
          </p:nvPr>
        </p:nvSpPr>
        <p:spPr>
          <a:xfrm>
            <a:off x="514775" y="300700"/>
            <a:ext cx="8114400" cy="51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Expected Outcome</a:t>
            </a:r>
            <a:endParaRPr/>
          </a:p>
        </p:txBody>
      </p:sp>
      <p:grpSp>
        <p:nvGrpSpPr>
          <p:cNvPr id="1685" name="Google Shape;1685;p21"/>
          <p:cNvGrpSpPr/>
          <p:nvPr/>
        </p:nvGrpSpPr>
        <p:grpSpPr>
          <a:xfrm>
            <a:off x="3018283" y="1634595"/>
            <a:ext cx="3050210" cy="2381866"/>
            <a:chOff x="3018283" y="1634595"/>
            <a:chExt cx="3050210" cy="2381866"/>
          </a:xfrm>
        </p:grpSpPr>
        <p:grpSp>
          <p:nvGrpSpPr>
            <p:cNvPr id="1686" name="Google Shape;1686;p21"/>
            <p:cNvGrpSpPr/>
            <p:nvPr/>
          </p:nvGrpSpPr>
          <p:grpSpPr>
            <a:xfrm rot="3697694">
              <a:off x="4488459" y="2222237"/>
              <a:ext cx="1157423" cy="699014"/>
              <a:chOff x="3441057" y="2206786"/>
              <a:chExt cx="1157400" cy="699000"/>
            </a:xfrm>
          </p:grpSpPr>
          <p:cxnSp>
            <p:nvCxnSpPr>
              <p:cNvPr id="1687" name="Google Shape;1687;p21"/>
              <p:cNvCxnSpPr/>
              <p:nvPr/>
            </p:nvCxnSpPr>
            <p:spPr>
              <a:xfrm rot="10800000" flipH="1">
                <a:off x="3441057" y="2206786"/>
                <a:ext cx="1157400" cy="699000"/>
              </a:xfrm>
              <a:prstGeom prst="straightConnector1">
                <a:avLst/>
              </a:prstGeom>
              <a:noFill/>
              <a:ln w="7620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88" name="Google Shape;1688;p21"/>
              <p:cNvCxnSpPr/>
              <p:nvPr/>
            </p:nvCxnSpPr>
            <p:spPr>
              <a:xfrm rot="10800000" flipH="1">
                <a:off x="3441057" y="2206786"/>
                <a:ext cx="1157400" cy="6990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accent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689" name="Google Shape;1689;p21"/>
            <p:cNvGrpSpPr/>
            <p:nvPr/>
          </p:nvGrpSpPr>
          <p:grpSpPr>
            <a:xfrm rot="3697694">
              <a:off x="3953917" y="2602087"/>
              <a:ext cx="1157423" cy="699014"/>
              <a:chOff x="3441057" y="2206786"/>
              <a:chExt cx="1157400" cy="699000"/>
            </a:xfrm>
          </p:grpSpPr>
          <p:cxnSp>
            <p:nvCxnSpPr>
              <p:cNvPr id="1690" name="Google Shape;1690;p21"/>
              <p:cNvCxnSpPr/>
              <p:nvPr/>
            </p:nvCxnSpPr>
            <p:spPr>
              <a:xfrm rot="10800000" flipH="1">
                <a:off x="3441057" y="2206786"/>
                <a:ext cx="1157400" cy="699000"/>
              </a:xfrm>
              <a:prstGeom prst="straightConnector1">
                <a:avLst/>
              </a:prstGeom>
              <a:noFill/>
              <a:ln w="7620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91" name="Google Shape;1691;p21"/>
              <p:cNvCxnSpPr/>
              <p:nvPr/>
            </p:nvCxnSpPr>
            <p:spPr>
              <a:xfrm rot="10800000" flipH="1">
                <a:off x="3441057" y="2206786"/>
                <a:ext cx="1157400" cy="6990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accent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692" name="Google Shape;1692;p21"/>
            <p:cNvGrpSpPr/>
            <p:nvPr/>
          </p:nvGrpSpPr>
          <p:grpSpPr>
            <a:xfrm rot="3697694">
              <a:off x="3337463" y="2991674"/>
              <a:ext cx="1157423" cy="699014"/>
              <a:chOff x="3441057" y="2206786"/>
              <a:chExt cx="1157400" cy="699000"/>
            </a:xfrm>
          </p:grpSpPr>
          <p:cxnSp>
            <p:nvCxnSpPr>
              <p:cNvPr id="1693" name="Google Shape;1693;p21"/>
              <p:cNvCxnSpPr/>
              <p:nvPr/>
            </p:nvCxnSpPr>
            <p:spPr>
              <a:xfrm rot="10800000" flipH="1">
                <a:off x="3441057" y="2206786"/>
                <a:ext cx="1157400" cy="699000"/>
              </a:xfrm>
              <a:prstGeom prst="straightConnector1">
                <a:avLst/>
              </a:prstGeom>
              <a:noFill/>
              <a:ln w="7620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94" name="Google Shape;1694;p21"/>
              <p:cNvCxnSpPr/>
              <p:nvPr/>
            </p:nvCxnSpPr>
            <p:spPr>
              <a:xfrm rot="10800000" flipH="1">
                <a:off x="3441057" y="2206786"/>
                <a:ext cx="1157400" cy="6990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accent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695" name="Google Shape;1695;p21"/>
            <p:cNvGrpSpPr/>
            <p:nvPr/>
          </p:nvGrpSpPr>
          <p:grpSpPr>
            <a:xfrm>
              <a:off x="4028030" y="2544811"/>
              <a:ext cx="1157400" cy="699000"/>
              <a:chOff x="3441057" y="2206786"/>
              <a:chExt cx="1157400" cy="699000"/>
            </a:xfrm>
          </p:grpSpPr>
          <p:cxnSp>
            <p:nvCxnSpPr>
              <p:cNvPr id="1696" name="Google Shape;1696;p21"/>
              <p:cNvCxnSpPr/>
              <p:nvPr/>
            </p:nvCxnSpPr>
            <p:spPr>
              <a:xfrm rot="10800000" flipH="1">
                <a:off x="3441057" y="2206786"/>
                <a:ext cx="1157400" cy="699000"/>
              </a:xfrm>
              <a:prstGeom prst="straightConnector1">
                <a:avLst/>
              </a:prstGeom>
              <a:noFill/>
              <a:ln w="7620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97" name="Google Shape;1697;p21"/>
              <p:cNvCxnSpPr/>
              <p:nvPr/>
            </p:nvCxnSpPr>
            <p:spPr>
              <a:xfrm rot="10800000" flipH="1">
                <a:off x="3441057" y="2206786"/>
                <a:ext cx="1157400" cy="6990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accent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698" name="Google Shape;1698;p21"/>
            <p:cNvGrpSpPr/>
            <p:nvPr/>
          </p:nvGrpSpPr>
          <p:grpSpPr>
            <a:xfrm>
              <a:off x="4615002" y="2980236"/>
              <a:ext cx="1157400" cy="699000"/>
              <a:chOff x="3441057" y="2206786"/>
              <a:chExt cx="1157400" cy="699000"/>
            </a:xfrm>
          </p:grpSpPr>
          <p:cxnSp>
            <p:nvCxnSpPr>
              <p:cNvPr id="1699" name="Google Shape;1699;p21"/>
              <p:cNvCxnSpPr/>
              <p:nvPr/>
            </p:nvCxnSpPr>
            <p:spPr>
              <a:xfrm rot="10800000" flipH="1">
                <a:off x="3441057" y="2206786"/>
                <a:ext cx="1157400" cy="699000"/>
              </a:xfrm>
              <a:prstGeom prst="straightConnector1">
                <a:avLst/>
              </a:prstGeom>
              <a:noFill/>
              <a:ln w="7620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00" name="Google Shape;1700;p21"/>
              <p:cNvCxnSpPr/>
              <p:nvPr/>
            </p:nvCxnSpPr>
            <p:spPr>
              <a:xfrm rot="10800000" flipH="1">
                <a:off x="3441057" y="2206786"/>
                <a:ext cx="1157400" cy="6990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accent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701" name="Google Shape;1701;p21"/>
            <p:cNvGrpSpPr/>
            <p:nvPr/>
          </p:nvGrpSpPr>
          <p:grpSpPr>
            <a:xfrm>
              <a:off x="3441057" y="2206786"/>
              <a:ext cx="1157400" cy="699000"/>
              <a:chOff x="3441057" y="2206786"/>
              <a:chExt cx="1157400" cy="699000"/>
            </a:xfrm>
          </p:grpSpPr>
          <p:cxnSp>
            <p:nvCxnSpPr>
              <p:cNvPr id="1702" name="Google Shape;1702;p21"/>
              <p:cNvCxnSpPr/>
              <p:nvPr/>
            </p:nvCxnSpPr>
            <p:spPr>
              <a:xfrm rot="10800000" flipH="1">
                <a:off x="3441057" y="2206786"/>
                <a:ext cx="1157400" cy="699000"/>
              </a:xfrm>
              <a:prstGeom prst="straightConnector1">
                <a:avLst/>
              </a:prstGeom>
              <a:noFill/>
              <a:ln w="7620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03" name="Google Shape;1703;p21"/>
              <p:cNvCxnSpPr/>
              <p:nvPr/>
            </p:nvCxnSpPr>
            <p:spPr>
              <a:xfrm rot="10800000" flipH="1">
                <a:off x="3441057" y="2206786"/>
                <a:ext cx="1157400" cy="6990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accent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704" name="Google Shape;1704;p21"/>
            <p:cNvGrpSpPr/>
            <p:nvPr/>
          </p:nvGrpSpPr>
          <p:grpSpPr>
            <a:xfrm>
              <a:off x="4226889" y="1634595"/>
              <a:ext cx="598632" cy="805372"/>
              <a:chOff x="3478424" y="1308364"/>
              <a:chExt cx="2187185" cy="2942536"/>
            </a:xfrm>
          </p:grpSpPr>
          <p:sp>
            <p:nvSpPr>
              <p:cNvPr id="1705" name="Google Shape;1705;p21"/>
              <p:cNvSpPr/>
              <p:nvPr/>
            </p:nvSpPr>
            <p:spPr>
              <a:xfrm>
                <a:off x="3485139" y="2969821"/>
                <a:ext cx="2180470" cy="1281079"/>
              </a:xfrm>
              <a:custGeom>
                <a:avLst/>
                <a:gdLst/>
                <a:ahLst/>
                <a:cxnLst/>
                <a:rect l="l" t="t" r="r" b="b"/>
                <a:pathLst>
                  <a:path w="79261" h="46572" extrusionOk="0">
                    <a:moveTo>
                      <a:pt x="39635" y="1"/>
                    </a:moveTo>
                    <a:cubicBezTo>
                      <a:pt x="38749" y="1"/>
                      <a:pt x="37862" y="230"/>
                      <a:pt x="37065" y="688"/>
                    </a:cubicBezTo>
                    <a:lnTo>
                      <a:pt x="1679" y="21119"/>
                    </a:lnTo>
                    <a:cubicBezTo>
                      <a:pt x="1" y="22084"/>
                      <a:pt x="1" y="24489"/>
                      <a:pt x="1679" y="25453"/>
                    </a:cubicBezTo>
                    <a:lnTo>
                      <a:pt x="37065" y="45884"/>
                    </a:lnTo>
                    <a:cubicBezTo>
                      <a:pt x="37862" y="46343"/>
                      <a:pt x="38749" y="46572"/>
                      <a:pt x="39635" y="46572"/>
                    </a:cubicBezTo>
                    <a:cubicBezTo>
                      <a:pt x="40520" y="46572"/>
                      <a:pt x="41405" y="46343"/>
                      <a:pt x="42196" y="45884"/>
                    </a:cubicBezTo>
                    <a:lnTo>
                      <a:pt x="77594" y="25453"/>
                    </a:lnTo>
                    <a:cubicBezTo>
                      <a:pt x="79260" y="24489"/>
                      <a:pt x="79260" y="22084"/>
                      <a:pt x="77594" y="21119"/>
                    </a:cubicBezTo>
                    <a:lnTo>
                      <a:pt x="42196" y="688"/>
                    </a:lnTo>
                    <a:cubicBezTo>
                      <a:pt x="41405" y="230"/>
                      <a:pt x="40520" y="1"/>
                      <a:pt x="3963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6" name="Google Shape;1706;p21"/>
              <p:cNvSpPr/>
              <p:nvPr/>
            </p:nvSpPr>
            <p:spPr>
              <a:xfrm>
                <a:off x="3793045" y="1947520"/>
                <a:ext cx="1550129" cy="2096604"/>
              </a:xfrm>
              <a:custGeom>
                <a:avLst/>
                <a:gdLst/>
                <a:ahLst/>
                <a:cxnLst/>
                <a:rect l="l" t="t" r="r" b="b"/>
                <a:pathLst>
                  <a:path w="52721" h="71307" extrusionOk="0">
                    <a:moveTo>
                      <a:pt x="52709" y="0"/>
                    </a:moveTo>
                    <a:lnTo>
                      <a:pt x="0" y="0"/>
                    </a:lnTo>
                    <a:lnTo>
                      <a:pt x="0" y="55495"/>
                    </a:lnTo>
                    <a:cubicBezTo>
                      <a:pt x="0" y="56090"/>
                      <a:pt x="321" y="56650"/>
                      <a:pt x="845" y="56948"/>
                    </a:cubicBezTo>
                    <a:lnTo>
                      <a:pt x="24646" y="70699"/>
                    </a:lnTo>
                    <a:cubicBezTo>
                      <a:pt x="25706" y="71306"/>
                      <a:pt x="27027" y="71306"/>
                      <a:pt x="28087" y="70699"/>
                    </a:cubicBezTo>
                    <a:lnTo>
                      <a:pt x="51876" y="56948"/>
                    </a:lnTo>
                    <a:cubicBezTo>
                      <a:pt x="52399" y="56650"/>
                      <a:pt x="52721" y="56090"/>
                      <a:pt x="52721" y="55495"/>
                    </a:cubicBezTo>
                    <a:lnTo>
                      <a:pt x="52721" y="5549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7" name="Google Shape;1707;p21"/>
              <p:cNvSpPr/>
              <p:nvPr/>
            </p:nvSpPr>
            <p:spPr>
              <a:xfrm>
                <a:off x="3784988" y="1482593"/>
                <a:ext cx="1566242" cy="929825"/>
              </a:xfrm>
              <a:custGeom>
                <a:avLst/>
                <a:gdLst/>
                <a:ahLst/>
                <a:cxnLst/>
                <a:rect l="l" t="t" r="r" b="b"/>
                <a:pathLst>
                  <a:path w="53269" h="31624" extrusionOk="0">
                    <a:moveTo>
                      <a:pt x="24920" y="31004"/>
                    </a:moveTo>
                    <a:lnTo>
                      <a:pt x="1119" y="17265"/>
                    </a:lnTo>
                    <a:cubicBezTo>
                      <a:pt x="0" y="16622"/>
                      <a:pt x="0" y="15002"/>
                      <a:pt x="1119" y="14359"/>
                    </a:cubicBezTo>
                    <a:lnTo>
                      <a:pt x="24920" y="620"/>
                    </a:lnTo>
                    <a:cubicBezTo>
                      <a:pt x="25980" y="1"/>
                      <a:pt x="27301" y="1"/>
                      <a:pt x="28361" y="620"/>
                    </a:cubicBezTo>
                    <a:lnTo>
                      <a:pt x="52150" y="14359"/>
                    </a:lnTo>
                    <a:cubicBezTo>
                      <a:pt x="53269" y="15002"/>
                      <a:pt x="53269" y="16622"/>
                      <a:pt x="52150" y="17265"/>
                    </a:cubicBezTo>
                    <a:lnTo>
                      <a:pt x="28361" y="31004"/>
                    </a:lnTo>
                    <a:cubicBezTo>
                      <a:pt x="27289" y="31624"/>
                      <a:pt x="25980" y="31624"/>
                      <a:pt x="24920" y="3100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8" name="Google Shape;1708;p21"/>
              <p:cNvSpPr/>
              <p:nvPr/>
            </p:nvSpPr>
            <p:spPr>
              <a:xfrm>
                <a:off x="3818244" y="2089627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7"/>
                    </a:moveTo>
                    <a:lnTo>
                      <a:pt x="0" y="1561"/>
                    </a:lnTo>
                    <a:lnTo>
                      <a:pt x="0" y="1"/>
                    </a:lnTo>
                    <a:lnTo>
                      <a:pt x="24194" y="1395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9" name="Google Shape;1709;p21"/>
              <p:cNvSpPr/>
              <p:nvPr/>
            </p:nvSpPr>
            <p:spPr>
              <a:xfrm>
                <a:off x="3818244" y="2153697"/>
                <a:ext cx="711364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9" extrusionOk="0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0" name="Google Shape;1710;p21"/>
              <p:cNvSpPr/>
              <p:nvPr/>
            </p:nvSpPr>
            <p:spPr>
              <a:xfrm>
                <a:off x="3818244" y="2218120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1" name="Google Shape;1711;p21"/>
              <p:cNvSpPr/>
              <p:nvPr/>
            </p:nvSpPr>
            <p:spPr>
              <a:xfrm>
                <a:off x="3818244" y="2282543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2" name="Google Shape;1712;p21"/>
              <p:cNvSpPr/>
              <p:nvPr/>
            </p:nvSpPr>
            <p:spPr>
              <a:xfrm>
                <a:off x="3818244" y="2346966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3" name="Google Shape;1713;p21"/>
              <p:cNvSpPr/>
              <p:nvPr/>
            </p:nvSpPr>
            <p:spPr>
              <a:xfrm>
                <a:off x="3818244" y="246178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4" name="Google Shape;1714;p21"/>
              <p:cNvSpPr/>
              <p:nvPr/>
            </p:nvSpPr>
            <p:spPr>
              <a:xfrm>
                <a:off x="3818244" y="2526209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5" name="Google Shape;1715;p21"/>
              <p:cNvSpPr/>
              <p:nvPr/>
            </p:nvSpPr>
            <p:spPr>
              <a:xfrm>
                <a:off x="3818244" y="2590250"/>
                <a:ext cx="711364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9" extrusionOk="0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6" name="Google Shape;1716;p21"/>
              <p:cNvSpPr/>
              <p:nvPr/>
            </p:nvSpPr>
            <p:spPr>
              <a:xfrm>
                <a:off x="3818244" y="2654673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7" name="Google Shape;1717;p21"/>
              <p:cNvSpPr/>
              <p:nvPr/>
            </p:nvSpPr>
            <p:spPr>
              <a:xfrm>
                <a:off x="3818244" y="271909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8" name="Google Shape;1718;p21"/>
              <p:cNvSpPr/>
              <p:nvPr/>
            </p:nvSpPr>
            <p:spPr>
              <a:xfrm>
                <a:off x="3818244" y="283391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9" name="Google Shape;1719;p21"/>
              <p:cNvSpPr/>
              <p:nvPr/>
            </p:nvSpPr>
            <p:spPr>
              <a:xfrm>
                <a:off x="3818244" y="2898339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0" name="Google Shape;1720;p21"/>
              <p:cNvSpPr/>
              <p:nvPr/>
            </p:nvSpPr>
            <p:spPr>
              <a:xfrm>
                <a:off x="3818244" y="2962762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1" name="Google Shape;1721;p21"/>
              <p:cNvSpPr/>
              <p:nvPr/>
            </p:nvSpPr>
            <p:spPr>
              <a:xfrm>
                <a:off x="3818244" y="3026803"/>
                <a:ext cx="711364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9" extrusionOk="0">
                    <a:moveTo>
                      <a:pt x="24194" y="15539"/>
                    </a:moveTo>
                    <a:lnTo>
                      <a:pt x="0" y="1573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2" name="Google Shape;1722;p21"/>
              <p:cNvSpPr/>
              <p:nvPr/>
            </p:nvSpPr>
            <p:spPr>
              <a:xfrm>
                <a:off x="3818244" y="309122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3" name="Google Shape;1723;p21"/>
              <p:cNvSpPr/>
              <p:nvPr/>
            </p:nvSpPr>
            <p:spPr>
              <a:xfrm>
                <a:off x="3818244" y="320604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7"/>
                    </a:moveTo>
                    <a:lnTo>
                      <a:pt x="0" y="1573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4" name="Google Shape;1724;p21"/>
              <p:cNvSpPr/>
              <p:nvPr/>
            </p:nvSpPr>
            <p:spPr>
              <a:xfrm>
                <a:off x="3818244" y="3270469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5" name="Google Shape;1725;p21"/>
              <p:cNvSpPr/>
              <p:nvPr/>
            </p:nvSpPr>
            <p:spPr>
              <a:xfrm>
                <a:off x="3818244" y="3334892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6" name="Google Shape;1726;p21"/>
              <p:cNvSpPr/>
              <p:nvPr/>
            </p:nvSpPr>
            <p:spPr>
              <a:xfrm>
                <a:off x="3818244" y="3399315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7" name="Google Shape;1727;p21"/>
              <p:cNvSpPr/>
              <p:nvPr/>
            </p:nvSpPr>
            <p:spPr>
              <a:xfrm>
                <a:off x="3818244" y="3463385"/>
                <a:ext cx="711364" cy="456856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8" extrusionOk="0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8" name="Google Shape;1728;p21"/>
              <p:cNvSpPr/>
              <p:nvPr/>
            </p:nvSpPr>
            <p:spPr>
              <a:xfrm>
                <a:off x="4606639" y="2089627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7"/>
                    </a:moveTo>
                    <a:lnTo>
                      <a:pt x="24182" y="1561"/>
                    </a:lnTo>
                    <a:lnTo>
                      <a:pt x="24182" y="1"/>
                    </a:lnTo>
                    <a:lnTo>
                      <a:pt x="0" y="1395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9" name="Google Shape;1729;p21"/>
              <p:cNvSpPr/>
              <p:nvPr/>
            </p:nvSpPr>
            <p:spPr>
              <a:xfrm>
                <a:off x="4606639" y="2153697"/>
                <a:ext cx="711011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9" extrusionOk="0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0" name="Google Shape;1730;p21"/>
              <p:cNvSpPr/>
              <p:nvPr/>
            </p:nvSpPr>
            <p:spPr>
              <a:xfrm>
                <a:off x="4606639" y="2218120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1" name="Google Shape;1731;p21"/>
              <p:cNvSpPr/>
              <p:nvPr/>
            </p:nvSpPr>
            <p:spPr>
              <a:xfrm>
                <a:off x="4606639" y="2282543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2" name="Google Shape;1732;p21"/>
              <p:cNvSpPr/>
              <p:nvPr/>
            </p:nvSpPr>
            <p:spPr>
              <a:xfrm>
                <a:off x="4606639" y="2346966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3" name="Google Shape;1733;p21"/>
              <p:cNvSpPr/>
              <p:nvPr/>
            </p:nvSpPr>
            <p:spPr>
              <a:xfrm>
                <a:off x="4606639" y="246178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4" name="Google Shape;1734;p21"/>
              <p:cNvSpPr/>
              <p:nvPr/>
            </p:nvSpPr>
            <p:spPr>
              <a:xfrm>
                <a:off x="4606639" y="2526209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5" name="Google Shape;1735;p21"/>
              <p:cNvSpPr/>
              <p:nvPr/>
            </p:nvSpPr>
            <p:spPr>
              <a:xfrm>
                <a:off x="4606639" y="2590250"/>
                <a:ext cx="711011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9" extrusionOk="0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6" name="Google Shape;1736;p21"/>
              <p:cNvSpPr/>
              <p:nvPr/>
            </p:nvSpPr>
            <p:spPr>
              <a:xfrm>
                <a:off x="4606639" y="2654673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7" name="Google Shape;1737;p21"/>
              <p:cNvSpPr/>
              <p:nvPr/>
            </p:nvSpPr>
            <p:spPr>
              <a:xfrm>
                <a:off x="4606639" y="271909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8" name="Google Shape;1738;p21"/>
              <p:cNvSpPr/>
              <p:nvPr/>
            </p:nvSpPr>
            <p:spPr>
              <a:xfrm>
                <a:off x="4606639" y="283391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9" name="Google Shape;1739;p21"/>
              <p:cNvSpPr/>
              <p:nvPr/>
            </p:nvSpPr>
            <p:spPr>
              <a:xfrm>
                <a:off x="4606639" y="2898339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0" name="Google Shape;1740;p21"/>
              <p:cNvSpPr/>
              <p:nvPr/>
            </p:nvSpPr>
            <p:spPr>
              <a:xfrm>
                <a:off x="4606639" y="2962762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1" name="Google Shape;1741;p21"/>
              <p:cNvSpPr/>
              <p:nvPr/>
            </p:nvSpPr>
            <p:spPr>
              <a:xfrm>
                <a:off x="4606639" y="3026803"/>
                <a:ext cx="711011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9" extrusionOk="0">
                    <a:moveTo>
                      <a:pt x="0" y="15539"/>
                    </a:moveTo>
                    <a:lnTo>
                      <a:pt x="24182" y="1573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2" name="Google Shape;1742;p21"/>
              <p:cNvSpPr/>
              <p:nvPr/>
            </p:nvSpPr>
            <p:spPr>
              <a:xfrm>
                <a:off x="4606639" y="309122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3" name="Google Shape;1743;p21"/>
              <p:cNvSpPr/>
              <p:nvPr/>
            </p:nvSpPr>
            <p:spPr>
              <a:xfrm>
                <a:off x="4606639" y="320604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7"/>
                    </a:moveTo>
                    <a:lnTo>
                      <a:pt x="24182" y="1573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4" name="Google Shape;1744;p21"/>
              <p:cNvSpPr/>
              <p:nvPr/>
            </p:nvSpPr>
            <p:spPr>
              <a:xfrm>
                <a:off x="4606639" y="3270469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5" name="Google Shape;1745;p21"/>
              <p:cNvSpPr/>
              <p:nvPr/>
            </p:nvSpPr>
            <p:spPr>
              <a:xfrm>
                <a:off x="4606639" y="3334892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6" name="Google Shape;1746;p21"/>
              <p:cNvSpPr/>
              <p:nvPr/>
            </p:nvSpPr>
            <p:spPr>
              <a:xfrm>
                <a:off x="4606639" y="3399315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7" name="Google Shape;1747;p21"/>
              <p:cNvSpPr/>
              <p:nvPr/>
            </p:nvSpPr>
            <p:spPr>
              <a:xfrm>
                <a:off x="4606639" y="3463385"/>
                <a:ext cx="711011" cy="456856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8" extrusionOk="0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748" name="Google Shape;1748;p21"/>
              <p:cNvGrpSpPr/>
              <p:nvPr/>
            </p:nvGrpSpPr>
            <p:grpSpPr>
              <a:xfrm>
                <a:off x="3478424" y="1308364"/>
                <a:ext cx="2180470" cy="1878295"/>
                <a:chOff x="5553063" y="1487604"/>
                <a:chExt cx="1981525" cy="1707075"/>
              </a:xfrm>
            </p:grpSpPr>
            <p:sp>
              <p:nvSpPr>
                <p:cNvPr id="1749" name="Google Shape;1749;p21"/>
                <p:cNvSpPr/>
                <p:nvPr/>
              </p:nvSpPr>
              <p:spPr>
                <a:xfrm>
                  <a:off x="5563488" y="2071829"/>
                  <a:ext cx="1960975" cy="1122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439" h="44914" extrusionOk="0">
                      <a:moveTo>
                        <a:pt x="12" y="1"/>
                      </a:moveTo>
                      <a:cubicBezTo>
                        <a:pt x="12" y="72"/>
                        <a:pt x="12" y="132"/>
                        <a:pt x="12" y="191"/>
                      </a:cubicBezTo>
                      <a:cubicBezTo>
                        <a:pt x="12" y="263"/>
                        <a:pt x="12" y="322"/>
                        <a:pt x="12" y="394"/>
                      </a:cubicBezTo>
                      <a:cubicBezTo>
                        <a:pt x="12" y="453"/>
                        <a:pt x="12" y="525"/>
                        <a:pt x="12" y="584"/>
                      </a:cubicBezTo>
                      <a:cubicBezTo>
                        <a:pt x="12" y="656"/>
                        <a:pt x="12" y="715"/>
                        <a:pt x="12" y="775"/>
                      </a:cubicBezTo>
                      <a:cubicBezTo>
                        <a:pt x="12" y="846"/>
                        <a:pt x="12" y="906"/>
                        <a:pt x="12" y="977"/>
                      </a:cubicBezTo>
                      <a:cubicBezTo>
                        <a:pt x="12" y="1037"/>
                        <a:pt x="12" y="1108"/>
                        <a:pt x="12" y="1167"/>
                      </a:cubicBezTo>
                      <a:cubicBezTo>
                        <a:pt x="12" y="1239"/>
                        <a:pt x="12" y="1298"/>
                        <a:pt x="12" y="1358"/>
                      </a:cubicBezTo>
                      <a:cubicBezTo>
                        <a:pt x="12" y="1429"/>
                        <a:pt x="12" y="1489"/>
                        <a:pt x="12" y="1560"/>
                      </a:cubicBezTo>
                      <a:cubicBezTo>
                        <a:pt x="12" y="1620"/>
                        <a:pt x="12" y="1691"/>
                        <a:pt x="12" y="1751"/>
                      </a:cubicBezTo>
                      <a:cubicBezTo>
                        <a:pt x="12" y="1822"/>
                        <a:pt x="12" y="1882"/>
                        <a:pt x="12" y="1941"/>
                      </a:cubicBezTo>
                      <a:cubicBezTo>
                        <a:pt x="12" y="2013"/>
                        <a:pt x="12" y="2072"/>
                        <a:pt x="12" y="2144"/>
                      </a:cubicBezTo>
                      <a:cubicBezTo>
                        <a:pt x="12" y="2203"/>
                        <a:pt x="12" y="2275"/>
                        <a:pt x="12" y="2334"/>
                      </a:cubicBezTo>
                      <a:cubicBezTo>
                        <a:pt x="12" y="2406"/>
                        <a:pt x="12" y="2465"/>
                        <a:pt x="12" y="2525"/>
                      </a:cubicBezTo>
                      <a:cubicBezTo>
                        <a:pt x="12" y="2596"/>
                        <a:pt x="12" y="2656"/>
                        <a:pt x="12" y="2727"/>
                      </a:cubicBezTo>
                      <a:cubicBezTo>
                        <a:pt x="12" y="2787"/>
                        <a:pt x="12" y="2858"/>
                        <a:pt x="12" y="2918"/>
                      </a:cubicBezTo>
                      <a:cubicBezTo>
                        <a:pt x="12" y="2989"/>
                        <a:pt x="12" y="3049"/>
                        <a:pt x="12" y="3108"/>
                      </a:cubicBezTo>
                      <a:cubicBezTo>
                        <a:pt x="12" y="3180"/>
                        <a:pt x="12" y="3239"/>
                        <a:pt x="12" y="3311"/>
                      </a:cubicBezTo>
                      <a:cubicBezTo>
                        <a:pt x="12" y="3370"/>
                        <a:pt x="12" y="3442"/>
                        <a:pt x="12" y="3501"/>
                      </a:cubicBezTo>
                      <a:cubicBezTo>
                        <a:pt x="12" y="3573"/>
                        <a:pt x="12" y="3632"/>
                        <a:pt x="12" y="3692"/>
                      </a:cubicBezTo>
                      <a:cubicBezTo>
                        <a:pt x="12" y="3763"/>
                        <a:pt x="12" y="3823"/>
                        <a:pt x="12" y="3894"/>
                      </a:cubicBezTo>
                      <a:cubicBezTo>
                        <a:pt x="12" y="3954"/>
                        <a:pt x="12" y="4025"/>
                        <a:pt x="12" y="4085"/>
                      </a:cubicBezTo>
                      <a:cubicBezTo>
                        <a:pt x="12" y="4156"/>
                        <a:pt x="12" y="4215"/>
                        <a:pt x="12" y="4275"/>
                      </a:cubicBezTo>
                      <a:cubicBezTo>
                        <a:pt x="12" y="4346"/>
                        <a:pt x="12" y="4406"/>
                        <a:pt x="12" y="4477"/>
                      </a:cubicBezTo>
                      <a:cubicBezTo>
                        <a:pt x="12" y="4537"/>
                        <a:pt x="12" y="4608"/>
                        <a:pt x="12" y="4668"/>
                      </a:cubicBezTo>
                      <a:cubicBezTo>
                        <a:pt x="12" y="4739"/>
                        <a:pt x="12" y="4799"/>
                        <a:pt x="12" y="4858"/>
                      </a:cubicBezTo>
                      <a:cubicBezTo>
                        <a:pt x="12" y="4930"/>
                        <a:pt x="12" y="4989"/>
                        <a:pt x="12" y="5061"/>
                      </a:cubicBezTo>
                      <a:cubicBezTo>
                        <a:pt x="12" y="5120"/>
                        <a:pt x="12" y="5192"/>
                        <a:pt x="12" y="5251"/>
                      </a:cubicBezTo>
                      <a:cubicBezTo>
                        <a:pt x="12" y="5323"/>
                        <a:pt x="12" y="5382"/>
                        <a:pt x="12" y="5442"/>
                      </a:cubicBezTo>
                      <a:cubicBezTo>
                        <a:pt x="12" y="5513"/>
                        <a:pt x="12" y="5573"/>
                        <a:pt x="12" y="5644"/>
                      </a:cubicBezTo>
                      <a:cubicBezTo>
                        <a:pt x="12" y="5704"/>
                        <a:pt x="12" y="5775"/>
                        <a:pt x="12" y="5835"/>
                      </a:cubicBezTo>
                      <a:cubicBezTo>
                        <a:pt x="12" y="5906"/>
                        <a:pt x="12" y="5966"/>
                        <a:pt x="12" y="6025"/>
                      </a:cubicBezTo>
                      <a:cubicBezTo>
                        <a:pt x="12" y="6097"/>
                        <a:pt x="12" y="6156"/>
                        <a:pt x="12" y="6228"/>
                      </a:cubicBezTo>
                      <a:cubicBezTo>
                        <a:pt x="12" y="6287"/>
                        <a:pt x="12" y="6359"/>
                        <a:pt x="12" y="6418"/>
                      </a:cubicBezTo>
                      <a:cubicBezTo>
                        <a:pt x="12" y="6490"/>
                        <a:pt x="12" y="6549"/>
                        <a:pt x="12" y="6609"/>
                      </a:cubicBezTo>
                      <a:cubicBezTo>
                        <a:pt x="12" y="6680"/>
                        <a:pt x="12" y="6740"/>
                        <a:pt x="12" y="6811"/>
                      </a:cubicBezTo>
                      <a:cubicBezTo>
                        <a:pt x="12" y="6871"/>
                        <a:pt x="12" y="6942"/>
                        <a:pt x="12" y="7002"/>
                      </a:cubicBezTo>
                      <a:cubicBezTo>
                        <a:pt x="12" y="7073"/>
                        <a:pt x="12" y="7132"/>
                        <a:pt x="12" y="7192"/>
                      </a:cubicBezTo>
                      <a:cubicBezTo>
                        <a:pt x="12" y="7263"/>
                        <a:pt x="12" y="7323"/>
                        <a:pt x="12" y="7394"/>
                      </a:cubicBezTo>
                      <a:cubicBezTo>
                        <a:pt x="12" y="7454"/>
                        <a:pt x="12" y="7525"/>
                        <a:pt x="12" y="7585"/>
                      </a:cubicBezTo>
                      <a:cubicBezTo>
                        <a:pt x="12" y="7656"/>
                        <a:pt x="12" y="7716"/>
                        <a:pt x="12" y="7775"/>
                      </a:cubicBezTo>
                      <a:cubicBezTo>
                        <a:pt x="12" y="7847"/>
                        <a:pt x="12" y="7906"/>
                        <a:pt x="12" y="7978"/>
                      </a:cubicBezTo>
                      <a:cubicBezTo>
                        <a:pt x="12" y="8037"/>
                        <a:pt x="12" y="8109"/>
                        <a:pt x="12" y="8168"/>
                      </a:cubicBezTo>
                      <a:cubicBezTo>
                        <a:pt x="12" y="8228"/>
                        <a:pt x="12" y="8299"/>
                        <a:pt x="12" y="8359"/>
                      </a:cubicBezTo>
                      <a:cubicBezTo>
                        <a:pt x="12" y="8430"/>
                        <a:pt x="12" y="8490"/>
                        <a:pt x="12" y="8561"/>
                      </a:cubicBezTo>
                      <a:cubicBezTo>
                        <a:pt x="12" y="8621"/>
                        <a:pt x="12" y="8692"/>
                        <a:pt x="12" y="8752"/>
                      </a:cubicBezTo>
                      <a:cubicBezTo>
                        <a:pt x="12" y="8811"/>
                        <a:pt x="12" y="8883"/>
                        <a:pt x="12" y="8942"/>
                      </a:cubicBezTo>
                      <a:cubicBezTo>
                        <a:pt x="12" y="9014"/>
                        <a:pt x="12" y="9073"/>
                        <a:pt x="12" y="9145"/>
                      </a:cubicBezTo>
                      <a:cubicBezTo>
                        <a:pt x="12" y="9204"/>
                        <a:pt x="12" y="9276"/>
                        <a:pt x="12" y="9335"/>
                      </a:cubicBezTo>
                      <a:cubicBezTo>
                        <a:pt x="12" y="9395"/>
                        <a:pt x="12" y="9466"/>
                        <a:pt x="12" y="9526"/>
                      </a:cubicBezTo>
                      <a:cubicBezTo>
                        <a:pt x="12" y="9597"/>
                        <a:pt x="12" y="9657"/>
                        <a:pt x="12" y="9728"/>
                      </a:cubicBezTo>
                      <a:cubicBezTo>
                        <a:pt x="12" y="9788"/>
                        <a:pt x="12" y="9859"/>
                        <a:pt x="12" y="9919"/>
                      </a:cubicBezTo>
                      <a:cubicBezTo>
                        <a:pt x="12" y="9978"/>
                        <a:pt x="12" y="10050"/>
                        <a:pt x="12" y="10109"/>
                      </a:cubicBezTo>
                      <a:cubicBezTo>
                        <a:pt x="12" y="10180"/>
                        <a:pt x="12" y="10240"/>
                        <a:pt x="12" y="10311"/>
                      </a:cubicBezTo>
                      <a:cubicBezTo>
                        <a:pt x="12" y="10371"/>
                        <a:pt x="12" y="10442"/>
                        <a:pt x="12" y="10502"/>
                      </a:cubicBezTo>
                      <a:cubicBezTo>
                        <a:pt x="12" y="10561"/>
                        <a:pt x="12" y="10633"/>
                        <a:pt x="12" y="10692"/>
                      </a:cubicBezTo>
                      <a:cubicBezTo>
                        <a:pt x="12" y="10764"/>
                        <a:pt x="12" y="10823"/>
                        <a:pt x="12" y="10895"/>
                      </a:cubicBezTo>
                      <a:cubicBezTo>
                        <a:pt x="12" y="10954"/>
                        <a:pt x="12" y="11026"/>
                        <a:pt x="12" y="11085"/>
                      </a:cubicBezTo>
                      <a:cubicBezTo>
                        <a:pt x="12" y="11145"/>
                        <a:pt x="12" y="11216"/>
                        <a:pt x="12" y="11276"/>
                      </a:cubicBezTo>
                      <a:cubicBezTo>
                        <a:pt x="12" y="11347"/>
                        <a:pt x="12" y="11407"/>
                        <a:pt x="12" y="11478"/>
                      </a:cubicBezTo>
                      <a:cubicBezTo>
                        <a:pt x="12" y="11538"/>
                        <a:pt x="12" y="11609"/>
                        <a:pt x="12" y="11669"/>
                      </a:cubicBezTo>
                      <a:cubicBezTo>
                        <a:pt x="12" y="11728"/>
                        <a:pt x="12" y="11800"/>
                        <a:pt x="12" y="11859"/>
                      </a:cubicBezTo>
                      <a:cubicBezTo>
                        <a:pt x="12" y="11931"/>
                        <a:pt x="12" y="11990"/>
                        <a:pt x="12" y="12062"/>
                      </a:cubicBezTo>
                      <a:cubicBezTo>
                        <a:pt x="12" y="12121"/>
                        <a:pt x="12" y="12193"/>
                        <a:pt x="12" y="12252"/>
                      </a:cubicBezTo>
                      <a:cubicBezTo>
                        <a:pt x="12" y="12312"/>
                        <a:pt x="12" y="12383"/>
                        <a:pt x="12" y="12443"/>
                      </a:cubicBezTo>
                      <a:cubicBezTo>
                        <a:pt x="12" y="12514"/>
                        <a:pt x="12" y="12574"/>
                        <a:pt x="12" y="12645"/>
                      </a:cubicBezTo>
                      <a:cubicBezTo>
                        <a:pt x="12" y="12705"/>
                        <a:pt x="12" y="12776"/>
                        <a:pt x="12" y="12836"/>
                      </a:cubicBezTo>
                      <a:cubicBezTo>
                        <a:pt x="12" y="12895"/>
                        <a:pt x="12" y="12967"/>
                        <a:pt x="12" y="13026"/>
                      </a:cubicBezTo>
                      <a:cubicBezTo>
                        <a:pt x="12" y="13098"/>
                        <a:pt x="12" y="13157"/>
                        <a:pt x="12" y="13228"/>
                      </a:cubicBezTo>
                      <a:cubicBezTo>
                        <a:pt x="12" y="13288"/>
                        <a:pt x="12" y="13359"/>
                        <a:pt x="12" y="13419"/>
                      </a:cubicBezTo>
                      <a:cubicBezTo>
                        <a:pt x="12" y="13479"/>
                        <a:pt x="12" y="13550"/>
                        <a:pt x="12" y="13609"/>
                      </a:cubicBezTo>
                      <a:cubicBezTo>
                        <a:pt x="12" y="13681"/>
                        <a:pt x="12" y="13740"/>
                        <a:pt x="12" y="13812"/>
                      </a:cubicBezTo>
                      <a:cubicBezTo>
                        <a:pt x="12" y="13871"/>
                        <a:pt x="12" y="13943"/>
                        <a:pt x="12" y="14002"/>
                      </a:cubicBezTo>
                      <a:cubicBezTo>
                        <a:pt x="12" y="14062"/>
                        <a:pt x="12" y="14133"/>
                        <a:pt x="12" y="14193"/>
                      </a:cubicBezTo>
                      <a:cubicBezTo>
                        <a:pt x="12" y="14264"/>
                        <a:pt x="12" y="14324"/>
                        <a:pt x="12" y="14395"/>
                      </a:cubicBezTo>
                      <a:cubicBezTo>
                        <a:pt x="12" y="14455"/>
                        <a:pt x="12" y="14526"/>
                        <a:pt x="12" y="14586"/>
                      </a:cubicBezTo>
                      <a:cubicBezTo>
                        <a:pt x="12" y="14645"/>
                        <a:pt x="12" y="14717"/>
                        <a:pt x="12" y="14776"/>
                      </a:cubicBezTo>
                      <a:cubicBezTo>
                        <a:pt x="12" y="14848"/>
                        <a:pt x="12" y="14907"/>
                        <a:pt x="12" y="14979"/>
                      </a:cubicBezTo>
                      <a:cubicBezTo>
                        <a:pt x="12" y="15038"/>
                        <a:pt x="12" y="15110"/>
                        <a:pt x="12" y="15169"/>
                      </a:cubicBezTo>
                      <a:cubicBezTo>
                        <a:pt x="12" y="15229"/>
                        <a:pt x="12" y="15300"/>
                        <a:pt x="12" y="15360"/>
                      </a:cubicBezTo>
                      <a:cubicBezTo>
                        <a:pt x="12" y="15431"/>
                        <a:pt x="12" y="15491"/>
                        <a:pt x="12" y="15562"/>
                      </a:cubicBezTo>
                      <a:cubicBezTo>
                        <a:pt x="12" y="15622"/>
                        <a:pt x="12" y="15693"/>
                        <a:pt x="12" y="15753"/>
                      </a:cubicBezTo>
                      <a:cubicBezTo>
                        <a:pt x="12" y="15812"/>
                        <a:pt x="12" y="15884"/>
                        <a:pt x="12" y="15943"/>
                      </a:cubicBezTo>
                      <a:cubicBezTo>
                        <a:pt x="12" y="16015"/>
                        <a:pt x="12" y="16074"/>
                        <a:pt x="12" y="16146"/>
                      </a:cubicBezTo>
                      <a:cubicBezTo>
                        <a:pt x="12" y="16205"/>
                        <a:pt x="12" y="16276"/>
                        <a:pt x="12" y="16336"/>
                      </a:cubicBezTo>
                      <a:cubicBezTo>
                        <a:pt x="12" y="16396"/>
                        <a:pt x="12" y="16467"/>
                        <a:pt x="12" y="16527"/>
                      </a:cubicBezTo>
                      <a:cubicBezTo>
                        <a:pt x="12" y="16598"/>
                        <a:pt x="12" y="16657"/>
                        <a:pt x="12" y="16729"/>
                      </a:cubicBezTo>
                      <a:cubicBezTo>
                        <a:pt x="12" y="16788"/>
                        <a:pt x="12" y="16860"/>
                        <a:pt x="12" y="16919"/>
                      </a:cubicBezTo>
                      <a:cubicBezTo>
                        <a:pt x="12" y="16979"/>
                        <a:pt x="12" y="17050"/>
                        <a:pt x="12" y="17110"/>
                      </a:cubicBezTo>
                      <a:cubicBezTo>
                        <a:pt x="12" y="17181"/>
                        <a:pt x="12" y="17241"/>
                        <a:pt x="12" y="17312"/>
                      </a:cubicBezTo>
                      <a:cubicBezTo>
                        <a:pt x="12" y="17372"/>
                        <a:pt x="12" y="17443"/>
                        <a:pt x="12" y="17503"/>
                      </a:cubicBezTo>
                      <a:cubicBezTo>
                        <a:pt x="12" y="17562"/>
                        <a:pt x="12" y="17634"/>
                        <a:pt x="12" y="17693"/>
                      </a:cubicBezTo>
                      <a:cubicBezTo>
                        <a:pt x="12" y="17765"/>
                        <a:pt x="12" y="17824"/>
                        <a:pt x="12" y="17896"/>
                      </a:cubicBezTo>
                      <a:cubicBezTo>
                        <a:pt x="12" y="17955"/>
                        <a:pt x="12" y="18015"/>
                        <a:pt x="12" y="18086"/>
                      </a:cubicBezTo>
                      <a:cubicBezTo>
                        <a:pt x="12" y="18146"/>
                        <a:pt x="12" y="18217"/>
                        <a:pt x="12" y="18277"/>
                      </a:cubicBezTo>
                      <a:cubicBezTo>
                        <a:pt x="12" y="18348"/>
                        <a:pt x="12" y="18408"/>
                        <a:pt x="12" y="18479"/>
                      </a:cubicBezTo>
                      <a:cubicBezTo>
                        <a:pt x="12" y="18539"/>
                        <a:pt x="12" y="18598"/>
                        <a:pt x="12" y="18670"/>
                      </a:cubicBezTo>
                      <a:cubicBezTo>
                        <a:pt x="12" y="18729"/>
                        <a:pt x="12" y="18801"/>
                        <a:pt x="12" y="18860"/>
                      </a:cubicBezTo>
                      <a:cubicBezTo>
                        <a:pt x="12" y="18932"/>
                        <a:pt x="12" y="18991"/>
                        <a:pt x="12" y="19063"/>
                      </a:cubicBezTo>
                      <a:cubicBezTo>
                        <a:pt x="12" y="19122"/>
                        <a:pt x="12" y="19182"/>
                        <a:pt x="12" y="19253"/>
                      </a:cubicBezTo>
                      <a:cubicBezTo>
                        <a:pt x="12" y="19313"/>
                        <a:pt x="12" y="19384"/>
                        <a:pt x="12" y="19444"/>
                      </a:cubicBezTo>
                      <a:cubicBezTo>
                        <a:pt x="12" y="19515"/>
                        <a:pt x="12" y="19575"/>
                        <a:pt x="12" y="19646"/>
                      </a:cubicBezTo>
                      <a:cubicBezTo>
                        <a:pt x="12" y="19705"/>
                        <a:pt x="12" y="19765"/>
                        <a:pt x="12" y="19836"/>
                      </a:cubicBezTo>
                      <a:cubicBezTo>
                        <a:pt x="12" y="19896"/>
                        <a:pt x="12" y="19967"/>
                        <a:pt x="12" y="20027"/>
                      </a:cubicBezTo>
                      <a:cubicBezTo>
                        <a:pt x="12" y="20098"/>
                        <a:pt x="12" y="20158"/>
                        <a:pt x="12" y="20229"/>
                      </a:cubicBezTo>
                      <a:cubicBezTo>
                        <a:pt x="12" y="20289"/>
                        <a:pt x="12" y="20348"/>
                        <a:pt x="12" y="20420"/>
                      </a:cubicBezTo>
                      <a:cubicBezTo>
                        <a:pt x="12" y="20479"/>
                        <a:pt x="12" y="20551"/>
                        <a:pt x="12" y="20610"/>
                      </a:cubicBezTo>
                      <a:cubicBezTo>
                        <a:pt x="12" y="20682"/>
                        <a:pt x="12" y="20741"/>
                        <a:pt x="12" y="20813"/>
                      </a:cubicBezTo>
                      <a:cubicBezTo>
                        <a:pt x="12" y="20872"/>
                        <a:pt x="12" y="20932"/>
                        <a:pt x="12" y="21003"/>
                      </a:cubicBezTo>
                      <a:cubicBezTo>
                        <a:pt x="12" y="21063"/>
                        <a:pt x="12" y="21134"/>
                        <a:pt x="12" y="21194"/>
                      </a:cubicBezTo>
                      <a:cubicBezTo>
                        <a:pt x="12" y="21265"/>
                        <a:pt x="12" y="21325"/>
                        <a:pt x="12" y="21396"/>
                      </a:cubicBezTo>
                      <a:cubicBezTo>
                        <a:pt x="12" y="21456"/>
                        <a:pt x="12" y="21515"/>
                        <a:pt x="12" y="21587"/>
                      </a:cubicBezTo>
                      <a:cubicBezTo>
                        <a:pt x="0" y="22515"/>
                        <a:pt x="500" y="23373"/>
                        <a:pt x="1310" y="23837"/>
                      </a:cubicBezTo>
                      <a:lnTo>
                        <a:pt x="36612" y="44208"/>
                      </a:lnTo>
                      <a:cubicBezTo>
                        <a:pt x="37416" y="44679"/>
                        <a:pt x="38315" y="44914"/>
                        <a:pt x="39215" y="44914"/>
                      </a:cubicBezTo>
                      <a:cubicBezTo>
                        <a:pt x="40115" y="44914"/>
                        <a:pt x="41017" y="44679"/>
                        <a:pt x="41827" y="44208"/>
                      </a:cubicBezTo>
                      <a:lnTo>
                        <a:pt x="77129" y="23837"/>
                      </a:lnTo>
                      <a:cubicBezTo>
                        <a:pt x="77939" y="23373"/>
                        <a:pt x="78439" y="22515"/>
                        <a:pt x="78427" y="21587"/>
                      </a:cubicBezTo>
                      <a:lnTo>
                        <a:pt x="78427" y="21384"/>
                      </a:lnTo>
                      <a:lnTo>
                        <a:pt x="78427" y="21194"/>
                      </a:lnTo>
                      <a:lnTo>
                        <a:pt x="78427" y="21003"/>
                      </a:lnTo>
                      <a:lnTo>
                        <a:pt x="78427" y="20801"/>
                      </a:lnTo>
                      <a:lnTo>
                        <a:pt x="78427" y="20610"/>
                      </a:lnTo>
                      <a:lnTo>
                        <a:pt x="78427" y="20420"/>
                      </a:lnTo>
                      <a:lnTo>
                        <a:pt x="78427" y="20217"/>
                      </a:lnTo>
                      <a:lnTo>
                        <a:pt x="78427" y="20027"/>
                      </a:lnTo>
                      <a:lnTo>
                        <a:pt x="78427" y="19836"/>
                      </a:lnTo>
                      <a:lnTo>
                        <a:pt x="78427" y="19634"/>
                      </a:lnTo>
                      <a:lnTo>
                        <a:pt x="78427" y="19444"/>
                      </a:lnTo>
                      <a:lnTo>
                        <a:pt x="78427" y="19253"/>
                      </a:lnTo>
                      <a:lnTo>
                        <a:pt x="78427" y="19051"/>
                      </a:lnTo>
                      <a:lnTo>
                        <a:pt x="78427" y="18860"/>
                      </a:lnTo>
                      <a:lnTo>
                        <a:pt x="78427" y="18670"/>
                      </a:lnTo>
                      <a:lnTo>
                        <a:pt x="78427" y="18467"/>
                      </a:lnTo>
                      <a:lnTo>
                        <a:pt x="78427" y="18277"/>
                      </a:lnTo>
                      <a:lnTo>
                        <a:pt x="78427" y="18086"/>
                      </a:lnTo>
                      <a:lnTo>
                        <a:pt x="78427" y="17884"/>
                      </a:lnTo>
                      <a:lnTo>
                        <a:pt x="78427" y="17693"/>
                      </a:lnTo>
                      <a:lnTo>
                        <a:pt x="78427" y="17503"/>
                      </a:lnTo>
                      <a:lnTo>
                        <a:pt x="78427" y="17300"/>
                      </a:lnTo>
                      <a:lnTo>
                        <a:pt x="78427" y="17110"/>
                      </a:lnTo>
                      <a:lnTo>
                        <a:pt x="78427" y="16919"/>
                      </a:lnTo>
                      <a:lnTo>
                        <a:pt x="78427" y="16717"/>
                      </a:lnTo>
                      <a:lnTo>
                        <a:pt x="78427" y="16527"/>
                      </a:lnTo>
                      <a:lnTo>
                        <a:pt x="78427" y="16336"/>
                      </a:lnTo>
                      <a:lnTo>
                        <a:pt x="78427" y="16146"/>
                      </a:lnTo>
                      <a:lnTo>
                        <a:pt x="78427" y="15943"/>
                      </a:lnTo>
                      <a:lnTo>
                        <a:pt x="78427" y="15753"/>
                      </a:lnTo>
                      <a:lnTo>
                        <a:pt x="78427" y="15562"/>
                      </a:lnTo>
                      <a:lnTo>
                        <a:pt x="78427" y="15360"/>
                      </a:lnTo>
                      <a:lnTo>
                        <a:pt x="78427" y="15169"/>
                      </a:lnTo>
                      <a:lnTo>
                        <a:pt x="78427" y="14979"/>
                      </a:lnTo>
                      <a:lnTo>
                        <a:pt x="78427" y="14776"/>
                      </a:lnTo>
                      <a:lnTo>
                        <a:pt x="78427" y="14586"/>
                      </a:lnTo>
                      <a:lnTo>
                        <a:pt x="78427" y="14395"/>
                      </a:lnTo>
                      <a:lnTo>
                        <a:pt x="78427" y="14193"/>
                      </a:lnTo>
                      <a:lnTo>
                        <a:pt x="78427" y="14002"/>
                      </a:lnTo>
                      <a:lnTo>
                        <a:pt x="78427" y="13812"/>
                      </a:lnTo>
                      <a:lnTo>
                        <a:pt x="78427" y="13609"/>
                      </a:lnTo>
                      <a:lnTo>
                        <a:pt x="78427" y="13419"/>
                      </a:lnTo>
                      <a:lnTo>
                        <a:pt x="78427" y="13228"/>
                      </a:lnTo>
                      <a:lnTo>
                        <a:pt x="78427" y="13026"/>
                      </a:lnTo>
                      <a:lnTo>
                        <a:pt x="78427" y="12836"/>
                      </a:lnTo>
                      <a:lnTo>
                        <a:pt x="78427" y="12645"/>
                      </a:lnTo>
                      <a:lnTo>
                        <a:pt x="78427" y="12443"/>
                      </a:lnTo>
                      <a:lnTo>
                        <a:pt x="78427" y="12252"/>
                      </a:lnTo>
                      <a:lnTo>
                        <a:pt x="78427" y="12062"/>
                      </a:lnTo>
                      <a:lnTo>
                        <a:pt x="78427" y="11859"/>
                      </a:lnTo>
                      <a:lnTo>
                        <a:pt x="78427" y="11669"/>
                      </a:lnTo>
                      <a:lnTo>
                        <a:pt x="78427" y="11478"/>
                      </a:lnTo>
                      <a:lnTo>
                        <a:pt x="78427" y="11276"/>
                      </a:lnTo>
                      <a:lnTo>
                        <a:pt x="78427" y="11085"/>
                      </a:lnTo>
                      <a:lnTo>
                        <a:pt x="78427" y="10895"/>
                      </a:lnTo>
                      <a:lnTo>
                        <a:pt x="78427" y="10692"/>
                      </a:lnTo>
                      <a:lnTo>
                        <a:pt x="78427" y="10502"/>
                      </a:lnTo>
                      <a:lnTo>
                        <a:pt x="78427" y="10311"/>
                      </a:lnTo>
                      <a:lnTo>
                        <a:pt x="78427" y="10109"/>
                      </a:lnTo>
                      <a:lnTo>
                        <a:pt x="78427" y="9919"/>
                      </a:lnTo>
                      <a:lnTo>
                        <a:pt x="78427" y="9728"/>
                      </a:lnTo>
                      <a:lnTo>
                        <a:pt x="78427" y="9526"/>
                      </a:lnTo>
                      <a:lnTo>
                        <a:pt x="78427" y="9335"/>
                      </a:lnTo>
                      <a:lnTo>
                        <a:pt x="78427" y="9145"/>
                      </a:lnTo>
                      <a:lnTo>
                        <a:pt x="78427" y="8942"/>
                      </a:lnTo>
                      <a:lnTo>
                        <a:pt x="78427" y="8752"/>
                      </a:lnTo>
                      <a:lnTo>
                        <a:pt x="78427" y="8561"/>
                      </a:lnTo>
                      <a:lnTo>
                        <a:pt x="78427" y="8359"/>
                      </a:lnTo>
                      <a:lnTo>
                        <a:pt x="78427" y="8168"/>
                      </a:lnTo>
                      <a:lnTo>
                        <a:pt x="78427" y="7978"/>
                      </a:lnTo>
                      <a:lnTo>
                        <a:pt x="78427" y="7775"/>
                      </a:lnTo>
                      <a:lnTo>
                        <a:pt x="78427" y="7585"/>
                      </a:lnTo>
                      <a:lnTo>
                        <a:pt x="78427" y="7394"/>
                      </a:lnTo>
                      <a:lnTo>
                        <a:pt x="78427" y="7192"/>
                      </a:lnTo>
                      <a:lnTo>
                        <a:pt x="78427" y="7002"/>
                      </a:lnTo>
                      <a:lnTo>
                        <a:pt x="78427" y="6811"/>
                      </a:lnTo>
                      <a:lnTo>
                        <a:pt x="78427" y="6609"/>
                      </a:lnTo>
                      <a:lnTo>
                        <a:pt x="78427" y="6418"/>
                      </a:lnTo>
                      <a:lnTo>
                        <a:pt x="78427" y="6228"/>
                      </a:lnTo>
                      <a:lnTo>
                        <a:pt x="78427" y="6025"/>
                      </a:lnTo>
                      <a:lnTo>
                        <a:pt x="78427" y="5835"/>
                      </a:lnTo>
                      <a:lnTo>
                        <a:pt x="78427" y="5644"/>
                      </a:lnTo>
                      <a:lnTo>
                        <a:pt x="78427" y="5442"/>
                      </a:lnTo>
                      <a:lnTo>
                        <a:pt x="78427" y="5251"/>
                      </a:lnTo>
                      <a:lnTo>
                        <a:pt x="78427" y="5061"/>
                      </a:lnTo>
                      <a:lnTo>
                        <a:pt x="78427" y="4858"/>
                      </a:lnTo>
                      <a:lnTo>
                        <a:pt x="78427" y="4668"/>
                      </a:lnTo>
                      <a:lnTo>
                        <a:pt x="78427" y="4477"/>
                      </a:lnTo>
                      <a:lnTo>
                        <a:pt x="78427" y="4275"/>
                      </a:lnTo>
                      <a:lnTo>
                        <a:pt x="78427" y="4085"/>
                      </a:lnTo>
                      <a:lnTo>
                        <a:pt x="78427" y="3894"/>
                      </a:lnTo>
                      <a:lnTo>
                        <a:pt x="78427" y="3692"/>
                      </a:lnTo>
                      <a:lnTo>
                        <a:pt x="78427" y="3501"/>
                      </a:lnTo>
                      <a:lnTo>
                        <a:pt x="78427" y="3311"/>
                      </a:lnTo>
                      <a:lnTo>
                        <a:pt x="78427" y="3108"/>
                      </a:lnTo>
                      <a:lnTo>
                        <a:pt x="78427" y="2918"/>
                      </a:lnTo>
                      <a:lnTo>
                        <a:pt x="78427" y="2727"/>
                      </a:lnTo>
                      <a:lnTo>
                        <a:pt x="78427" y="2525"/>
                      </a:lnTo>
                      <a:lnTo>
                        <a:pt x="78427" y="2334"/>
                      </a:lnTo>
                      <a:lnTo>
                        <a:pt x="78427" y="2144"/>
                      </a:lnTo>
                      <a:lnTo>
                        <a:pt x="78427" y="1941"/>
                      </a:lnTo>
                      <a:lnTo>
                        <a:pt x="78427" y="1751"/>
                      </a:lnTo>
                      <a:lnTo>
                        <a:pt x="78427" y="1560"/>
                      </a:lnTo>
                      <a:lnTo>
                        <a:pt x="78427" y="1358"/>
                      </a:lnTo>
                      <a:lnTo>
                        <a:pt x="78427" y="1167"/>
                      </a:lnTo>
                      <a:lnTo>
                        <a:pt x="78427" y="977"/>
                      </a:lnTo>
                      <a:lnTo>
                        <a:pt x="78427" y="775"/>
                      </a:lnTo>
                      <a:lnTo>
                        <a:pt x="78427" y="584"/>
                      </a:lnTo>
                      <a:lnTo>
                        <a:pt x="78427" y="394"/>
                      </a:lnTo>
                      <a:lnTo>
                        <a:pt x="78427" y="191"/>
                      </a:lnTo>
                      <a:lnTo>
                        <a:pt x="78427" y="1"/>
                      </a:lnTo>
                      <a:lnTo>
                        <a:pt x="78212" y="1"/>
                      </a:lnTo>
                      <a:cubicBezTo>
                        <a:pt x="78224" y="858"/>
                        <a:pt x="77760" y="1644"/>
                        <a:pt x="77022" y="2072"/>
                      </a:cubicBezTo>
                      <a:lnTo>
                        <a:pt x="41720" y="22444"/>
                      </a:lnTo>
                      <a:cubicBezTo>
                        <a:pt x="40946" y="22890"/>
                        <a:pt x="40083" y="23114"/>
                        <a:pt x="39218" y="23114"/>
                      </a:cubicBezTo>
                      <a:cubicBezTo>
                        <a:pt x="38353" y="23114"/>
                        <a:pt x="37487" y="22890"/>
                        <a:pt x="36707" y="22444"/>
                      </a:cubicBezTo>
                      <a:lnTo>
                        <a:pt x="1417" y="2072"/>
                      </a:lnTo>
                      <a:cubicBezTo>
                        <a:pt x="667" y="1644"/>
                        <a:pt x="215" y="858"/>
                        <a:pt x="226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A0FDF1">
                        <a:alpha val="41568"/>
                        <a:alpha val="41520"/>
                      </a:srgbClr>
                    </a:gs>
                    <a:gs pos="100000">
                      <a:srgbClr val="FFFFFF">
                        <a:alpha val="37254"/>
                        <a:alpha val="4152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50" name="Google Shape;1750;p21"/>
                <p:cNvSpPr/>
                <p:nvPr/>
              </p:nvSpPr>
              <p:spPr>
                <a:xfrm>
                  <a:off x="5553063" y="1487604"/>
                  <a:ext cx="1981525" cy="116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261" h="46572" extrusionOk="0">
                      <a:moveTo>
                        <a:pt x="39635" y="1"/>
                      </a:moveTo>
                      <a:cubicBezTo>
                        <a:pt x="38749" y="1"/>
                        <a:pt x="37862" y="230"/>
                        <a:pt x="37065" y="688"/>
                      </a:cubicBezTo>
                      <a:lnTo>
                        <a:pt x="1679" y="21119"/>
                      </a:lnTo>
                      <a:cubicBezTo>
                        <a:pt x="1" y="22084"/>
                        <a:pt x="1" y="24489"/>
                        <a:pt x="1679" y="25453"/>
                      </a:cubicBezTo>
                      <a:lnTo>
                        <a:pt x="37065" y="45884"/>
                      </a:lnTo>
                      <a:cubicBezTo>
                        <a:pt x="37862" y="46343"/>
                        <a:pt x="38749" y="46572"/>
                        <a:pt x="39635" y="46572"/>
                      </a:cubicBezTo>
                      <a:cubicBezTo>
                        <a:pt x="40520" y="46572"/>
                        <a:pt x="41405" y="46343"/>
                        <a:pt x="42196" y="45884"/>
                      </a:cubicBezTo>
                      <a:lnTo>
                        <a:pt x="77594" y="25453"/>
                      </a:lnTo>
                      <a:cubicBezTo>
                        <a:pt x="79260" y="24489"/>
                        <a:pt x="79260" y="22084"/>
                        <a:pt x="77594" y="21119"/>
                      </a:cubicBezTo>
                      <a:lnTo>
                        <a:pt x="42196" y="688"/>
                      </a:lnTo>
                      <a:cubicBezTo>
                        <a:pt x="41405" y="230"/>
                        <a:pt x="40520" y="1"/>
                        <a:pt x="39635" y="1"/>
                      </a:cubicBezTo>
                      <a:close/>
                    </a:path>
                  </a:pathLst>
                </a:custGeom>
                <a:solidFill>
                  <a:srgbClr val="A0FDF1">
                    <a:alpha val="4152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751" name="Google Shape;1751;p21"/>
            <p:cNvGrpSpPr/>
            <p:nvPr/>
          </p:nvGrpSpPr>
          <p:grpSpPr>
            <a:xfrm>
              <a:off x="4819732" y="1979138"/>
              <a:ext cx="598632" cy="805372"/>
              <a:chOff x="3478424" y="1308364"/>
              <a:chExt cx="2187185" cy="2942536"/>
            </a:xfrm>
          </p:grpSpPr>
          <p:sp>
            <p:nvSpPr>
              <p:cNvPr id="1752" name="Google Shape;1752;p21"/>
              <p:cNvSpPr/>
              <p:nvPr/>
            </p:nvSpPr>
            <p:spPr>
              <a:xfrm>
                <a:off x="3485139" y="2969821"/>
                <a:ext cx="2180470" cy="1281079"/>
              </a:xfrm>
              <a:custGeom>
                <a:avLst/>
                <a:gdLst/>
                <a:ahLst/>
                <a:cxnLst/>
                <a:rect l="l" t="t" r="r" b="b"/>
                <a:pathLst>
                  <a:path w="79261" h="46572" extrusionOk="0">
                    <a:moveTo>
                      <a:pt x="39635" y="1"/>
                    </a:moveTo>
                    <a:cubicBezTo>
                      <a:pt x="38749" y="1"/>
                      <a:pt x="37862" y="230"/>
                      <a:pt x="37065" y="688"/>
                    </a:cubicBezTo>
                    <a:lnTo>
                      <a:pt x="1679" y="21119"/>
                    </a:lnTo>
                    <a:cubicBezTo>
                      <a:pt x="1" y="22084"/>
                      <a:pt x="1" y="24489"/>
                      <a:pt x="1679" y="25453"/>
                    </a:cubicBezTo>
                    <a:lnTo>
                      <a:pt x="37065" y="45884"/>
                    </a:lnTo>
                    <a:cubicBezTo>
                      <a:pt x="37862" y="46343"/>
                      <a:pt x="38749" y="46572"/>
                      <a:pt x="39635" y="46572"/>
                    </a:cubicBezTo>
                    <a:cubicBezTo>
                      <a:pt x="40520" y="46572"/>
                      <a:pt x="41405" y="46343"/>
                      <a:pt x="42196" y="45884"/>
                    </a:cubicBezTo>
                    <a:lnTo>
                      <a:pt x="77594" y="25453"/>
                    </a:lnTo>
                    <a:cubicBezTo>
                      <a:pt x="79260" y="24489"/>
                      <a:pt x="79260" y="22084"/>
                      <a:pt x="77594" y="21119"/>
                    </a:cubicBezTo>
                    <a:lnTo>
                      <a:pt x="42196" y="688"/>
                    </a:lnTo>
                    <a:cubicBezTo>
                      <a:pt x="41405" y="230"/>
                      <a:pt x="40520" y="1"/>
                      <a:pt x="3963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3" name="Google Shape;1753;p21"/>
              <p:cNvSpPr/>
              <p:nvPr/>
            </p:nvSpPr>
            <p:spPr>
              <a:xfrm>
                <a:off x="3793045" y="1947520"/>
                <a:ext cx="1550129" cy="2096604"/>
              </a:xfrm>
              <a:custGeom>
                <a:avLst/>
                <a:gdLst/>
                <a:ahLst/>
                <a:cxnLst/>
                <a:rect l="l" t="t" r="r" b="b"/>
                <a:pathLst>
                  <a:path w="52721" h="71307" extrusionOk="0">
                    <a:moveTo>
                      <a:pt x="52709" y="0"/>
                    </a:moveTo>
                    <a:lnTo>
                      <a:pt x="0" y="0"/>
                    </a:lnTo>
                    <a:lnTo>
                      <a:pt x="0" y="55495"/>
                    </a:lnTo>
                    <a:cubicBezTo>
                      <a:pt x="0" y="56090"/>
                      <a:pt x="321" y="56650"/>
                      <a:pt x="845" y="56948"/>
                    </a:cubicBezTo>
                    <a:lnTo>
                      <a:pt x="24646" y="70699"/>
                    </a:lnTo>
                    <a:cubicBezTo>
                      <a:pt x="25706" y="71306"/>
                      <a:pt x="27027" y="71306"/>
                      <a:pt x="28087" y="70699"/>
                    </a:cubicBezTo>
                    <a:lnTo>
                      <a:pt x="51876" y="56948"/>
                    </a:lnTo>
                    <a:cubicBezTo>
                      <a:pt x="52399" y="56650"/>
                      <a:pt x="52721" y="56090"/>
                      <a:pt x="52721" y="55495"/>
                    </a:cubicBezTo>
                    <a:lnTo>
                      <a:pt x="52721" y="5549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4" name="Google Shape;1754;p21"/>
              <p:cNvSpPr/>
              <p:nvPr/>
            </p:nvSpPr>
            <p:spPr>
              <a:xfrm>
                <a:off x="3784988" y="1482593"/>
                <a:ext cx="1566242" cy="929825"/>
              </a:xfrm>
              <a:custGeom>
                <a:avLst/>
                <a:gdLst/>
                <a:ahLst/>
                <a:cxnLst/>
                <a:rect l="l" t="t" r="r" b="b"/>
                <a:pathLst>
                  <a:path w="53269" h="31624" extrusionOk="0">
                    <a:moveTo>
                      <a:pt x="24920" y="31004"/>
                    </a:moveTo>
                    <a:lnTo>
                      <a:pt x="1119" y="17265"/>
                    </a:lnTo>
                    <a:cubicBezTo>
                      <a:pt x="0" y="16622"/>
                      <a:pt x="0" y="15002"/>
                      <a:pt x="1119" y="14359"/>
                    </a:cubicBezTo>
                    <a:lnTo>
                      <a:pt x="24920" y="620"/>
                    </a:lnTo>
                    <a:cubicBezTo>
                      <a:pt x="25980" y="1"/>
                      <a:pt x="27301" y="1"/>
                      <a:pt x="28361" y="620"/>
                    </a:cubicBezTo>
                    <a:lnTo>
                      <a:pt x="52150" y="14359"/>
                    </a:lnTo>
                    <a:cubicBezTo>
                      <a:pt x="53269" y="15002"/>
                      <a:pt x="53269" y="16622"/>
                      <a:pt x="52150" y="17265"/>
                    </a:cubicBezTo>
                    <a:lnTo>
                      <a:pt x="28361" y="31004"/>
                    </a:lnTo>
                    <a:cubicBezTo>
                      <a:pt x="27289" y="31624"/>
                      <a:pt x="25980" y="31624"/>
                      <a:pt x="24920" y="3100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5" name="Google Shape;1755;p21"/>
              <p:cNvSpPr/>
              <p:nvPr/>
            </p:nvSpPr>
            <p:spPr>
              <a:xfrm>
                <a:off x="3818244" y="2089627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7"/>
                    </a:moveTo>
                    <a:lnTo>
                      <a:pt x="0" y="1561"/>
                    </a:lnTo>
                    <a:lnTo>
                      <a:pt x="0" y="1"/>
                    </a:lnTo>
                    <a:lnTo>
                      <a:pt x="24194" y="1395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6" name="Google Shape;1756;p21"/>
              <p:cNvSpPr/>
              <p:nvPr/>
            </p:nvSpPr>
            <p:spPr>
              <a:xfrm>
                <a:off x="3818244" y="2153697"/>
                <a:ext cx="711364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9" extrusionOk="0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7" name="Google Shape;1757;p21"/>
              <p:cNvSpPr/>
              <p:nvPr/>
            </p:nvSpPr>
            <p:spPr>
              <a:xfrm>
                <a:off x="3818244" y="2218120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8" name="Google Shape;1758;p21"/>
              <p:cNvSpPr/>
              <p:nvPr/>
            </p:nvSpPr>
            <p:spPr>
              <a:xfrm>
                <a:off x="3818244" y="2282543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9" name="Google Shape;1759;p21"/>
              <p:cNvSpPr/>
              <p:nvPr/>
            </p:nvSpPr>
            <p:spPr>
              <a:xfrm>
                <a:off x="3818244" y="2346966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0" name="Google Shape;1760;p21"/>
              <p:cNvSpPr/>
              <p:nvPr/>
            </p:nvSpPr>
            <p:spPr>
              <a:xfrm>
                <a:off x="3818244" y="246178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1" name="Google Shape;1761;p21"/>
              <p:cNvSpPr/>
              <p:nvPr/>
            </p:nvSpPr>
            <p:spPr>
              <a:xfrm>
                <a:off x="3818244" y="2526209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2" name="Google Shape;1762;p21"/>
              <p:cNvSpPr/>
              <p:nvPr/>
            </p:nvSpPr>
            <p:spPr>
              <a:xfrm>
                <a:off x="3818244" y="2590250"/>
                <a:ext cx="711364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9" extrusionOk="0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3" name="Google Shape;1763;p21"/>
              <p:cNvSpPr/>
              <p:nvPr/>
            </p:nvSpPr>
            <p:spPr>
              <a:xfrm>
                <a:off x="3818244" y="2654673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4" name="Google Shape;1764;p21"/>
              <p:cNvSpPr/>
              <p:nvPr/>
            </p:nvSpPr>
            <p:spPr>
              <a:xfrm>
                <a:off x="3818244" y="271909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5" name="Google Shape;1765;p21"/>
              <p:cNvSpPr/>
              <p:nvPr/>
            </p:nvSpPr>
            <p:spPr>
              <a:xfrm>
                <a:off x="3818244" y="283391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6" name="Google Shape;1766;p21"/>
              <p:cNvSpPr/>
              <p:nvPr/>
            </p:nvSpPr>
            <p:spPr>
              <a:xfrm>
                <a:off x="3818244" y="2898339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7" name="Google Shape;1767;p21"/>
              <p:cNvSpPr/>
              <p:nvPr/>
            </p:nvSpPr>
            <p:spPr>
              <a:xfrm>
                <a:off x="3818244" y="2962762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8" name="Google Shape;1768;p21"/>
              <p:cNvSpPr/>
              <p:nvPr/>
            </p:nvSpPr>
            <p:spPr>
              <a:xfrm>
                <a:off x="3818244" y="3026803"/>
                <a:ext cx="711364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9" extrusionOk="0">
                    <a:moveTo>
                      <a:pt x="24194" y="15539"/>
                    </a:moveTo>
                    <a:lnTo>
                      <a:pt x="0" y="1573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9" name="Google Shape;1769;p21"/>
              <p:cNvSpPr/>
              <p:nvPr/>
            </p:nvSpPr>
            <p:spPr>
              <a:xfrm>
                <a:off x="3818244" y="309122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0" name="Google Shape;1770;p21"/>
              <p:cNvSpPr/>
              <p:nvPr/>
            </p:nvSpPr>
            <p:spPr>
              <a:xfrm>
                <a:off x="3818244" y="320604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7"/>
                    </a:moveTo>
                    <a:lnTo>
                      <a:pt x="0" y="1573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1" name="Google Shape;1771;p21"/>
              <p:cNvSpPr/>
              <p:nvPr/>
            </p:nvSpPr>
            <p:spPr>
              <a:xfrm>
                <a:off x="3818244" y="3270469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2" name="Google Shape;1772;p21"/>
              <p:cNvSpPr/>
              <p:nvPr/>
            </p:nvSpPr>
            <p:spPr>
              <a:xfrm>
                <a:off x="3818244" y="3334892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3" name="Google Shape;1773;p21"/>
              <p:cNvSpPr/>
              <p:nvPr/>
            </p:nvSpPr>
            <p:spPr>
              <a:xfrm>
                <a:off x="3818244" y="3399315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4" name="Google Shape;1774;p21"/>
              <p:cNvSpPr/>
              <p:nvPr/>
            </p:nvSpPr>
            <p:spPr>
              <a:xfrm>
                <a:off x="3818244" y="3463385"/>
                <a:ext cx="711364" cy="456856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8" extrusionOk="0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5" name="Google Shape;1775;p21"/>
              <p:cNvSpPr/>
              <p:nvPr/>
            </p:nvSpPr>
            <p:spPr>
              <a:xfrm>
                <a:off x="4606639" y="2089627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7"/>
                    </a:moveTo>
                    <a:lnTo>
                      <a:pt x="24182" y="1561"/>
                    </a:lnTo>
                    <a:lnTo>
                      <a:pt x="24182" y="1"/>
                    </a:lnTo>
                    <a:lnTo>
                      <a:pt x="0" y="1395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6" name="Google Shape;1776;p21"/>
              <p:cNvSpPr/>
              <p:nvPr/>
            </p:nvSpPr>
            <p:spPr>
              <a:xfrm>
                <a:off x="4606639" y="2153697"/>
                <a:ext cx="711011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9" extrusionOk="0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7" name="Google Shape;1777;p21"/>
              <p:cNvSpPr/>
              <p:nvPr/>
            </p:nvSpPr>
            <p:spPr>
              <a:xfrm>
                <a:off x="4606639" y="2218120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8" name="Google Shape;1778;p21"/>
              <p:cNvSpPr/>
              <p:nvPr/>
            </p:nvSpPr>
            <p:spPr>
              <a:xfrm>
                <a:off x="4606639" y="2282543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9" name="Google Shape;1779;p21"/>
              <p:cNvSpPr/>
              <p:nvPr/>
            </p:nvSpPr>
            <p:spPr>
              <a:xfrm>
                <a:off x="4606639" y="2346966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0" name="Google Shape;1780;p21"/>
              <p:cNvSpPr/>
              <p:nvPr/>
            </p:nvSpPr>
            <p:spPr>
              <a:xfrm>
                <a:off x="4606639" y="246178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1" name="Google Shape;1781;p21"/>
              <p:cNvSpPr/>
              <p:nvPr/>
            </p:nvSpPr>
            <p:spPr>
              <a:xfrm>
                <a:off x="4606639" y="2526209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2" name="Google Shape;1782;p21"/>
              <p:cNvSpPr/>
              <p:nvPr/>
            </p:nvSpPr>
            <p:spPr>
              <a:xfrm>
                <a:off x="4606639" y="2590250"/>
                <a:ext cx="711011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9" extrusionOk="0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3" name="Google Shape;1783;p21"/>
              <p:cNvSpPr/>
              <p:nvPr/>
            </p:nvSpPr>
            <p:spPr>
              <a:xfrm>
                <a:off x="4606639" y="2654673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4" name="Google Shape;1784;p21"/>
              <p:cNvSpPr/>
              <p:nvPr/>
            </p:nvSpPr>
            <p:spPr>
              <a:xfrm>
                <a:off x="4606639" y="271909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5" name="Google Shape;1785;p21"/>
              <p:cNvSpPr/>
              <p:nvPr/>
            </p:nvSpPr>
            <p:spPr>
              <a:xfrm>
                <a:off x="4606639" y="283391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6" name="Google Shape;1786;p21"/>
              <p:cNvSpPr/>
              <p:nvPr/>
            </p:nvSpPr>
            <p:spPr>
              <a:xfrm>
                <a:off x="4606639" y="2898339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7" name="Google Shape;1787;p21"/>
              <p:cNvSpPr/>
              <p:nvPr/>
            </p:nvSpPr>
            <p:spPr>
              <a:xfrm>
                <a:off x="4606639" y="2962762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8" name="Google Shape;1788;p21"/>
              <p:cNvSpPr/>
              <p:nvPr/>
            </p:nvSpPr>
            <p:spPr>
              <a:xfrm>
                <a:off x="4606639" y="3026803"/>
                <a:ext cx="711011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9" extrusionOk="0">
                    <a:moveTo>
                      <a:pt x="0" y="15539"/>
                    </a:moveTo>
                    <a:lnTo>
                      <a:pt x="24182" y="1573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9" name="Google Shape;1789;p21"/>
              <p:cNvSpPr/>
              <p:nvPr/>
            </p:nvSpPr>
            <p:spPr>
              <a:xfrm>
                <a:off x="4606639" y="309122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0" name="Google Shape;1790;p21"/>
              <p:cNvSpPr/>
              <p:nvPr/>
            </p:nvSpPr>
            <p:spPr>
              <a:xfrm>
                <a:off x="4606639" y="320604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7"/>
                    </a:moveTo>
                    <a:lnTo>
                      <a:pt x="24182" y="1573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1" name="Google Shape;1791;p21"/>
              <p:cNvSpPr/>
              <p:nvPr/>
            </p:nvSpPr>
            <p:spPr>
              <a:xfrm>
                <a:off x="4606639" y="3270469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2" name="Google Shape;1792;p21"/>
              <p:cNvSpPr/>
              <p:nvPr/>
            </p:nvSpPr>
            <p:spPr>
              <a:xfrm>
                <a:off x="4606639" y="3334892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3" name="Google Shape;1793;p21"/>
              <p:cNvSpPr/>
              <p:nvPr/>
            </p:nvSpPr>
            <p:spPr>
              <a:xfrm>
                <a:off x="4606639" y="3399315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4" name="Google Shape;1794;p21"/>
              <p:cNvSpPr/>
              <p:nvPr/>
            </p:nvSpPr>
            <p:spPr>
              <a:xfrm>
                <a:off x="4606639" y="3463385"/>
                <a:ext cx="711011" cy="456856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8" extrusionOk="0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795" name="Google Shape;1795;p21"/>
              <p:cNvGrpSpPr/>
              <p:nvPr/>
            </p:nvGrpSpPr>
            <p:grpSpPr>
              <a:xfrm>
                <a:off x="3478424" y="1308364"/>
                <a:ext cx="2180470" cy="1878295"/>
                <a:chOff x="5553063" y="1487604"/>
                <a:chExt cx="1981525" cy="1707075"/>
              </a:xfrm>
            </p:grpSpPr>
            <p:sp>
              <p:nvSpPr>
                <p:cNvPr id="1796" name="Google Shape;1796;p21"/>
                <p:cNvSpPr/>
                <p:nvPr/>
              </p:nvSpPr>
              <p:spPr>
                <a:xfrm>
                  <a:off x="5563488" y="2071829"/>
                  <a:ext cx="1960975" cy="1122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439" h="44914" extrusionOk="0">
                      <a:moveTo>
                        <a:pt x="12" y="1"/>
                      </a:moveTo>
                      <a:cubicBezTo>
                        <a:pt x="12" y="72"/>
                        <a:pt x="12" y="132"/>
                        <a:pt x="12" y="191"/>
                      </a:cubicBezTo>
                      <a:cubicBezTo>
                        <a:pt x="12" y="263"/>
                        <a:pt x="12" y="322"/>
                        <a:pt x="12" y="394"/>
                      </a:cubicBezTo>
                      <a:cubicBezTo>
                        <a:pt x="12" y="453"/>
                        <a:pt x="12" y="525"/>
                        <a:pt x="12" y="584"/>
                      </a:cubicBezTo>
                      <a:cubicBezTo>
                        <a:pt x="12" y="656"/>
                        <a:pt x="12" y="715"/>
                        <a:pt x="12" y="775"/>
                      </a:cubicBezTo>
                      <a:cubicBezTo>
                        <a:pt x="12" y="846"/>
                        <a:pt x="12" y="906"/>
                        <a:pt x="12" y="977"/>
                      </a:cubicBezTo>
                      <a:cubicBezTo>
                        <a:pt x="12" y="1037"/>
                        <a:pt x="12" y="1108"/>
                        <a:pt x="12" y="1167"/>
                      </a:cubicBezTo>
                      <a:cubicBezTo>
                        <a:pt x="12" y="1239"/>
                        <a:pt x="12" y="1298"/>
                        <a:pt x="12" y="1358"/>
                      </a:cubicBezTo>
                      <a:cubicBezTo>
                        <a:pt x="12" y="1429"/>
                        <a:pt x="12" y="1489"/>
                        <a:pt x="12" y="1560"/>
                      </a:cubicBezTo>
                      <a:cubicBezTo>
                        <a:pt x="12" y="1620"/>
                        <a:pt x="12" y="1691"/>
                        <a:pt x="12" y="1751"/>
                      </a:cubicBezTo>
                      <a:cubicBezTo>
                        <a:pt x="12" y="1822"/>
                        <a:pt x="12" y="1882"/>
                        <a:pt x="12" y="1941"/>
                      </a:cubicBezTo>
                      <a:cubicBezTo>
                        <a:pt x="12" y="2013"/>
                        <a:pt x="12" y="2072"/>
                        <a:pt x="12" y="2144"/>
                      </a:cubicBezTo>
                      <a:cubicBezTo>
                        <a:pt x="12" y="2203"/>
                        <a:pt x="12" y="2275"/>
                        <a:pt x="12" y="2334"/>
                      </a:cubicBezTo>
                      <a:cubicBezTo>
                        <a:pt x="12" y="2406"/>
                        <a:pt x="12" y="2465"/>
                        <a:pt x="12" y="2525"/>
                      </a:cubicBezTo>
                      <a:cubicBezTo>
                        <a:pt x="12" y="2596"/>
                        <a:pt x="12" y="2656"/>
                        <a:pt x="12" y="2727"/>
                      </a:cubicBezTo>
                      <a:cubicBezTo>
                        <a:pt x="12" y="2787"/>
                        <a:pt x="12" y="2858"/>
                        <a:pt x="12" y="2918"/>
                      </a:cubicBezTo>
                      <a:cubicBezTo>
                        <a:pt x="12" y="2989"/>
                        <a:pt x="12" y="3049"/>
                        <a:pt x="12" y="3108"/>
                      </a:cubicBezTo>
                      <a:cubicBezTo>
                        <a:pt x="12" y="3180"/>
                        <a:pt x="12" y="3239"/>
                        <a:pt x="12" y="3311"/>
                      </a:cubicBezTo>
                      <a:cubicBezTo>
                        <a:pt x="12" y="3370"/>
                        <a:pt x="12" y="3442"/>
                        <a:pt x="12" y="3501"/>
                      </a:cubicBezTo>
                      <a:cubicBezTo>
                        <a:pt x="12" y="3573"/>
                        <a:pt x="12" y="3632"/>
                        <a:pt x="12" y="3692"/>
                      </a:cubicBezTo>
                      <a:cubicBezTo>
                        <a:pt x="12" y="3763"/>
                        <a:pt x="12" y="3823"/>
                        <a:pt x="12" y="3894"/>
                      </a:cubicBezTo>
                      <a:cubicBezTo>
                        <a:pt x="12" y="3954"/>
                        <a:pt x="12" y="4025"/>
                        <a:pt x="12" y="4085"/>
                      </a:cubicBezTo>
                      <a:cubicBezTo>
                        <a:pt x="12" y="4156"/>
                        <a:pt x="12" y="4215"/>
                        <a:pt x="12" y="4275"/>
                      </a:cubicBezTo>
                      <a:cubicBezTo>
                        <a:pt x="12" y="4346"/>
                        <a:pt x="12" y="4406"/>
                        <a:pt x="12" y="4477"/>
                      </a:cubicBezTo>
                      <a:cubicBezTo>
                        <a:pt x="12" y="4537"/>
                        <a:pt x="12" y="4608"/>
                        <a:pt x="12" y="4668"/>
                      </a:cubicBezTo>
                      <a:cubicBezTo>
                        <a:pt x="12" y="4739"/>
                        <a:pt x="12" y="4799"/>
                        <a:pt x="12" y="4858"/>
                      </a:cubicBezTo>
                      <a:cubicBezTo>
                        <a:pt x="12" y="4930"/>
                        <a:pt x="12" y="4989"/>
                        <a:pt x="12" y="5061"/>
                      </a:cubicBezTo>
                      <a:cubicBezTo>
                        <a:pt x="12" y="5120"/>
                        <a:pt x="12" y="5192"/>
                        <a:pt x="12" y="5251"/>
                      </a:cubicBezTo>
                      <a:cubicBezTo>
                        <a:pt x="12" y="5323"/>
                        <a:pt x="12" y="5382"/>
                        <a:pt x="12" y="5442"/>
                      </a:cubicBezTo>
                      <a:cubicBezTo>
                        <a:pt x="12" y="5513"/>
                        <a:pt x="12" y="5573"/>
                        <a:pt x="12" y="5644"/>
                      </a:cubicBezTo>
                      <a:cubicBezTo>
                        <a:pt x="12" y="5704"/>
                        <a:pt x="12" y="5775"/>
                        <a:pt x="12" y="5835"/>
                      </a:cubicBezTo>
                      <a:cubicBezTo>
                        <a:pt x="12" y="5906"/>
                        <a:pt x="12" y="5966"/>
                        <a:pt x="12" y="6025"/>
                      </a:cubicBezTo>
                      <a:cubicBezTo>
                        <a:pt x="12" y="6097"/>
                        <a:pt x="12" y="6156"/>
                        <a:pt x="12" y="6228"/>
                      </a:cubicBezTo>
                      <a:cubicBezTo>
                        <a:pt x="12" y="6287"/>
                        <a:pt x="12" y="6359"/>
                        <a:pt x="12" y="6418"/>
                      </a:cubicBezTo>
                      <a:cubicBezTo>
                        <a:pt x="12" y="6490"/>
                        <a:pt x="12" y="6549"/>
                        <a:pt x="12" y="6609"/>
                      </a:cubicBezTo>
                      <a:cubicBezTo>
                        <a:pt x="12" y="6680"/>
                        <a:pt x="12" y="6740"/>
                        <a:pt x="12" y="6811"/>
                      </a:cubicBezTo>
                      <a:cubicBezTo>
                        <a:pt x="12" y="6871"/>
                        <a:pt x="12" y="6942"/>
                        <a:pt x="12" y="7002"/>
                      </a:cubicBezTo>
                      <a:cubicBezTo>
                        <a:pt x="12" y="7073"/>
                        <a:pt x="12" y="7132"/>
                        <a:pt x="12" y="7192"/>
                      </a:cubicBezTo>
                      <a:cubicBezTo>
                        <a:pt x="12" y="7263"/>
                        <a:pt x="12" y="7323"/>
                        <a:pt x="12" y="7394"/>
                      </a:cubicBezTo>
                      <a:cubicBezTo>
                        <a:pt x="12" y="7454"/>
                        <a:pt x="12" y="7525"/>
                        <a:pt x="12" y="7585"/>
                      </a:cubicBezTo>
                      <a:cubicBezTo>
                        <a:pt x="12" y="7656"/>
                        <a:pt x="12" y="7716"/>
                        <a:pt x="12" y="7775"/>
                      </a:cubicBezTo>
                      <a:cubicBezTo>
                        <a:pt x="12" y="7847"/>
                        <a:pt x="12" y="7906"/>
                        <a:pt x="12" y="7978"/>
                      </a:cubicBezTo>
                      <a:cubicBezTo>
                        <a:pt x="12" y="8037"/>
                        <a:pt x="12" y="8109"/>
                        <a:pt x="12" y="8168"/>
                      </a:cubicBezTo>
                      <a:cubicBezTo>
                        <a:pt x="12" y="8228"/>
                        <a:pt x="12" y="8299"/>
                        <a:pt x="12" y="8359"/>
                      </a:cubicBezTo>
                      <a:cubicBezTo>
                        <a:pt x="12" y="8430"/>
                        <a:pt x="12" y="8490"/>
                        <a:pt x="12" y="8561"/>
                      </a:cubicBezTo>
                      <a:cubicBezTo>
                        <a:pt x="12" y="8621"/>
                        <a:pt x="12" y="8692"/>
                        <a:pt x="12" y="8752"/>
                      </a:cubicBezTo>
                      <a:cubicBezTo>
                        <a:pt x="12" y="8811"/>
                        <a:pt x="12" y="8883"/>
                        <a:pt x="12" y="8942"/>
                      </a:cubicBezTo>
                      <a:cubicBezTo>
                        <a:pt x="12" y="9014"/>
                        <a:pt x="12" y="9073"/>
                        <a:pt x="12" y="9145"/>
                      </a:cubicBezTo>
                      <a:cubicBezTo>
                        <a:pt x="12" y="9204"/>
                        <a:pt x="12" y="9276"/>
                        <a:pt x="12" y="9335"/>
                      </a:cubicBezTo>
                      <a:cubicBezTo>
                        <a:pt x="12" y="9395"/>
                        <a:pt x="12" y="9466"/>
                        <a:pt x="12" y="9526"/>
                      </a:cubicBezTo>
                      <a:cubicBezTo>
                        <a:pt x="12" y="9597"/>
                        <a:pt x="12" y="9657"/>
                        <a:pt x="12" y="9728"/>
                      </a:cubicBezTo>
                      <a:cubicBezTo>
                        <a:pt x="12" y="9788"/>
                        <a:pt x="12" y="9859"/>
                        <a:pt x="12" y="9919"/>
                      </a:cubicBezTo>
                      <a:cubicBezTo>
                        <a:pt x="12" y="9978"/>
                        <a:pt x="12" y="10050"/>
                        <a:pt x="12" y="10109"/>
                      </a:cubicBezTo>
                      <a:cubicBezTo>
                        <a:pt x="12" y="10180"/>
                        <a:pt x="12" y="10240"/>
                        <a:pt x="12" y="10311"/>
                      </a:cubicBezTo>
                      <a:cubicBezTo>
                        <a:pt x="12" y="10371"/>
                        <a:pt x="12" y="10442"/>
                        <a:pt x="12" y="10502"/>
                      </a:cubicBezTo>
                      <a:cubicBezTo>
                        <a:pt x="12" y="10561"/>
                        <a:pt x="12" y="10633"/>
                        <a:pt x="12" y="10692"/>
                      </a:cubicBezTo>
                      <a:cubicBezTo>
                        <a:pt x="12" y="10764"/>
                        <a:pt x="12" y="10823"/>
                        <a:pt x="12" y="10895"/>
                      </a:cubicBezTo>
                      <a:cubicBezTo>
                        <a:pt x="12" y="10954"/>
                        <a:pt x="12" y="11026"/>
                        <a:pt x="12" y="11085"/>
                      </a:cubicBezTo>
                      <a:cubicBezTo>
                        <a:pt x="12" y="11145"/>
                        <a:pt x="12" y="11216"/>
                        <a:pt x="12" y="11276"/>
                      </a:cubicBezTo>
                      <a:cubicBezTo>
                        <a:pt x="12" y="11347"/>
                        <a:pt x="12" y="11407"/>
                        <a:pt x="12" y="11478"/>
                      </a:cubicBezTo>
                      <a:cubicBezTo>
                        <a:pt x="12" y="11538"/>
                        <a:pt x="12" y="11609"/>
                        <a:pt x="12" y="11669"/>
                      </a:cubicBezTo>
                      <a:cubicBezTo>
                        <a:pt x="12" y="11728"/>
                        <a:pt x="12" y="11800"/>
                        <a:pt x="12" y="11859"/>
                      </a:cubicBezTo>
                      <a:cubicBezTo>
                        <a:pt x="12" y="11931"/>
                        <a:pt x="12" y="11990"/>
                        <a:pt x="12" y="12062"/>
                      </a:cubicBezTo>
                      <a:cubicBezTo>
                        <a:pt x="12" y="12121"/>
                        <a:pt x="12" y="12193"/>
                        <a:pt x="12" y="12252"/>
                      </a:cubicBezTo>
                      <a:cubicBezTo>
                        <a:pt x="12" y="12312"/>
                        <a:pt x="12" y="12383"/>
                        <a:pt x="12" y="12443"/>
                      </a:cubicBezTo>
                      <a:cubicBezTo>
                        <a:pt x="12" y="12514"/>
                        <a:pt x="12" y="12574"/>
                        <a:pt x="12" y="12645"/>
                      </a:cubicBezTo>
                      <a:cubicBezTo>
                        <a:pt x="12" y="12705"/>
                        <a:pt x="12" y="12776"/>
                        <a:pt x="12" y="12836"/>
                      </a:cubicBezTo>
                      <a:cubicBezTo>
                        <a:pt x="12" y="12895"/>
                        <a:pt x="12" y="12967"/>
                        <a:pt x="12" y="13026"/>
                      </a:cubicBezTo>
                      <a:cubicBezTo>
                        <a:pt x="12" y="13098"/>
                        <a:pt x="12" y="13157"/>
                        <a:pt x="12" y="13228"/>
                      </a:cubicBezTo>
                      <a:cubicBezTo>
                        <a:pt x="12" y="13288"/>
                        <a:pt x="12" y="13359"/>
                        <a:pt x="12" y="13419"/>
                      </a:cubicBezTo>
                      <a:cubicBezTo>
                        <a:pt x="12" y="13479"/>
                        <a:pt x="12" y="13550"/>
                        <a:pt x="12" y="13609"/>
                      </a:cubicBezTo>
                      <a:cubicBezTo>
                        <a:pt x="12" y="13681"/>
                        <a:pt x="12" y="13740"/>
                        <a:pt x="12" y="13812"/>
                      </a:cubicBezTo>
                      <a:cubicBezTo>
                        <a:pt x="12" y="13871"/>
                        <a:pt x="12" y="13943"/>
                        <a:pt x="12" y="14002"/>
                      </a:cubicBezTo>
                      <a:cubicBezTo>
                        <a:pt x="12" y="14062"/>
                        <a:pt x="12" y="14133"/>
                        <a:pt x="12" y="14193"/>
                      </a:cubicBezTo>
                      <a:cubicBezTo>
                        <a:pt x="12" y="14264"/>
                        <a:pt x="12" y="14324"/>
                        <a:pt x="12" y="14395"/>
                      </a:cubicBezTo>
                      <a:cubicBezTo>
                        <a:pt x="12" y="14455"/>
                        <a:pt x="12" y="14526"/>
                        <a:pt x="12" y="14586"/>
                      </a:cubicBezTo>
                      <a:cubicBezTo>
                        <a:pt x="12" y="14645"/>
                        <a:pt x="12" y="14717"/>
                        <a:pt x="12" y="14776"/>
                      </a:cubicBezTo>
                      <a:cubicBezTo>
                        <a:pt x="12" y="14848"/>
                        <a:pt x="12" y="14907"/>
                        <a:pt x="12" y="14979"/>
                      </a:cubicBezTo>
                      <a:cubicBezTo>
                        <a:pt x="12" y="15038"/>
                        <a:pt x="12" y="15110"/>
                        <a:pt x="12" y="15169"/>
                      </a:cubicBezTo>
                      <a:cubicBezTo>
                        <a:pt x="12" y="15229"/>
                        <a:pt x="12" y="15300"/>
                        <a:pt x="12" y="15360"/>
                      </a:cubicBezTo>
                      <a:cubicBezTo>
                        <a:pt x="12" y="15431"/>
                        <a:pt x="12" y="15491"/>
                        <a:pt x="12" y="15562"/>
                      </a:cubicBezTo>
                      <a:cubicBezTo>
                        <a:pt x="12" y="15622"/>
                        <a:pt x="12" y="15693"/>
                        <a:pt x="12" y="15753"/>
                      </a:cubicBezTo>
                      <a:cubicBezTo>
                        <a:pt x="12" y="15812"/>
                        <a:pt x="12" y="15884"/>
                        <a:pt x="12" y="15943"/>
                      </a:cubicBezTo>
                      <a:cubicBezTo>
                        <a:pt x="12" y="16015"/>
                        <a:pt x="12" y="16074"/>
                        <a:pt x="12" y="16146"/>
                      </a:cubicBezTo>
                      <a:cubicBezTo>
                        <a:pt x="12" y="16205"/>
                        <a:pt x="12" y="16276"/>
                        <a:pt x="12" y="16336"/>
                      </a:cubicBezTo>
                      <a:cubicBezTo>
                        <a:pt x="12" y="16396"/>
                        <a:pt x="12" y="16467"/>
                        <a:pt x="12" y="16527"/>
                      </a:cubicBezTo>
                      <a:cubicBezTo>
                        <a:pt x="12" y="16598"/>
                        <a:pt x="12" y="16657"/>
                        <a:pt x="12" y="16729"/>
                      </a:cubicBezTo>
                      <a:cubicBezTo>
                        <a:pt x="12" y="16788"/>
                        <a:pt x="12" y="16860"/>
                        <a:pt x="12" y="16919"/>
                      </a:cubicBezTo>
                      <a:cubicBezTo>
                        <a:pt x="12" y="16979"/>
                        <a:pt x="12" y="17050"/>
                        <a:pt x="12" y="17110"/>
                      </a:cubicBezTo>
                      <a:cubicBezTo>
                        <a:pt x="12" y="17181"/>
                        <a:pt x="12" y="17241"/>
                        <a:pt x="12" y="17312"/>
                      </a:cubicBezTo>
                      <a:cubicBezTo>
                        <a:pt x="12" y="17372"/>
                        <a:pt x="12" y="17443"/>
                        <a:pt x="12" y="17503"/>
                      </a:cubicBezTo>
                      <a:cubicBezTo>
                        <a:pt x="12" y="17562"/>
                        <a:pt x="12" y="17634"/>
                        <a:pt x="12" y="17693"/>
                      </a:cubicBezTo>
                      <a:cubicBezTo>
                        <a:pt x="12" y="17765"/>
                        <a:pt x="12" y="17824"/>
                        <a:pt x="12" y="17896"/>
                      </a:cubicBezTo>
                      <a:cubicBezTo>
                        <a:pt x="12" y="17955"/>
                        <a:pt x="12" y="18015"/>
                        <a:pt x="12" y="18086"/>
                      </a:cubicBezTo>
                      <a:cubicBezTo>
                        <a:pt x="12" y="18146"/>
                        <a:pt x="12" y="18217"/>
                        <a:pt x="12" y="18277"/>
                      </a:cubicBezTo>
                      <a:cubicBezTo>
                        <a:pt x="12" y="18348"/>
                        <a:pt x="12" y="18408"/>
                        <a:pt x="12" y="18479"/>
                      </a:cubicBezTo>
                      <a:cubicBezTo>
                        <a:pt x="12" y="18539"/>
                        <a:pt x="12" y="18598"/>
                        <a:pt x="12" y="18670"/>
                      </a:cubicBezTo>
                      <a:cubicBezTo>
                        <a:pt x="12" y="18729"/>
                        <a:pt x="12" y="18801"/>
                        <a:pt x="12" y="18860"/>
                      </a:cubicBezTo>
                      <a:cubicBezTo>
                        <a:pt x="12" y="18932"/>
                        <a:pt x="12" y="18991"/>
                        <a:pt x="12" y="19063"/>
                      </a:cubicBezTo>
                      <a:cubicBezTo>
                        <a:pt x="12" y="19122"/>
                        <a:pt x="12" y="19182"/>
                        <a:pt x="12" y="19253"/>
                      </a:cubicBezTo>
                      <a:cubicBezTo>
                        <a:pt x="12" y="19313"/>
                        <a:pt x="12" y="19384"/>
                        <a:pt x="12" y="19444"/>
                      </a:cubicBezTo>
                      <a:cubicBezTo>
                        <a:pt x="12" y="19515"/>
                        <a:pt x="12" y="19575"/>
                        <a:pt x="12" y="19646"/>
                      </a:cubicBezTo>
                      <a:cubicBezTo>
                        <a:pt x="12" y="19705"/>
                        <a:pt x="12" y="19765"/>
                        <a:pt x="12" y="19836"/>
                      </a:cubicBezTo>
                      <a:cubicBezTo>
                        <a:pt x="12" y="19896"/>
                        <a:pt x="12" y="19967"/>
                        <a:pt x="12" y="20027"/>
                      </a:cubicBezTo>
                      <a:cubicBezTo>
                        <a:pt x="12" y="20098"/>
                        <a:pt x="12" y="20158"/>
                        <a:pt x="12" y="20229"/>
                      </a:cubicBezTo>
                      <a:cubicBezTo>
                        <a:pt x="12" y="20289"/>
                        <a:pt x="12" y="20348"/>
                        <a:pt x="12" y="20420"/>
                      </a:cubicBezTo>
                      <a:cubicBezTo>
                        <a:pt x="12" y="20479"/>
                        <a:pt x="12" y="20551"/>
                        <a:pt x="12" y="20610"/>
                      </a:cubicBezTo>
                      <a:cubicBezTo>
                        <a:pt x="12" y="20682"/>
                        <a:pt x="12" y="20741"/>
                        <a:pt x="12" y="20813"/>
                      </a:cubicBezTo>
                      <a:cubicBezTo>
                        <a:pt x="12" y="20872"/>
                        <a:pt x="12" y="20932"/>
                        <a:pt x="12" y="21003"/>
                      </a:cubicBezTo>
                      <a:cubicBezTo>
                        <a:pt x="12" y="21063"/>
                        <a:pt x="12" y="21134"/>
                        <a:pt x="12" y="21194"/>
                      </a:cubicBezTo>
                      <a:cubicBezTo>
                        <a:pt x="12" y="21265"/>
                        <a:pt x="12" y="21325"/>
                        <a:pt x="12" y="21396"/>
                      </a:cubicBezTo>
                      <a:cubicBezTo>
                        <a:pt x="12" y="21456"/>
                        <a:pt x="12" y="21515"/>
                        <a:pt x="12" y="21587"/>
                      </a:cubicBezTo>
                      <a:cubicBezTo>
                        <a:pt x="0" y="22515"/>
                        <a:pt x="500" y="23373"/>
                        <a:pt x="1310" y="23837"/>
                      </a:cubicBezTo>
                      <a:lnTo>
                        <a:pt x="36612" y="44208"/>
                      </a:lnTo>
                      <a:cubicBezTo>
                        <a:pt x="37416" y="44679"/>
                        <a:pt x="38315" y="44914"/>
                        <a:pt x="39215" y="44914"/>
                      </a:cubicBezTo>
                      <a:cubicBezTo>
                        <a:pt x="40115" y="44914"/>
                        <a:pt x="41017" y="44679"/>
                        <a:pt x="41827" y="44208"/>
                      </a:cubicBezTo>
                      <a:lnTo>
                        <a:pt x="77129" y="23837"/>
                      </a:lnTo>
                      <a:cubicBezTo>
                        <a:pt x="77939" y="23373"/>
                        <a:pt x="78439" y="22515"/>
                        <a:pt x="78427" y="21587"/>
                      </a:cubicBezTo>
                      <a:lnTo>
                        <a:pt x="78427" y="21384"/>
                      </a:lnTo>
                      <a:lnTo>
                        <a:pt x="78427" y="21194"/>
                      </a:lnTo>
                      <a:lnTo>
                        <a:pt x="78427" y="21003"/>
                      </a:lnTo>
                      <a:lnTo>
                        <a:pt x="78427" y="20801"/>
                      </a:lnTo>
                      <a:lnTo>
                        <a:pt x="78427" y="20610"/>
                      </a:lnTo>
                      <a:lnTo>
                        <a:pt x="78427" y="20420"/>
                      </a:lnTo>
                      <a:lnTo>
                        <a:pt x="78427" y="20217"/>
                      </a:lnTo>
                      <a:lnTo>
                        <a:pt x="78427" y="20027"/>
                      </a:lnTo>
                      <a:lnTo>
                        <a:pt x="78427" y="19836"/>
                      </a:lnTo>
                      <a:lnTo>
                        <a:pt x="78427" y="19634"/>
                      </a:lnTo>
                      <a:lnTo>
                        <a:pt x="78427" y="19444"/>
                      </a:lnTo>
                      <a:lnTo>
                        <a:pt x="78427" y="19253"/>
                      </a:lnTo>
                      <a:lnTo>
                        <a:pt x="78427" y="19051"/>
                      </a:lnTo>
                      <a:lnTo>
                        <a:pt x="78427" y="18860"/>
                      </a:lnTo>
                      <a:lnTo>
                        <a:pt x="78427" y="18670"/>
                      </a:lnTo>
                      <a:lnTo>
                        <a:pt x="78427" y="18467"/>
                      </a:lnTo>
                      <a:lnTo>
                        <a:pt x="78427" y="18277"/>
                      </a:lnTo>
                      <a:lnTo>
                        <a:pt x="78427" y="18086"/>
                      </a:lnTo>
                      <a:lnTo>
                        <a:pt x="78427" y="17884"/>
                      </a:lnTo>
                      <a:lnTo>
                        <a:pt x="78427" y="17693"/>
                      </a:lnTo>
                      <a:lnTo>
                        <a:pt x="78427" y="17503"/>
                      </a:lnTo>
                      <a:lnTo>
                        <a:pt x="78427" y="17300"/>
                      </a:lnTo>
                      <a:lnTo>
                        <a:pt x="78427" y="17110"/>
                      </a:lnTo>
                      <a:lnTo>
                        <a:pt x="78427" y="16919"/>
                      </a:lnTo>
                      <a:lnTo>
                        <a:pt x="78427" y="16717"/>
                      </a:lnTo>
                      <a:lnTo>
                        <a:pt x="78427" y="16527"/>
                      </a:lnTo>
                      <a:lnTo>
                        <a:pt x="78427" y="16336"/>
                      </a:lnTo>
                      <a:lnTo>
                        <a:pt x="78427" y="16146"/>
                      </a:lnTo>
                      <a:lnTo>
                        <a:pt x="78427" y="15943"/>
                      </a:lnTo>
                      <a:lnTo>
                        <a:pt x="78427" y="15753"/>
                      </a:lnTo>
                      <a:lnTo>
                        <a:pt x="78427" y="15562"/>
                      </a:lnTo>
                      <a:lnTo>
                        <a:pt x="78427" y="15360"/>
                      </a:lnTo>
                      <a:lnTo>
                        <a:pt x="78427" y="15169"/>
                      </a:lnTo>
                      <a:lnTo>
                        <a:pt x="78427" y="14979"/>
                      </a:lnTo>
                      <a:lnTo>
                        <a:pt x="78427" y="14776"/>
                      </a:lnTo>
                      <a:lnTo>
                        <a:pt x="78427" y="14586"/>
                      </a:lnTo>
                      <a:lnTo>
                        <a:pt x="78427" y="14395"/>
                      </a:lnTo>
                      <a:lnTo>
                        <a:pt x="78427" y="14193"/>
                      </a:lnTo>
                      <a:lnTo>
                        <a:pt x="78427" y="14002"/>
                      </a:lnTo>
                      <a:lnTo>
                        <a:pt x="78427" y="13812"/>
                      </a:lnTo>
                      <a:lnTo>
                        <a:pt x="78427" y="13609"/>
                      </a:lnTo>
                      <a:lnTo>
                        <a:pt x="78427" y="13419"/>
                      </a:lnTo>
                      <a:lnTo>
                        <a:pt x="78427" y="13228"/>
                      </a:lnTo>
                      <a:lnTo>
                        <a:pt x="78427" y="13026"/>
                      </a:lnTo>
                      <a:lnTo>
                        <a:pt x="78427" y="12836"/>
                      </a:lnTo>
                      <a:lnTo>
                        <a:pt x="78427" y="12645"/>
                      </a:lnTo>
                      <a:lnTo>
                        <a:pt x="78427" y="12443"/>
                      </a:lnTo>
                      <a:lnTo>
                        <a:pt x="78427" y="12252"/>
                      </a:lnTo>
                      <a:lnTo>
                        <a:pt x="78427" y="12062"/>
                      </a:lnTo>
                      <a:lnTo>
                        <a:pt x="78427" y="11859"/>
                      </a:lnTo>
                      <a:lnTo>
                        <a:pt x="78427" y="11669"/>
                      </a:lnTo>
                      <a:lnTo>
                        <a:pt x="78427" y="11478"/>
                      </a:lnTo>
                      <a:lnTo>
                        <a:pt x="78427" y="11276"/>
                      </a:lnTo>
                      <a:lnTo>
                        <a:pt x="78427" y="11085"/>
                      </a:lnTo>
                      <a:lnTo>
                        <a:pt x="78427" y="10895"/>
                      </a:lnTo>
                      <a:lnTo>
                        <a:pt x="78427" y="10692"/>
                      </a:lnTo>
                      <a:lnTo>
                        <a:pt x="78427" y="10502"/>
                      </a:lnTo>
                      <a:lnTo>
                        <a:pt x="78427" y="10311"/>
                      </a:lnTo>
                      <a:lnTo>
                        <a:pt x="78427" y="10109"/>
                      </a:lnTo>
                      <a:lnTo>
                        <a:pt x="78427" y="9919"/>
                      </a:lnTo>
                      <a:lnTo>
                        <a:pt x="78427" y="9728"/>
                      </a:lnTo>
                      <a:lnTo>
                        <a:pt x="78427" y="9526"/>
                      </a:lnTo>
                      <a:lnTo>
                        <a:pt x="78427" y="9335"/>
                      </a:lnTo>
                      <a:lnTo>
                        <a:pt x="78427" y="9145"/>
                      </a:lnTo>
                      <a:lnTo>
                        <a:pt x="78427" y="8942"/>
                      </a:lnTo>
                      <a:lnTo>
                        <a:pt x="78427" y="8752"/>
                      </a:lnTo>
                      <a:lnTo>
                        <a:pt x="78427" y="8561"/>
                      </a:lnTo>
                      <a:lnTo>
                        <a:pt x="78427" y="8359"/>
                      </a:lnTo>
                      <a:lnTo>
                        <a:pt x="78427" y="8168"/>
                      </a:lnTo>
                      <a:lnTo>
                        <a:pt x="78427" y="7978"/>
                      </a:lnTo>
                      <a:lnTo>
                        <a:pt x="78427" y="7775"/>
                      </a:lnTo>
                      <a:lnTo>
                        <a:pt x="78427" y="7585"/>
                      </a:lnTo>
                      <a:lnTo>
                        <a:pt x="78427" y="7394"/>
                      </a:lnTo>
                      <a:lnTo>
                        <a:pt x="78427" y="7192"/>
                      </a:lnTo>
                      <a:lnTo>
                        <a:pt x="78427" y="7002"/>
                      </a:lnTo>
                      <a:lnTo>
                        <a:pt x="78427" y="6811"/>
                      </a:lnTo>
                      <a:lnTo>
                        <a:pt x="78427" y="6609"/>
                      </a:lnTo>
                      <a:lnTo>
                        <a:pt x="78427" y="6418"/>
                      </a:lnTo>
                      <a:lnTo>
                        <a:pt x="78427" y="6228"/>
                      </a:lnTo>
                      <a:lnTo>
                        <a:pt x="78427" y="6025"/>
                      </a:lnTo>
                      <a:lnTo>
                        <a:pt x="78427" y="5835"/>
                      </a:lnTo>
                      <a:lnTo>
                        <a:pt x="78427" y="5644"/>
                      </a:lnTo>
                      <a:lnTo>
                        <a:pt x="78427" y="5442"/>
                      </a:lnTo>
                      <a:lnTo>
                        <a:pt x="78427" y="5251"/>
                      </a:lnTo>
                      <a:lnTo>
                        <a:pt x="78427" y="5061"/>
                      </a:lnTo>
                      <a:lnTo>
                        <a:pt x="78427" y="4858"/>
                      </a:lnTo>
                      <a:lnTo>
                        <a:pt x="78427" y="4668"/>
                      </a:lnTo>
                      <a:lnTo>
                        <a:pt x="78427" y="4477"/>
                      </a:lnTo>
                      <a:lnTo>
                        <a:pt x="78427" y="4275"/>
                      </a:lnTo>
                      <a:lnTo>
                        <a:pt x="78427" y="4085"/>
                      </a:lnTo>
                      <a:lnTo>
                        <a:pt x="78427" y="3894"/>
                      </a:lnTo>
                      <a:lnTo>
                        <a:pt x="78427" y="3692"/>
                      </a:lnTo>
                      <a:lnTo>
                        <a:pt x="78427" y="3501"/>
                      </a:lnTo>
                      <a:lnTo>
                        <a:pt x="78427" y="3311"/>
                      </a:lnTo>
                      <a:lnTo>
                        <a:pt x="78427" y="3108"/>
                      </a:lnTo>
                      <a:lnTo>
                        <a:pt x="78427" y="2918"/>
                      </a:lnTo>
                      <a:lnTo>
                        <a:pt x="78427" y="2727"/>
                      </a:lnTo>
                      <a:lnTo>
                        <a:pt x="78427" y="2525"/>
                      </a:lnTo>
                      <a:lnTo>
                        <a:pt x="78427" y="2334"/>
                      </a:lnTo>
                      <a:lnTo>
                        <a:pt x="78427" y="2144"/>
                      </a:lnTo>
                      <a:lnTo>
                        <a:pt x="78427" y="1941"/>
                      </a:lnTo>
                      <a:lnTo>
                        <a:pt x="78427" y="1751"/>
                      </a:lnTo>
                      <a:lnTo>
                        <a:pt x="78427" y="1560"/>
                      </a:lnTo>
                      <a:lnTo>
                        <a:pt x="78427" y="1358"/>
                      </a:lnTo>
                      <a:lnTo>
                        <a:pt x="78427" y="1167"/>
                      </a:lnTo>
                      <a:lnTo>
                        <a:pt x="78427" y="977"/>
                      </a:lnTo>
                      <a:lnTo>
                        <a:pt x="78427" y="775"/>
                      </a:lnTo>
                      <a:lnTo>
                        <a:pt x="78427" y="584"/>
                      </a:lnTo>
                      <a:lnTo>
                        <a:pt x="78427" y="394"/>
                      </a:lnTo>
                      <a:lnTo>
                        <a:pt x="78427" y="191"/>
                      </a:lnTo>
                      <a:lnTo>
                        <a:pt x="78427" y="1"/>
                      </a:lnTo>
                      <a:lnTo>
                        <a:pt x="78212" y="1"/>
                      </a:lnTo>
                      <a:cubicBezTo>
                        <a:pt x="78224" y="858"/>
                        <a:pt x="77760" y="1644"/>
                        <a:pt x="77022" y="2072"/>
                      </a:cubicBezTo>
                      <a:lnTo>
                        <a:pt x="41720" y="22444"/>
                      </a:lnTo>
                      <a:cubicBezTo>
                        <a:pt x="40946" y="22890"/>
                        <a:pt x="40083" y="23114"/>
                        <a:pt x="39218" y="23114"/>
                      </a:cubicBezTo>
                      <a:cubicBezTo>
                        <a:pt x="38353" y="23114"/>
                        <a:pt x="37487" y="22890"/>
                        <a:pt x="36707" y="22444"/>
                      </a:cubicBezTo>
                      <a:lnTo>
                        <a:pt x="1417" y="2072"/>
                      </a:lnTo>
                      <a:cubicBezTo>
                        <a:pt x="667" y="1644"/>
                        <a:pt x="215" y="858"/>
                        <a:pt x="226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A0FDF1">
                        <a:alpha val="41568"/>
                        <a:alpha val="41520"/>
                      </a:srgbClr>
                    </a:gs>
                    <a:gs pos="100000">
                      <a:srgbClr val="FFFFFF">
                        <a:alpha val="37254"/>
                        <a:alpha val="4152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97" name="Google Shape;1797;p21"/>
                <p:cNvSpPr/>
                <p:nvPr/>
              </p:nvSpPr>
              <p:spPr>
                <a:xfrm>
                  <a:off x="5553063" y="1487604"/>
                  <a:ext cx="1981525" cy="116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261" h="46572" extrusionOk="0">
                      <a:moveTo>
                        <a:pt x="39635" y="1"/>
                      </a:moveTo>
                      <a:cubicBezTo>
                        <a:pt x="38749" y="1"/>
                        <a:pt x="37862" y="230"/>
                        <a:pt x="37065" y="688"/>
                      </a:cubicBezTo>
                      <a:lnTo>
                        <a:pt x="1679" y="21119"/>
                      </a:lnTo>
                      <a:cubicBezTo>
                        <a:pt x="1" y="22084"/>
                        <a:pt x="1" y="24489"/>
                        <a:pt x="1679" y="25453"/>
                      </a:cubicBezTo>
                      <a:lnTo>
                        <a:pt x="37065" y="45884"/>
                      </a:lnTo>
                      <a:cubicBezTo>
                        <a:pt x="37862" y="46343"/>
                        <a:pt x="38749" y="46572"/>
                        <a:pt x="39635" y="46572"/>
                      </a:cubicBezTo>
                      <a:cubicBezTo>
                        <a:pt x="40520" y="46572"/>
                        <a:pt x="41405" y="46343"/>
                        <a:pt x="42196" y="45884"/>
                      </a:cubicBezTo>
                      <a:lnTo>
                        <a:pt x="77594" y="25453"/>
                      </a:lnTo>
                      <a:cubicBezTo>
                        <a:pt x="79260" y="24489"/>
                        <a:pt x="79260" y="22084"/>
                        <a:pt x="77594" y="21119"/>
                      </a:cubicBezTo>
                      <a:lnTo>
                        <a:pt x="42196" y="688"/>
                      </a:lnTo>
                      <a:cubicBezTo>
                        <a:pt x="41405" y="230"/>
                        <a:pt x="40520" y="1"/>
                        <a:pt x="39635" y="1"/>
                      </a:cubicBezTo>
                      <a:close/>
                    </a:path>
                  </a:pathLst>
                </a:custGeom>
                <a:solidFill>
                  <a:srgbClr val="A0FDF1">
                    <a:alpha val="4152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798" name="Google Shape;1798;p21"/>
            <p:cNvGrpSpPr/>
            <p:nvPr/>
          </p:nvGrpSpPr>
          <p:grpSpPr>
            <a:xfrm>
              <a:off x="5469860" y="2359776"/>
              <a:ext cx="598632" cy="805372"/>
              <a:chOff x="3478424" y="1308364"/>
              <a:chExt cx="2187185" cy="2942536"/>
            </a:xfrm>
          </p:grpSpPr>
          <p:sp>
            <p:nvSpPr>
              <p:cNvPr id="1799" name="Google Shape;1799;p21"/>
              <p:cNvSpPr/>
              <p:nvPr/>
            </p:nvSpPr>
            <p:spPr>
              <a:xfrm>
                <a:off x="3485139" y="2969821"/>
                <a:ext cx="2180470" cy="1281079"/>
              </a:xfrm>
              <a:custGeom>
                <a:avLst/>
                <a:gdLst/>
                <a:ahLst/>
                <a:cxnLst/>
                <a:rect l="l" t="t" r="r" b="b"/>
                <a:pathLst>
                  <a:path w="79261" h="46572" extrusionOk="0">
                    <a:moveTo>
                      <a:pt x="39635" y="1"/>
                    </a:moveTo>
                    <a:cubicBezTo>
                      <a:pt x="38749" y="1"/>
                      <a:pt x="37862" y="230"/>
                      <a:pt x="37065" y="688"/>
                    </a:cubicBezTo>
                    <a:lnTo>
                      <a:pt x="1679" y="21119"/>
                    </a:lnTo>
                    <a:cubicBezTo>
                      <a:pt x="1" y="22084"/>
                      <a:pt x="1" y="24489"/>
                      <a:pt x="1679" y="25453"/>
                    </a:cubicBezTo>
                    <a:lnTo>
                      <a:pt x="37065" y="45884"/>
                    </a:lnTo>
                    <a:cubicBezTo>
                      <a:pt x="37862" y="46343"/>
                      <a:pt x="38749" y="46572"/>
                      <a:pt x="39635" y="46572"/>
                    </a:cubicBezTo>
                    <a:cubicBezTo>
                      <a:pt x="40520" y="46572"/>
                      <a:pt x="41405" y="46343"/>
                      <a:pt x="42196" y="45884"/>
                    </a:cubicBezTo>
                    <a:lnTo>
                      <a:pt x="77594" y="25453"/>
                    </a:lnTo>
                    <a:cubicBezTo>
                      <a:pt x="79260" y="24489"/>
                      <a:pt x="79260" y="22084"/>
                      <a:pt x="77594" y="21119"/>
                    </a:cubicBezTo>
                    <a:lnTo>
                      <a:pt x="42196" y="688"/>
                    </a:lnTo>
                    <a:cubicBezTo>
                      <a:pt x="41405" y="230"/>
                      <a:pt x="40520" y="1"/>
                      <a:pt x="3963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0" name="Google Shape;1800;p21"/>
              <p:cNvSpPr/>
              <p:nvPr/>
            </p:nvSpPr>
            <p:spPr>
              <a:xfrm>
                <a:off x="3793045" y="1947520"/>
                <a:ext cx="1550129" cy="2096604"/>
              </a:xfrm>
              <a:custGeom>
                <a:avLst/>
                <a:gdLst/>
                <a:ahLst/>
                <a:cxnLst/>
                <a:rect l="l" t="t" r="r" b="b"/>
                <a:pathLst>
                  <a:path w="52721" h="71307" extrusionOk="0">
                    <a:moveTo>
                      <a:pt x="52709" y="0"/>
                    </a:moveTo>
                    <a:lnTo>
                      <a:pt x="0" y="0"/>
                    </a:lnTo>
                    <a:lnTo>
                      <a:pt x="0" y="55495"/>
                    </a:lnTo>
                    <a:cubicBezTo>
                      <a:pt x="0" y="56090"/>
                      <a:pt x="321" y="56650"/>
                      <a:pt x="845" y="56948"/>
                    </a:cubicBezTo>
                    <a:lnTo>
                      <a:pt x="24646" y="70699"/>
                    </a:lnTo>
                    <a:cubicBezTo>
                      <a:pt x="25706" y="71306"/>
                      <a:pt x="27027" y="71306"/>
                      <a:pt x="28087" y="70699"/>
                    </a:cubicBezTo>
                    <a:lnTo>
                      <a:pt x="51876" y="56948"/>
                    </a:lnTo>
                    <a:cubicBezTo>
                      <a:pt x="52399" y="56650"/>
                      <a:pt x="52721" y="56090"/>
                      <a:pt x="52721" y="55495"/>
                    </a:cubicBezTo>
                    <a:lnTo>
                      <a:pt x="52721" y="5549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1" name="Google Shape;1801;p21"/>
              <p:cNvSpPr/>
              <p:nvPr/>
            </p:nvSpPr>
            <p:spPr>
              <a:xfrm>
                <a:off x="3784988" y="1482593"/>
                <a:ext cx="1566242" cy="929825"/>
              </a:xfrm>
              <a:custGeom>
                <a:avLst/>
                <a:gdLst/>
                <a:ahLst/>
                <a:cxnLst/>
                <a:rect l="l" t="t" r="r" b="b"/>
                <a:pathLst>
                  <a:path w="53269" h="31624" extrusionOk="0">
                    <a:moveTo>
                      <a:pt x="24920" y="31004"/>
                    </a:moveTo>
                    <a:lnTo>
                      <a:pt x="1119" y="17265"/>
                    </a:lnTo>
                    <a:cubicBezTo>
                      <a:pt x="0" y="16622"/>
                      <a:pt x="0" y="15002"/>
                      <a:pt x="1119" y="14359"/>
                    </a:cubicBezTo>
                    <a:lnTo>
                      <a:pt x="24920" y="620"/>
                    </a:lnTo>
                    <a:cubicBezTo>
                      <a:pt x="25980" y="1"/>
                      <a:pt x="27301" y="1"/>
                      <a:pt x="28361" y="620"/>
                    </a:cubicBezTo>
                    <a:lnTo>
                      <a:pt x="52150" y="14359"/>
                    </a:lnTo>
                    <a:cubicBezTo>
                      <a:pt x="53269" y="15002"/>
                      <a:pt x="53269" y="16622"/>
                      <a:pt x="52150" y="17265"/>
                    </a:cubicBezTo>
                    <a:lnTo>
                      <a:pt x="28361" y="31004"/>
                    </a:lnTo>
                    <a:cubicBezTo>
                      <a:pt x="27289" y="31624"/>
                      <a:pt x="25980" y="31624"/>
                      <a:pt x="24920" y="3100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2" name="Google Shape;1802;p21"/>
              <p:cNvSpPr/>
              <p:nvPr/>
            </p:nvSpPr>
            <p:spPr>
              <a:xfrm>
                <a:off x="3818244" y="2089627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7"/>
                    </a:moveTo>
                    <a:lnTo>
                      <a:pt x="0" y="1561"/>
                    </a:lnTo>
                    <a:lnTo>
                      <a:pt x="0" y="1"/>
                    </a:lnTo>
                    <a:lnTo>
                      <a:pt x="24194" y="1395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3" name="Google Shape;1803;p21"/>
              <p:cNvSpPr/>
              <p:nvPr/>
            </p:nvSpPr>
            <p:spPr>
              <a:xfrm>
                <a:off x="3818244" y="2153697"/>
                <a:ext cx="711364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9" extrusionOk="0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4" name="Google Shape;1804;p21"/>
              <p:cNvSpPr/>
              <p:nvPr/>
            </p:nvSpPr>
            <p:spPr>
              <a:xfrm>
                <a:off x="3818244" y="2218120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5" name="Google Shape;1805;p21"/>
              <p:cNvSpPr/>
              <p:nvPr/>
            </p:nvSpPr>
            <p:spPr>
              <a:xfrm>
                <a:off x="3818244" y="2282543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6" name="Google Shape;1806;p21"/>
              <p:cNvSpPr/>
              <p:nvPr/>
            </p:nvSpPr>
            <p:spPr>
              <a:xfrm>
                <a:off x="3818244" y="2346966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7" name="Google Shape;1807;p21"/>
              <p:cNvSpPr/>
              <p:nvPr/>
            </p:nvSpPr>
            <p:spPr>
              <a:xfrm>
                <a:off x="3818244" y="246178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8" name="Google Shape;1808;p21"/>
              <p:cNvSpPr/>
              <p:nvPr/>
            </p:nvSpPr>
            <p:spPr>
              <a:xfrm>
                <a:off x="3818244" y="2526209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9" name="Google Shape;1809;p21"/>
              <p:cNvSpPr/>
              <p:nvPr/>
            </p:nvSpPr>
            <p:spPr>
              <a:xfrm>
                <a:off x="3818244" y="2590250"/>
                <a:ext cx="711364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9" extrusionOk="0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0" name="Google Shape;1810;p21"/>
              <p:cNvSpPr/>
              <p:nvPr/>
            </p:nvSpPr>
            <p:spPr>
              <a:xfrm>
                <a:off x="3818244" y="2654673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1" name="Google Shape;1811;p21"/>
              <p:cNvSpPr/>
              <p:nvPr/>
            </p:nvSpPr>
            <p:spPr>
              <a:xfrm>
                <a:off x="3818244" y="271909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2" name="Google Shape;1812;p21"/>
              <p:cNvSpPr/>
              <p:nvPr/>
            </p:nvSpPr>
            <p:spPr>
              <a:xfrm>
                <a:off x="3818244" y="283391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3" name="Google Shape;1813;p21"/>
              <p:cNvSpPr/>
              <p:nvPr/>
            </p:nvSpPr>
            <p:spPr>
              <a:xfrm>
                <a:off x="3818244" y="2898339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4" name="Google Shape;1814;p21"/>
              <p:cNvSpPr/>
              <p:nvPr/>
            </p:nvSpPr>
            <p:spPr>
              <a:xfrm>
                <a:off x="3818244" y="2962762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5" name="Google Shape;1815;p21"/>
              <p:cNvSpPr/>
              <p:nvPr/>
            </p:nvSpPr>
            <p:spPr>
              <a:xfrm>
                <a:off x="3818244" y="3026803"/>
                <a:ext cx="711364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9" extrusionOk="0">
                    <a:moveTo>
                      <a:pt x="24194" y="15539"/>
                    </a:moveTo>
                    <a:lnTo>
                      <a:pt x="0" y="1573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6" name="Google Shape;1816;p21"/>
              <p:cNvSpPr/>
              <p:nvPr/>
            </p:nvSpPr>
            <p:spPr>
              <a:xfrm>
                <a:off x="3818244" y="309122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7" name="Google Shape;1817;p21"/>
              <p:cNvSpPr/>
              <p:nvPr/>
            </p:nvSpPr>
            <p:spPr>
              <a:xfrm>
                <a:off x="3818244" y="320604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7"/>
                    </a:moveTo>
                    <a:lnTo>
                      <a:pt x="0" y="1573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8" name="Google Shape;1818;p21"/>
              <p:cNvSpPr/>
              <p:nvPr/>
            </p:nvSpPr>
            <p:spPr>
              <a:xfrm>
                <a:off x="3818244" y="3270469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9" name="Google Shape;1819;p21"/>
              <p:cNvSpPr/>
              <p:nvPr/>
            </p:nvSpPr>
            <p:spPr>
              <a:xfrm>
                <a:off x="3818244" y="3334892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0" name="Google Shape;1820;p21"/>
              <p:cNvSpPr/>
              <p:nvPr/>
            </p:nvSpPr>
            <p:spPr>
              <a:xfrm>
                <a:off x="3818244" y="3399315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1" name="Google Shape;1821;p21"/>
              <p:cNvSpPr/>
              <p:nvPr/>
            </p:nvSpPr>
            <p:spPr>
              <a:xfrm>
                <a:off x="3818244" y="3463385"/>
                <a:ext cx="711364" cy="456856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8" extrusionOk="0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2" name="Google Shape;1822;p21"/>
              <p:cNvSpPr/>
              <p:nvPr/>
            </p:nvSpPr>
            <p:spPr>
              <a:xfrm>
                <a:off x="4606639" y="2089627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7"/>
                    </a:moveTo>
                    <a:lnTo>
                      <a:pt x="24182" y="1561"/>
                    </a:lnTo>
                    <a:lnTo>
                      <a:pt x="24182" y="1"/>
                    </a:lnTo>
                    <a:lnTo>
                      <a:pt x="0" y="1395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3" name="Google Shape;1823;p21"/>
              <p:cNvSpPr/>
              <p:nvPr/>
            </p:nvSpPr>
            <p:spPr>
              <a:xfrm>
                <a:off x="4606639" y="2153697"/>
                <a:ext cx="711011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9" extrusionOk="0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4" name="Google Shape;1824;p21"/>
              <p:cNvSpPr/>
              <p:nvPr/>
            </p:nvSpPr>
            <p:spPr>
              <a:xfrm>
                <a:off x="4606639" y="2218120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5" name="Google Shape;1825;p21"/>
              <p:cNvSpPr/>
              <p:nvPr/>
            </p:nvSpPr>
            <p:spPr>
              <a:xfrm>
                <a:off x="4606639" y="2282543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6" name="Google Shape;1826;p21"/>
              <p:cNvSpPr/>
              <p:nvPr/>
            </p:nvSpPr>
            <p:spPr>
              <a:xfrm>
                <a:off x="4606639" y="2346966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7" name="Google Shape;1827;p21"/>
              <p:cNvSpPr/>
              <p:nvPr/>
            </p:nvSpPr>
            <p:spPr>
              <a:xfrm>
                <a:off x="4606639" y="246178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8" name="Google Shape;1828;p21"/>
              <p:cNvSpPr/>
              <p:nvPr/>
            </p:nvSpPr>
            <p:spPr>
              <a:xfrm>
                <a:off x="4606639" y="2526209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9" name="Google Shape;1829;p21"/>
              <p:cNvSpPr/>
              <p:nvPr/>
            </p:nvSpPr>
            <p:spPr>
              <a:xfrm>
                <a:off x="4606639" y="2590250"/>
                <a:ext cx="711011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9" extrusionOk="0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0" name="Google Shape;1830;p21"/>
              <p:cNvSpPr/>
              <p:nvPr/>
            </p:nvSpPr>
            <p:spPr>
              <a:xfrm>
                <a:off x="4606639" y="2654673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1" name="Google Shape;1831;p21"/>
              <p:cNvSpPr/>
              <p:nvPr/>
            </p:nvSpPr>
            <p:spPr>
              <a:xfrm>
                <a:off x="4606639" y="271909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2" name="Google Shape;1832;p21"/>
              <p:cNvSpPr/>
              <p:nvPr/>
            </p:nvSpPr>
            <p:spPr>
              <a:xfrm>
                <a:off x="4606639" y="283391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3" name="Google Shape;1833;p21"/>
              <p:cNvSpPr/>
              <p:nvPr/>
            </p:nvSpPr>
            <p:spPr>
              <a:xfrm>
                <a:off x="4606639" y="2898339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4" name="Google Shape;1834;p21"/>
              <p:cNvSpPr/>
              <p:nvPr/>
            </p:nvSpPr>
            <p:spPr>
              <a:xfrm>
                <a:off x="4606639" y="2962762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5" name="Google Shape;1835;p21"/>
              <p:cNvSpPr/>
              <p:nvPr/>
            </p:nvSpPr>
            <p:spPr>
              <a:xfrm>
                <a:off x="4606639" y="3026803"/>
                <a:ext cx="711011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9" extrusionOk="0">
                    <a:moveTo>
                      <a:pt x="0" y="15539"/>
                    </a:moveTo>
                    <a:lnTo>
                      <a:pt x="24182" y="1573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6" name="Google Shape;1836;p21"/>
              <p:cNvSpPr/>
              <p:nvPr/>
            </p:nvSpPr>
            <p:spPr>
              <a:xfrm>
                <a:off x="4606639" y="309122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7" name="Google Shape;1837;p21"/>
              <p:cNvSpPr/>
              <p:nvPr/>
            </p:nvSpPr>
            <p:spPr>
              <a:xfrm>
                <a:off x="4606639" y="320604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7"/>
                    </a:moveTo>
                    <a:lnTo>
                      <a:pt x="24182" y="1573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8" name="Google Shape;1838;p21"/>
              <p:cNvSpPr/>
              <p:nvPr/>
            </p:nvSpPr>
            <p:spPr>
              <a:xfrm>
                <a:off x="4606639" y="3270469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9" name="Google Shape;1839;p21"/>
              <p:cNvSpPr/>
              <p:nvPr/>
            </p:nvSpPr>
            <p:spPr>
              <a:xfrm>
                <a:off x="4606639" y="3334892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0" name="Google Shape;1840;p21"/>
              <p:cNvSpPr/>
              <p:nvPr/>
            </p:nvSpPr>
            <p:spPr>
              <a:xfrm>
                <a:off x="4606639" y="3399315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1" name="Google Shape;1841;p21"/>
              <p:cNvSpPr/>
              <p:nvPr/>
            </p:nvSpPr>
            <p:spPr>
              <a:xfrm>
                <a:off x="4606639" y="3463385"/>
                <a:ext cx="711011" cy="456856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8" extrusionOk="0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842" name="Google Shape;1842;p21"/>
              <p:cNvGrpSpPr/>
              <p:nvPr/>
            </p:nvGrpSpPr>
            <p:grpSpPr>
              <a:xfrm>
                <a:off x="3478424" y="1308364"/>
                <a:ext cx="2180470" cy="1878295"/>
                <a:chOff x="5553063" y="1487604"/>
                <a:chExt cx="1981525" cy="1707075"/>
              </a:xfrm>
            </p:grpSpPr>
            <p:sp>
              <p:nvSpPr>
                <p:cNvPr id="1843" name="Google Shape;1843;p21"/>
                <p:cNvSpPr/>
                <p:nvPr/>
              </p:nvSpPr>
              <p:spPr>
                <a:xfrm>
                  <a:off x="5563488" y="2071829"/>
                  <a:ext cx="1960975" cy="1122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439" h="44914" extrusionOk="0">
                      <a:moveTo>
                        <a:pt x="12" y="1"/>
                      </a:moveTo>
                      <a:cubicBezTo>
                        <a:pt x="12" y="72"/>
                        <a:pt x="12" y="132"/>
                        <a:pt x="12" y="191"/>
                      </a:cubicBezTo>
                      <a:cubicBezTo>
                        <a:pt x="12" y="263"/>
                        <a:pt x="12" y="322"/>
                        <a:pt x="12" y="394"/>
                      </a:cubicBezTo>
                      <a:cubicBezTo>
                        <a:pt x="12" y="453"/>
                        <a:pt x="12" y="525"/>
                        <a:pt x="12" y="584"/>
                      </a:cubicBezTo>
                      <a:cubicBezTo>
                        <a:pt x="12" y="656"/>
                        <a:pt x="12" y="715"/>
                        <a:pt x="12" y="775"/>
                      </a:cubicBezTo>
                      <a:cubicBezTo>
                        <a:pt x="12" y="846"/>
                        <a:pt x="12" y="906"/>
                        <a:pt x="12" y="977"/>
                      </a:cubicBezTo>
                      <a:cubicBezTo>
                        <a:pt x="12" y="1037"/>
                        <a:pt x="12" y="1108"/>
                        <a:pt x="12" y="1167"/>
                      </a:cubicBezTo>
                      <a:cubicBezTo>
                        <a:pt x="12" y="1239"/>
                        <a:pt x="12" y="1298"/>
                        <a:pt x="12" y="1358"/>
                      </a:cubicBezTo>
                      <a:cubicBezTo>
                        <a:pt x="12" y="1429"/>
                        <a:pt x="12" y="1489"/>
                        <a:pt x="12" y="1560"/>
                      </a:cubicBezTo>
                      <a:cubicBezTo>
                        <a:pt x="12" y="1620"/>
                        <a:pt x="12" y="1691"/>
                        <a:pt x="12" y="1751"/>
                      </a:cubicBezTo>
                      <a:cubicBezTo>
                        <a:pt x="12" y="1822"/>
                        <a:pt x="12" y="1882"/>
                        <a:pt x="12" y="1941"/>
                      </a:cubicBezTo>
                      <a:cubicBezTo>
                        <a:pt x="12" y="2013"/>
                        <a:pt x="12" y="2072"/>
                        <a:pt x="12" y="2144"/>
                      </a:cubicBezTo>
                      <a:cubicBezTo>
                        <a:pt x="12" y="2203"/>
                        <a:pt x="12" y="2275"/>
                        <a:pt x="12" y="2334"/>
                      </a:cubicBezTo>
                      <a:cubicBezTo>
                        <a:pt x="12" y="2406"/>
                        <a:pt x="12" y="2465"/>
                        <a:pt x="12" y="2525"/>
                      </a:cubicBezTo>
                      <a:cubicBezTo>
                        <a:pt x="12" y="2596"/>
                        <a:pt x="12" y="2656"/>
                        <a:pt x="12" y="2727"/>
                      </a:cubicBezTo>
                      <a:cubicBezTo>
                        <a:pt x="12" y="2787"/>
                        <a:pt x="12" y="2858"/>
                        <a:pt x="12" y="2918"/>
                      </a:cubicBezTo>
                      <a:cubicBezTo>
                        <a:pt x="12" y="2989"/>
                        <a:pt x="12" y="3049"/>
                        <a:pt x="12" y="3108"/>
                      </a:cubicBezTo>
                      <a:cubicBezTo>
                        <a:pt x="12" y="3180"/>
                        <a:pt x="12" y="3239"/>
                        <a:pt x="12" y="3311"/>
                      </a:cubicBezTo>
                      <a:cubicBezTo>
                        <a:pt x="12" y="3370"/>
                        <a:pt x="12" y="3442"/>
                        <a:pt x="12" y="3501"/>
                      </a:cubicBezTo>
                      <a:cubicBezTo>
                        <a:pt x="12" y="3573"/>
                        <a:pt x="12" y="3632"/>
                        <a:pt x="12" y="3692"/>
                      </a:cubicBezTo>
                      <a:cubicBezTo>
                        <a:pt x="12" y="3763"/>
                        <a:pt x="12" y="3823"/>
                        <a:pt x="12" y="3894"/>
                      </a:cubicBezTo>
                      <a:cubicBezTo>
                        <a:pt x="12" y="3954"/>
                        <a:pt x="12" y="4025"/>
                        <a:pt x="12" y="4085"/>
                      </a:cubicBezTo>
                      <a:cubicBezTo>
                        <a:pt x="12" y="4156"/>
                        <a:pt x="12" y="4215"/>
                        <a:pt x="12" y="4275"/>
                      </a:cubicBezTo>
                      <a:cubicBezTo>
                        <a:pt x="12" y="4346"/>
                        <a:pt x="12" y="4406"/>
                        <a:pt x="12" y="4477"/>
                      </a:cubicBezTo>
                      <a:cubicBezTo>
                        <a:pt x="12" y="4537"/>
                        <a:pt x="12" y="4608"/>
                        <a:pt x="12" y="4668"/>
                      </a:cubicBezTo>
                      <a:cubicBezTo>
                        <a:pt x="12" y="4739"/>
                        <a:pt x="12" y="4799"/>
                        <a:pt x="12" y="4858"/>
                      </a:cubicBezTo>
                      <a:cubicBezTo>
                        <a:pt x="12" y="4930"/>
                        <a:pt x="12" y="4989"/>
                        <a:pt x="12" y="5061"/>
                      </a:cubicBezTo>
                      <a:cubicBezTo>
                        <a:pt x="12" y="5120"/>
                        <a:pt x="12" y="5192"/>
                        <a:pt x="12" y="5251"/>
                      </a:cubicBezTo>
                      <a:cubicBezTo>
                        <a:pt x="12" y="5323"/>
                        <a:pt x="12" y="5382"/>
                        <a:pt x="12" y="5442"/>
                      </a:cubicBezTo>
                      <a:cubicBezTo>
                        <a:pt x="12" y="5513"/>
                        <a:pt x="12" y="5573"/>
                        <a:pt x="12" y="5644"/>
                      </a:cubicBezTo>
                      <a:cubicBezTo>
                        <a:pt x="12" y="5704"/>
                        <a:pt x="12" y="5775"/>
                        <a:pt x="12" y="5835"/>
                      </a:cubicBezTo>
                      <a:cubicBezTo>
                        <a:pt x="12" y="5906"/>
                        <a:pt x="12" y="5966"/>
                        <a:pt x="12" y="6025"/>
                      </a:cubicBezTo>
                      <a:cubicBezTo>
                        <a:pt x="12" y="6097"/>
                        <a:pt x="12" y="6156"/>
                        <a:pt x="12" y="6228"/>
                      </a:cubicBezTo>
                      <a:cubicBezTo>
                        <a:pt x="12" y="6287"/>
                        <a:pt x="12" y="6359"/>
                        <a:pt x="12" y="6418"/>
                      </a:cubicBezTo>
                      <a:cubicBezTo>
                        <a:pt x="12" y="6490"/>
                        <a:pt x="12" y="6549"/>
                        <a:pt x="12" y="6609"/>
                      </a:cubicBezTo>
                      <a:cubicBezTo>
                        <a:pt x="12" y="6680"/>
                        <a:pt x="12" y="6740"/>
                        <a:pt x="12" y="6811"/>
                      </a:cubicBezTo>
                      <a:cubicBezTo>
                        <a:pt x="12" y="6871"/>
                        <a:pt x="12" y="6942"/>
                        <a:pt x="12" y="7002"/>
                      </a:cubicBezTo>
                      <a:cubicBezTo>
                        <a:pt x="12" y="7073"/>
                        <a:pt x="12" y="7132"/>
                        <a:pt x="12" y="7192"/>
                      </a:cubicBezTo>
                      <a:cubicBezTo>
                        <a:pt x="12" y="7263"/>
                        <a:pt x="12" y="7323"/>
                        <a:pt x="12" y="7394"/>
                      </a:cubicBezTo>
                      <a:cubicBezTo>
                        <a:pt x="12" y="7454"/>
                        <a:pt x="12" y="7525"/>
                        <a:pt x="12" y="7585"/>
                      </a:cubicBezTo>
                      <a:cubicBezTo>
                        <a:pt x="12" y="7656"/>
                        <a:pt x="12" y="7716"/>
                        <a:pt x="12" y="7775"/>
                      </a:cubicBezTo>
                      <a:cubicBezTo>
                        <a:pt x="12" y="7847"/>
                        <a:pt x="12" y="7906"/>
                        <a:pt x="12" y="7978"/>
                      </a:cubicBezTo>
                      <a:cubicBezTo>
                        <a:pt x="12" y="8037"/>
                        <a:pt x="12" y="8109"/>
                        <a:pt x="12" y="8168"/>
                      </a:cubicBezTo>
                      <a:cubicBezTo>
                        <a:pt x="12" y="8228"/>
                        <a:pt x="12" y="8299"/>
                        <a:pt x="12" y="8359"/>
                      </a:cubicBezTo>
                      <a:cubicBezTo>
                        <a:pt x="12" y="8430"/>
                        <a:pt x="12" y="8490"/>
                        <a:pt x="12" y="8561"/>
                      </a:cubicBezTo>
                      <a:cubicBezTo>
                        <a:pt x="12" y="8621"/>
                        <a:pt x="12" y="8692"/>
                        <a:pt x="12" y="8752"/>
                      </a:cubicBezTo>
                      <a:cubicBezTo>
                        <a:pt x="12" y="8811"/>
                        <a:pt x="12" y="8883"/>
                        <a:pt x="12" y="8942"/>
                      </a:cubicBezTo>
                      <a:cubicBezTo>
                        <a:pt x="12" y="9014"/>
                        <a:pt x="12" y="9073"/>
                        <a:pt x="12" y="9145"/>
                      </a:cubicBezTo>
                      <a:cubicBezTo>
                        <a:pt x="12" y="9204"/>
                        <a:pt x="12" y="9276"/>
                        <a:pt x="12" y="9335"/>
                      </a:cubicBezTo>
                      <a:cubicBezTo>
                        <a:pt x="12" y="9395"/>
                        <a:pt x="12" y="9466"/>
                        <a:pt x="12" y="9526"/>
                      </a:cubicBezTo>
                      <a:cubicBezTo>
                        <a:pt x="12" y="9597"/>
                        <a:pt x="12" y="9657"/>
                        <a:pt x="12" y="9728"/>
                      </a:cubicBezTo>
                      <a:cubicBezTo>
                        <a:pt x="12" y="9788"/>
                        <a:pt x="12" y="9859"/>
                        <a:pt x="12" y="9919"/>
                      </a:cubicBezTo>
                      <a:cubicBezTo>
                        <a:pt x="12" y="9978"/>
                        <a:pt x="12" y="10050"/>
                        <a:pt x="12" y="10109"/>
                      </a:cubicBezTo>
                      <a:cubicBezTo>
                        <a:pt x="12" y="10180"/>
                        <a:pt x="12" y="10240"/>
                        <a:pt x="12" y="10311"/>
                      </a:cubicBezTo>
                      <a:cubicBezTo>
                        <a:pt x="12" y="10371"/>
                        <a:pt x="12" y="10442"/>
                        <a:pt x="12" y="10502"/>
                      </a:cubicBezTo>
                      <a:cubicBezTo>
                        <a:pt x="12" y="10561"/>
                        <a:pt x="12" y="10633"/>
                        <a:pt x="12" y="10692"/>
                      </a:cubicBezTo>
                      <a:cubicBezTo>
                        <a:pt x="12" y="10764"/>
                        <a:pt x="12" y="10823"/>
                        <a:pt x="12" y="10895"/>
                      </a:cubicBezTo>
                      <a:cubicBezTo>
                        <a:pt x="12" y="10954"/>
                        <a:pt x="12" y="11026"/>
                        <a:pt x="12" y="11085"/>
                      </a:cubicBezTo>
                      <a:cubicBezTo>
                        <a:pt x="12" y="11145"/>
                        <a:pt x="12" y="11216"/>
                        <a:pt x="12" y="11276"/>
                      </a:cubicBezTo>
                      <a:cubicBezTo>
                        <a:pt x="12" y="11347"/>
                        <a:pt x="12" y="11407"/>
                        <a:pt x="12" y="11478"/>
                      </a:cubicBezTo>
                      <a:cubicBezTo>
                        <a:pt x="12" y="11538"/>
                        <a:pt x="12" y="11609"/>
                        <a:pt x="12" y="11669"/>
                      </a:cubicBezTo>
                      <a:cubicBezTo>
                        <a:pt x="12" y="11728"/>
                        <a:pt x="12" y="11800"/>
                        <a:pt x="12" y="11859"/>
                      </a:cubicBezTo>
                      <a:cubicBezTo>
                        <a:pt x="12" y="11931"/>
                        <a:pt x="12" y="11990"/>
                        <a:pt x="12" y="12062"/>
                      </a:cubicBezTo>
                      <a:cubicBezTo>
                        <a:pt x="12" y="12121"/>
                        <a:pt x="12" y="12193"/>
                        <a:pt x="12" y="12252"/>
                      </a:cubicBezTo>
                      <a:cubicBezTo>
                        <a:pt x="12" y="12312"/>
                        <a:pt x="12" y="12383"/>
                        <a:pt x="12" y="12443"/>
                      </a:cubicBezTo>
                      <a:cubicBezTo>
                        <a:pt x="12" y="12514"/>
                        <a:pt x="12" y="12574"/>
                        <a:pt x="12" y="12645"/>
                      </a:cubicBezTo>
                      <a:cubicBezTo>
                        <a:pt x="12" y="12705"/>
                        <a:pt x="12" y="12776"/>
                        <a:pt x="12" y="12836"/>
                      </a:cubicBezTo>
                      <a:cubicBezTo>
                        <a:pt x="12" y="12895"/>
                        <a:pt x="12" y="12967"/>
                        <a:pt x="12" y="13026"/>
                      </a:cubicBezTo>
                      <a:cubicBezTo>
                        <a:pt x="12" y="13098"/>
                        <a:pt x="12" y="13157"/>
                        <a:pt x="12" y="13228"/>
                      </a:cubicBezTo>
                      <a:cubicBezTo>
                        <a:pt x="12" y="13288"/>
                        <a:pt x="12" y="13359"/>
                        <a:pt x="12" y="13419"/>
                      </a:cubicBezTo>
                      <a:cubicBezTo>
                        <a:pt x="12" y="13479"/>
                        <a:pt x="12" y="13550"/>
                        <a:pt x="12" y="13609"/>
                      </a:cubicBezTo>
                      <a:cubicBezTo>
                        <a:pt x="12" y="13681"/>
                        <a:pt x="12" y="13740"/>
                        <a:pt x="12" y="13812"/>
                      </a:cubicBezTo>
                      <a:cubicBezTo>
                        <a:pt x="12" y="13871"/>
                        <a:pt x="12" y="13943"/>
                        <a:pt x="12" y="14002"/>
                      </a:cubicBezTo>
                      <a:cubicBezTo>
                        <a:pt x="12" y="14062"/>
                        <a:pt x="12" y="14133"/>
                        <a:pt x="12" y="14193"/>
                      </a:cubicBezTo>
                      <a:cubicBezTo>
                        <a:pt x="12" y="14264"/>
                        <a:pt x="12" y="14324"/>
                        <a:pt x="12" y="14395"/>
                      </a:cubicBezTo>
                      <a:cubicBezTo>
                        <a:pt x="12" y="14455"/>
                        <a:pt x="12" y="14526"/>
                        <a:pt x="12" y="14586"/>
                      </a:cubicBezTo>
                      <a:cubicBezTo>
                        <a:pt x="12" y="14645"/>
                        <a:pt x="12" y="14717"/>
                        <a:pt x="12" y="14776"/>
                      </a:cubicBezTo>
                      <a:cubicBezTo>
                        <a:pt x="12" y="14848"/>
                        <a:pt x="12" y="14907"/>
                        <a:pt x="12" y="14979"/>
                      </a:cubicBezTo>
                      <a:cubicBezTo>
                        <a:pt x="12" y="15038"/>
                        <a:pt x="12" y="15110"/>
                        <a:pt x="12" y="15169"/>
                      </a:cubicBezTo>
                      <a:cubicBezTo>
                        <a:pt x="12" y="15229"/>
                        <a:pt x="12" y="15300"/>
                        <a:pt x="12" y="15360"/>
                      </a:cubicBezTo>
                      <a:cubicBezTo>
                        <a:pt x="12" y="15431"/>
                        <a:pt x="12" y="15491"/>
                        <a:pt x="12" y="15562"/>
                      </a:cubicBezTo>
                      <a:cubicBezTo>
                        <a:pt x="12" y="15622"/>
                        <a:pt x="12" y="15693"/>
                        <a:pt x="12" y="15753"/>
                      </a:cubicBezTo>
                      <a:cubicBezTo>
                        <a:pt x="12" y="15812"/>
                        <a:pt x="12" y="15884"/>
                        <a:pt x="12" y="15943"/>
                      </a:cubicBezTo>
                      <a:cubicBezTo>
                        <a:pt x="12" y="16015"/>
                        <a:pt x="12" y="16074"/>
                        <a:pt x="12" y="16146"/>
                      </a:cubicBezTo>
                      <a:cubicBezTo>
                        <a:pt x="12" y="16205"/>
                        <a:pt x="12" y="16276"/>
                        <a:pt x="12" y="16336"/>
                      </a:cubicBezTo>
                      <a:cubicBezTo>
                        <a:pt x="12" y="16396"/>
                        <a:pt x="12" y="16467"/>
                        <a:pt x="12" y="16527"/>
                      </a:cubicBezTo>
                      <a:cubicBezTo>
                        <a:pt x="12" y="16598"/>
                        <a:pt x="12" y="16657"/>
                        <a:pt x="12" y="16729"/>
                      </a:cubicBezTo>
                      <a:cubicBezTo>
                        <a:pt x="12" y="16788"/>
                        <a:pt x="12" y="16860"/>
                        <a:pt x="12" y="16919"/>
                      </a:cubicBezTo>
                      <a:cubicBezTo>
                        <a:pt x="12" y="16979"/>
                        <a:pt x="12" y="17050"/>
                        <a:pt x="12" y="17110"/>
                      </a:cubicBezTo>
                      <a:cubicBezTo>
                        <a:pt x="12" y="17181"/>
                        <a:pt x="12" y="17241"/>
                        <a:pt x="12" y="17312"/>
                      </a:cubicBezTo>
                      <a:cubicBezTo>
                        <a:pt x="12" y="17372"/>
                        <a:pt x="12" y="17443"/>
                        <a:pt x="12" y="17503"/>
                      </a:cubicBezTo>
                      <a:cubicBezTo>
                        <a:pt x="12" y="17562"/>
                        <a:pt x="12" y="17634"/>
                        <a:pt x="12" y="17693"/>
                      </a:cubicBezTo>
                      <a:cubicBezTo>
                        <a:pt x="12" y="17765"/>
                        <a:pt x="12" y="17824"/>
                        <a:pt x="12" y="17896"/>
                      </a:cubicBezTo>
                      <a:cubicBezTo>
                        <a:pt x="12" y="17955"/>
                        <a:pt x="12" y="18015"/>
                        <a:pt x="12" y="18086"/>
                      </a:cubicBezTo>
                      <a:cubicBezTo>
                        <a:pt x="12" y="18146"/>
                        <a:pt x="12" y="18217"/>
                        <a:pt x="12" y="18277"/>
                      </a:cubicBezTo>
                      <a:cubicBezTo>
                        <a:pt x="12" y="18348"/>
                        <a:pt x="12" y="18408"/>
                        <a:pt x="12" y="18479"/>
                      </a:cubicBezTo>
                      <a:cubicBezTo>
                        <a:pt x="12" y="18539"/>
                        <a:pt x="12" y="18598"/>
                        <a:pt x="12" y="18670"/>
                      </a:cubicBezTo>
                      <a:cubicBezTo>
                        <a:pt x="12" y="18729"/>
                        <a:pt x="12" y="18801"/>
                        <a:pt x="12" y="18860"/>
                      </a:cubicBezTo>
                      <a:cubicBezTo>
                        <a:pt x="12" y="18932"/>
                        <a:pt x="12" y="18991"/>
                        <a:pt x="12" y="19063"/>
                      </a:cubicBezTo>
                      <a:cubicBezTo>
                        <a:pt x="12" y="19122"/>
                        <a:pt x="12" y="19182"/>
                        <a:pt x="12" y="19253"/>
                      </a:cubicBezTo>
                      <a:cubicBezTo>
                        <a:pt x="12" y="19313"/>
                        <a:pt x="12" y="19384"/>
                        <a:pt x="12" y="19444"/>
                      </a:cubicBezTo>
                      <a:cubicBezTo>
                        <a:pt x="12" y="19515"/>
                        <a:pt x="12" y="19575"/>
                        <a:pt x="12" y="19646"/>
                      </a:cubicBezTo>
                      <a:cubicBezTo>
                        <a:pt x="12" y="19705"/>
                        <a:pt x="12" y="19765"/>
                        <a:pt x="12" y="19836"/>
                      </a:cubicBezTo>
                      <a:cubicBezTo>
                        <a:pt x="12" y="19896"/>
                        <a:pt x="12" y="19967"/>
                        <a:pt x="12" y="20027"/>
                      </a:cubicBezTo>
                      <a:cubicBezTo>
                        <a:pt x="12" y="20098"/>
                        <a:pt x="12" y="20158"/>
                        <a:pt x="12" y="20229"/>
                      </a:cubicBezTo>
                      <a:cubicBezTo>
                        <a:pt x="12" y="20289"/>
                        <a:pt x="12" y="20348"/>
                        <a:pt x="12" y="20420"/>
                      </a:cubicBezTo>
                      <a:cubicBezTo>
                        <a:pt x="12" y="20479"/>
                        <a:pt x="12" y="20551"/>
                        <a:pt x="12" y="20610"/>
                      </a:cubicBezTo>
                      <a:cubicBezTo>
                        <a:pt x="12" y="20682"/>
                        <a:pt x="12" y="20741"/>
                        <a:pt x="12" y="20813"/>
                      </a:cubicBezTo>
                      <a:cubicBezTo>
                        <a:pt x="12" y="20872"/>
                        <a:pt x="12" y="20932"/>
                        <a:pt x="12" y="21003"/>
                      </a:cubicBezTo>
                      <a:cubicBezTo>
                        <a:pt x="12" y="21063"/>
                        <a:pt x="12" y="21134"/>
                        <a:pt x="12" y="21194"/>
                      </a:cubicBezTo>
                      <a:cubicBezTo>
                        <a:pt x="12" y="21265"/>
                        <a:pt x="12" y="21325"/>
                        <a:pt x="12" y="21396"/>
                      </a:cubicBezTo>
                      <a:cubicBezTo>
                        <a:pt x="12" y="21456"/>
                        <a:pt x="12" y="21515"/>
                        <a:pt x="12" y="21587"/>
                      </a:cubicBezTo>
                      <a:cubicBezTo>
                        <a:pt x="0" y="22515"/>
                        <a:pt x="500" y="23373"/>
                        <a:pt x="1310" y="23837"/>
                      </a:cubicBezTo>
                      <a:lnTo>
                        <a:pt x="36612" y="44208"/>
                      </a:lnTo>
                      <a:cubicBezTo>
                        <a:pt x="37416" y="44679"/>
                        <a:pt x="38315" y="44914"/>
                        <a:pt x="39215" y="44914"/>
                      </a:cubicBezTo>
                      <a:cubicBezTo>
                        <a:pt x="40115" y="44914"/>
                        <a:pt x="41017" y="44679"/>
                        <a:pt x="41827" y="44208"/>
                      </a:cubicBezTo>
                      <a:lnTo>
                        <a:pt x="77129" y="23837"/>
                      </a:lnTo>
                      <a:cubicBezTo>
                        <a:pt x="77939" y="23373"/>
                        <a:pt x="78439" y="22515"/>
                        <a:pt x="78427" y="21587"/>
                      </a:cubicBezTo>
                      <a:lnTo>
                        <a:pt x="78427" y="21384"/>
                      </a:lnTo>
                      <a:lnTo>
                        <a:pt x="78427" y="21194"/>
                      </a:lnTo>
                      <a:lnTo>
                        <a:pt x="78427" y="21003"/>
                      </a:lnTo>
                      <a:lnTo>
                        <a:pt x="78427" y="20801"/>
                      </a:lnTo>
                      <a:lnTo>
                        <a:pt x="78427" y="20610"/>
                      </a:lnTo>
                      <a:lnTo>
                        <a:pt x="78427" y="20420"/>
                      </a:lnTo>
                      <a:lnTo>
                        <a:pt x="78427" y="20217"/>
                      </a:lnTo>
                      <a:lnTo>
                        <a:pt x="78427" y="20027"/>
                      </a:lnTo>
                      <a:lnTo>
                        <a:pt x="78427" y="19836"/>
                      </a:lnTo>
                      <a:lnTo>
                        <a:pt x="78427" y="19634"/>
                      </a:lnTo>
                      <a:lnTo>
                        <a:pt x="78427" y="19444"/>
                      </a:lnTo>
                      <a:lnTo>
                        <a:pt x="78427" y="19253"/>
                      </a:lnTo>
                      <a:lnTo>
                        <a:pt x="78427" y="19051"/>
                      </a:lnTo>
                      <a:lnTo>
                        <a:pt x="78427" y="18860"/>
                      </a:lnTo>
                      <a:lnTo>
                        <a:pt x="78427" y="18670"/>
                      </a:lnTo>
                      <a:lnTo>
                        <a:pt x="78427" y="18467"/>
                      </a:lnTo>
                      <a:lnTo>
                        <a:pt x="78427" y="18277"/>
                      </a:lnTo>
                      <a:lnTo>
                        <a:pt x="78427" y="18086"/>
                      </a:lnTo>
                      <a:lnTo>
                        <a:pt x="78427" y="17884"/>
                      </a:lnTo>
                      <a:lnTo>
                        <a:pt x="78427" y="17693"/>
                      </a:lnTo>
                      <a:lnTo>
                        <a:pt x="78427" y="17503"/>
                      </a:lnTo>
                      <a:lnTo>
                        <a:pt x="78427" y="17300"/>
                      </a:lnTo>
                      <a:lnTo>
                        <a:pt x="78427" y="17110"/>
                      </a:lnTo>
                      <a:lnTo>
                        <a:pt x="78427" y="16919"/>
                      </a:lnTo>
                      <a:lnTo>
                        <a:pt x="78427" y="16717"/>
                      </a:lnTo>
                      <a:lnTo>
                        <a:pt x="78427" y="16527"/>
                      </a:lnTo>
                      <a:lnTo>
                        <a:pt x="78427" y="16336"/>
                      </a:lnTo>
                      <a:lnTo>
                        <a:pt x="78427" y="16146"/>
                      </a:lnTo>
                      <a:lnTo>
                        <a:pt x="78427" y="15943"/>
                      </a:lnTo>
                      <a:lnTo>
                        <a:pt x="78427" y="15753"/>
                      </a:lnTo>
                      <a:lnTo>
                        <a:pt x="78427" y="15562"/>
                      </a:lnTo>
                      <a:lnTo>
                        <a:pt x="78427" y="15360"/>
                      </a:lnTo>
                      <a:lnTo>
                        <a:pt x="78427" y="15169"/>
                      </a:lnTo>
                      <a:lnTo>
                        <a:pt x="78427" y="14979"/>
                      </a:lnTo>
                      <a:lnTo>
                        <a:pt x="78427" y="14776"/>
                      </a:lnTo>
                      <a:lnTo>
                        <a:pt x="78427" y="14586"/>
                      </a:lnTo>
                      <a:lnTo>
                        <a:pt x="78427" y="14395"/>
                      </a:lnTo>
                      <a:lnTo>
                        <a:pt x="78427" y="14193"/>
                      </a:lnTo>
                      <a:lnTo>
                        <a:pt x="78427" y="14002"/>
                      </a:lnTo>
                      <a:lnTo>
                        <a:pt x="78427" y="13812"/>
                      </a:lnTo>
                      <a:lnTo>
                        <a:pt x="78427" y="13609"/>
                      </a:lnTo>
                      <a:lnTo>
                        <a:pt x="78427" y="13419"/>
                      </a:lnTo>
                      <a:lnTo>
                        <a:pt x="78427" y="13228"/>
                      </a:lnTo>
                      <a:lnTo>
                        <a:pt x="78427" y="13026"/>
                      </a:lnTo>
                      <a:lnTo>
                        <a:pt x="78427" y="12836"/>
                      </a:lnTo>
                      <a:lnTo>
                        <a:pt x="78427" y="12645"/>
                      </a:lnTo>
                      <a:lnTo>
                        <a:pt x="78427" y="12443"/>
                      </a:lnTo>
                      <a:lnTo>
                        <a:pt x="78427" y="12252"/>
                      </a:lnTo>
                      <a:lnTo>
                        <a:pt x="78427" y="12062"/>
                      </a:lnTo>
                      <a:lnTo>
                        <a:pt x="78427" y="11859"/>
                      </a:lnTo>
                      <a:lnTo>
                        <a:pt x="78427" y="11669"/>
                      </a:lnTo>
                      <a:lnTo>
                        <a:pt x="78427" y="11478"/>
                      </a:lnTo>
                      <a:lnTo>
                        <a:pt x="78427" y="11276"/>
                      </a:lnTo>
                      <a:lnTo>
                        <a:pt x="78427" y="11085"/>
                      </a:lnTo>
                      <a:lnTo>
                        <a:pt x="78427" y="10895"/>
                      </a:lnTo>
                      <a:lnTo>
                        <a:pt x="78427" y="10692"/>
                      </a:lnTo>
                      <a:lnTo>
                        <a:pt x="78427" y="10502"/>
                      </a:lnTo>
                      <a:lnTo>
                        <a:pt x="78427" y="10311"/>
                      </a:lnTo>
                      <a:lnTo>
                        <a:pt x="78427" y="10109"/>
                      </a:lnTo>
                      <a:lnTo>
                        <a:pt x="78427" y="9919"/>
                      </a:lnTo>
                      <a:lnTo>
                        <a:pt x="78427" y="9728"/>
                      </a:lnTo>
                      <a:lnTo>
                        <a:pt x="78427" y="9526"/>
                      </a:lnTo>
                      <a:lnTo>
                        <a:pt x="78427" y="9335"/>
                      </a:lnTo>
                      <a:lnTo>
                        <a:pt x="78427" y="9145"/>
                      </a:lnTo>
                      <a:lnTo>
                        <a:pt x="78427" y="8942"/>
                      </a:lnTo>
                      <a:lnTo>
                        <a:pt x="78427" y="8752"/>
                      </a:lnTo>
                      <a:lnTo>
                        <a:pt x="78427" y="8561"/>
                      </a:lnTo>
                      <a:lnTo>
                        <a:pt x="78427" y="8359"/>
                      </a:lnTo>
                      <a:lnTo>
                        <a:pt x="78427" y="8168"/>
                      </a:lnTo>
                      <a:lnTo>
                        <a:pt x="78427" y="7978"/>
                      </a:lnTo>
                      <a:lnTo>
                        <a:pt x="78427" y="7775"/>
                      </a:lnTo>
                      <a:lnTo>
                        <a:pt x="78427" y="7585"/>
                      </a:lnTo>
                      <a:lnTo>
                        <a:pt x="78427" y="7394"/>
                      </a:lnTo>
                      <a:lnTo>
                        <a:pt x="78427" y="7192"/>
                      </a:lnTo>
                      <a:lnTo>
                        <a:pt x="78427" y="7002"/>
                      </a:lnTo>
                      <a:lnTo>
                        <a:pt x="78427" y="6811"/>
                      </a:lnTo>
                      <a:lnTo>
                        <a:pt x="78427" y="6609"/>
                      </a:lnTo>
                      <a:lnTo>
                        <a:pt x="78427" y="6418"/>
                      </a:lnTo>
                      <a:lnTo>
                        <a:pt x="78427" y="6228"/>
                      </a:lnTo>
                      <a:lnTo>
                        <a:pt x="78427" y="6025"/>
                      </a:lnTo>
                      <a:lnTo>
                        <a:pt x="78427" y="5835"/>
                      </a:lnTo>
                      <a:lnTo>
                        <a:pt x="78427" y="5644"/>
                      </a:lnTo>
                      <a:lnTo>
                        <a:pt x="78427" y="5442"/>
                      </a:lnTo>
                      <a:lnTo>
                        <a:pt x="78427" y="5251"/>
                      </a:lnTo>
                      <a:lnTo>
                        <a:pt x="78427" y="5061"/>
                      </a:lnTo>
                      <a:lnTo>
                        <a:pt x="78427" y="4858"/>
                      </a:lnTo>
                      <a:lnTo>
                        <a:pt x="78427" y="4668"/>
                      </a:lnTo>
                      <a:lnTo>
                        <a:pt x="78427" y="4477"/>
                      </a:lnTo>
                      <a:lnTo>
                        <a:pt x="78427" y="4275"/>
                      </a:lnTo>
                      <a:lnTo>
                        <a:pt x="78427" y="4085"/>
                      </a:lnTo>
                      <a:lnTo>
                        <a:pt x="78427" y="3894"/>
                      </a:lnTo>
                      <a:lnTo>
                        <a:pt x="78427" y="3692"/>
                      </a:lnTo>
                      <a:lnTo>
                        <a:pt x="78427" y="3501"/>
                      </a:lnTo>
                      <a:lnTo>
                        <a:pt x="78427" y="3311"/>
                      </a:lnTo>
                      <a:lnTo>
                        <a:pt x="78427" y="3108"/>
                      </a:lnTo>
                      <a:lnTo>
                        <a:pt x="78427" y="2918"/>
                      </a:lnTo>
                      <a:lnTo>
                        <a:pt x="78427" y="2727"/>
                      </a:lnTo>
                      <a:lnTo>
                        <a:pt x="78427" y="2525"/>
                      </a:lnTo>
                      <a:lnTo>
                        <a:pt x="78427" y="2334"/>
                      </a:lnTo>
                      <a:lnTo>
                        <a:pt x="78427" y="2144"/>
                      </a:lnTo>
                      <a:lnTo>
                        <a:pt x="78427" y="1941"/>
                      </a:lnTo>
                      <a:lnTo>
                        <a:pt x="78427" y="1751"/>
                      </a:lnTo>
                      <a:lnTo>
                        <a:pt x="78427" y="1560"/>
                      </a:lnTo>
                      <a:lnTo>
                        <a:pt x="78427" y="1358"/>
                      </a:lnTo>
                      <a:lnTo>
                        <a:pt x="78427" y="1167"/>
                      </a:lnTo>
                      <a:lnTo>
                        <a:pt x="78427" y="977"/>
                      </a:lnTo>
                      <a:lnTo>
                        <a:pt x="78427" y="775"/>
                      </a:lnTo>
                      <a:lnTo>
                        <a:pt x="78427" y="584"/>
                      </a:lnTo>
                      <a:lnTo>
                        <a:pt x="78427" y="394"/>
                      </a:lnTo>
                      <a:lnTo>
                        <a:pt x="78427" y="191"/>
                      </a:lnTo>
                      <a:lnTo>
                        <a:pt x="78427" y="1"/>
                      </a:lnTo>
                      <a:lnTo>
                        <a:pt x="78212" y="1"/>
                      </a:lnTo>
                      <a:cubicBezTo>
                        <a:pt x="78224" y="858"/>
                        <a:pt x="77760" y="1644"/>
                        <a:pt x="77022" y="2072"/>
                      </a:cubicBezTo>
                      <a:lnTo>
                        <a:pt x="41720" y="22444"/>
                      </a:lnTo>
                      <a:cubicBezTo>
                        <a:pt x="40946" y="22890"/>
                        <a:pt x="40083" y="23114"/>
                        <a:pt x="39218" y="23114"/>
                      </a:cubicBezTo>
                      <a:cubicBezTo>
                        <a:pt x="38353" y="23114"/>
                        <a:pt x="37487" y="22890"/>
                        <a:pt x="36707" y="22444"/>
                      </a:cubicBezTo>
                      <a:lnTo>
                        <a:pt x="1417" y="2072"/>
                      </a:lnTo>
                      <a:cubicBezTo>
                        <a:pt x="667" y="1644"/>
                        <a:pt x="215" y="858"/>
                        <a:pt x="226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A0FDF1">
                        <a:alpha val="41568"/>
                        <a:alpha val="41520"/>
                      </a:srgbClr>
                    </a:gs>
                    <a:gs pos="100000">
                      <a:srgbClr val="FFFFFF">
                        <a:alpha val="37254"/>
                        <a:alpha val="4152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4" name="Google Shape;1844;p21"/>
                <p:cNvSpPr/>
                <p:nvPr/>
              </p:nvSpPr>
              <p:spPr>
                <a:xfrm>
                  <a:off x="5553063" y="1487604"/>
                  <a:ext cx="1981525" cy="116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261" h="46572" extrusionOk="0">
                      <a:moveTo>
                        <a:pt x="39635" y="1"/>
                      </a:moveTo>
                      <a:cubicBezTo>
                        <a:pt x="38749" y="1"/>
                        <a:pt x="37862" y="230"/>
                        <a:pt x="37065" y="688"/>
                      </a:cubicBezTo>
                      <a:lnTo>
                        <a:pt x="1679" y="21119"/>
                      </a:lnTo>
                      <a:cubicBezTo>
                        <a:pt x="1" y="22084"/>
                        <a:pt x="1" y="24489"/>
                        <a:pt x="1679" y="25453"/>
                      </a:cubicBezTo>
                      <a:lnTo>
                        <a:pt x="37065" y="45884"/>
                      </a:lnTo>
                      <a:cubicBezTo>
                        <a:pt x="37862" y="46343"/>
                        <a:pt x="38749" y="46572"/>
                        <a:pt x="39635" y="46572"/>
                      </a:cubicBezTo>
                      <a:cubicBezTo>
                        <a:pt x="40520" y="46572"/>
                        <a:pt x="41405" y="46343"/>
                        <a:pt x="42196" y="45884"/>
                      </a:cubicBezTo>
                      <a:lnTo>
                        <a:pt x="77594" y="25453"/>
                      </a:lnTo>
                      <a:cubicBezTo>
                        <a:pt x="79260" y="24489"/>
                        <a:pt x="79260" y="22084"/>
                        <a:pt x="77594" y="21119"/>
                      </a:cubicBezTo>
                      <a:lnTo>
                        <a:pt x="42196" y="688"/>
                      </a:lnTo>
                      <a:cubicBezTo>
                        <a:pt x="41405" y="230"/>
                        <a:pt x="40520" y="1"/>
                        <a:pt x="39635" y="1"/>
                      </a:cubicBezTo>
                      <a:close/>
                    </a:path>
                  </a:pathLst>
                </a:custGeom>
                <a:solidFill>
                  <a:srgbClr val="A0FDF1">
                    <a:alpha val="4152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845" name="Google Shape;1845;p21"/>
            <p:cNvGrpSpPr/>
            <p:nvPr/>
          </p:nvGrpSpPr>
          <p:grpSpPr>
            <a:xfrm>
              <a:off x="3635042" y="1987866"/>
              <a:ext cx="598632" cy="805372"/>
              <a:chOff x="3478424" y="1308364"/>
              <a:chExt cx="2187185" cy="2942536"/>
            </a:xfrm>
          </p:grpSpPr>
          <p:sp>
            <p:nvSpPr>
              <p:cNvPr id="1846" name="Google Shape;1846;p21"/>
              <p:cNvSpPr/>
              <p:nvPr/>
            </p:nvSpPr>
            <p:spPr>
              <a:xfrm>
                <a:off x="3485139" y="2969821"/>
                <a:ext cx="2180470" cy="1281079"/>
              </a:xfrm>
              <a:custGeom>
                <a:avLst/>
                <a:gdLst/>
                <a:ahLst/>
                <a:cxnLst/>
                <a:rect l="l" t="t" r="r" b="b"/>
                <a:pathLst>
                  <a:path w="79261" h="46572" extrusionOk="0">
                    <a:moveTo>
                      <a:pt x="39635" y="1"/>
                    </a:moveTo>
                    <a:cubicBezTo>
                      <a:pt x="38749" y="1"/>
                      <a:pt x="37862" y="230"/>
                      <a:pt x="37065" y="688"/>
                    </a:cubicBezTo>
                    <a:lnTo>
                      <a:pt x="1679" y="21119"/>
                    </a:lnTo>
                    <a:cubicBezTo>
                      <a:pt x="1" y="22084"/>
                      <a:pt x="1" y="24489"/>
                      <a:pt x="1679" y="25453"/>
                    </a:cubicBezTo>
                    <a:lnTo>
                      <a:pt x="37065" y="45884"/>
                    </a:lnTo>
                    <a:cubicBezTo>
                      <a:pt x="37862" y="46343"/>
                      <a:pt x="38749" y="46572"/>
                      <a:pt x="39635" y="46572"/>
                    </a:cubicBezTo>
                    <a:cubicBezTo>
                      <a:pt x="40520" y="46572"/>
                      <a:pt x="41405" y="46343"/>
                      <a:pt x="42196" y="45884"/>
                    </a:cubicBezTo>
                    <a:lnTo>
                      <a:pt x="77594" y="25453"/>
                    </a:lnTo>
                    <a:cubicBezTo>
                      <a:pt x="79260" y="24489"/>
                      <a:pt x="79260" y="22084"/>
                      <a:pt x="77594" y="21119"/>
                    </a:cubicBezTo>
                    <a:lnTo>
                      <a:pt x="42196" y="688"/>
                    </a:lnTo>
                    <a:cubicBezTo>
                      <a:pt x="41405" y="230"/>
                      <a:pt x="40520" y="1"/>
                      <a:pt x="3963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7" name="Google Shape;1847;p21"/>
              <p:cNvSpPr/>
              <p:nvPr/>
            </p:nvSpPr>
            <p:spPr>
              <a:xfrm>
                <a:off x="3793045" y="1947520"/>
                <a:ext cx="1550129" cy="2096604"/>
              </a:xfrm>
              <a:custGeom>
                <a:avLst/>
                <a:gdLst/>
                <a:ahLst/>
                <a:cxnLst/>
                <a:rect l="l" t="t" r="r" b="b"/>
                <a:pathLst>
                  <a:path w="52721" h="71307" extrusionOk="0">
                    <a:moveTo>
                      <a:pt x="52709" y="0"/>
                    </a:moveTo>
                    <a:lnTo>
                      <a:pt x="0" y="0"/>
                    </a:lnTo>
                    <a:lnTo>
                      <a:pt x="0" y="55495"/>
                    </a:lnTo>
                    <a:cubicBezTo>
                      <a:pt x="0" y="56090"/>
                      <a:pt x="321" y="56650"/>
                      <a:pt x="845" y="56948"/>
                    </a:cubicBezTo>
                    <a:lnTo>
                      <a:pt x="24646" y="70699"/>
                    </a:lnTo>
                    <a:cubicBezTo>
                      <a:pt x="25706" y="71306"/>
                      <a:pt x="27027" y="71306"/>
                      <a:pt x="28087" y="70699"/>
                    </a:cubicBezTo>
                    <a:lnTo>
                      <a:pt x="51876" y="56948"/>
                    </a:lnTo>
                    <a:cubicBezTo>
                      <a:pt x="52399" y="56650"/>
                      <a:pt x="52721" y="56090"/>
                      <a:pt x="52721" y="55495"/>
                    </a:cubicBezTo>
                    <a:lnTo>
                      <a:pt x="52721" y="5549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8" name="Google Shape;1848;p21"/>
              <p:cNvSpPr/>
              <p:nvPr/>
            </p:nvSpPr>
            <p:spPr>
              <a:xfrm>
                <a:off x="3784988" y="1482593"/>
                <a:ext cx="1566242" cy="929825"/>
              </a:xfrm>
              <a:custGeom>
                <a:avLst/>
                <a:gdLst/>
                <a:ahLst/>
                <a:cxnLst/>
                <a:rect l="l" t="t" r="r" b="b"/>
                <a:pathLst>
                  <a:path w="53269" h="31624" extrusionOk="0">
                    <a:moveTo>
                      <a:pt x="24920" y="31004"/>
                    </a:moveTo>
                    <a:lnTo>
                      <a:pt x="1119" y="17265"/>
                    </a:lnTo>
                    <a:cubicBezTo>
                      <a:pt x="0" y="16622"/>
                      <a:pt x="0" y="15002"/>
                      <a:pt x="1119" y="14359"/>
                    </a:cubicBezTo>
                    <a:lnTo>
                      <a:pt x="24920" y="620"/>
                    </a:lnTo>
                    <a:cubicBezTo>
                      <a:pt x="25980" y="1"/>
                      <a:pt x="27301" y="1"/>
                      <a:pt x="28361" y="620"/>
                    </a:cubicBezTo>
                    <a:lnTo>
                      <a:pt x="52150" y="14359"/>
                    </a:lnTo>
                    <a:cubicBezTo>
                      <a:pt x="53269" y="15002"/>
                      <a:pt x="53269" y="16622"/>
                      <a:pt x="52150" y="17265"/>
                    </a:cubicBezTo>
                    <a:lnTo>
                      <a:pt x="28361" y="31004"/>
                    </a:lnTo>
                    <a:cubicBezTo>
                      <a:pt x="27289" y="31624"/>
                      <a:pt x="25980" y="31624"/>
                      <a:pt x="24920" y="3100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9" name="Google Shape;1849;p21"/>
              <p:cNvSpPr/>
              <p:nvPr/>
            </p:nvSpPr>
            <p:spPr>
              <a:xfrm>
                <a:off x="3818244" y="2089627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7"/>
                    </a:moveTo>
                    <a:lnTo>
                      <a:pt x="0" y="1561"/>
                    </a:lnTo>
                    <a:lnTo>
                      <a:pt x="0" y="1"/>
                    </a:lnTo>
                    <a:lnTo>
                      <a:pt x="24194" y="1395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0" name="Google Shape;1850;p21"/>
              <p:cNvSpPr/>
              <p:nvPr/>
            </p:nvSpPr>
            <p:spPr>
              <a:xfrm>
                <a:off x="3818244" y="2153697"/>
                <a:ext cx="711364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9" extrusionOk="0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1" name="Google Shape;1851;p21"/>
              <p:cNvSpPr/>
              <p:nvPr/>
            </p:nvSpPr>
            <p:spPr>
              <a:xfrm>
                <a:off x="3818244" y="2218120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2" name="Google Shape;1852;p21"/>
              <p:cNvSpPr/>
              <p:nvPr/>
            </p:nvSpPr>
            <p:spPr>
              <a:xfrm>
                <a:off x="3818244" y="2282543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3" name="Google Shape;1853;p21"/>
              <p:cNvSpPr/>
              <p:nvPr/>
            </p:nvSpPr>
            <p:spPr>
              <a:xfrm>
                <a:off x="3818244" y="2346966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4" name="Google Shape;1854;p21"/>
              <p:cNvSpPr/>
              <p:nvPr/>
            </p:nvSpPr>
            <p:spPr>
              <a:xfrm>
                <a:off x="3818244" y="246178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5" name="Google Shape;1855;p21"/>
              <p:cNvSpPr/>
              <p:nvPr/>
            </p:nvSpPr>
            <p:spPr>
              <a:xfrm>
                <a:off x="3818244" y="2526209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6" name="Google Shape;1856;p21"/>
              <p:cNvSpPr/>
              <p:nvPr/>
            </p:nvSpPr>
            <p:spPr>
              <a:xfrm>
                <a:off x="3818244" y="2590250"/>
                <a:ext cx="711364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9" extrusionOk="0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7" name="Google Shape;1857;p21"/>
              <p:cNvSpPr/>
              <p:nvPr/>
            </p:nvSpPr>
            <p:spPr>
              <a:xfrm>
                <a:off x="3818244" y="2654673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8" name="Google Shape;1858;p21"/>
              <p:cNvSpPr/>
              <p:nvPr/>
            </p:nvSpPr>
            <p:spPr>
              <a:xfrm>
                <a:off x="3818244" y="271909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9" name="Google Shape;1859;p21"/>
              <p:cNvSpPr/>
              <p:nvPr/>
            </p:nvSpPr>
            <p:spPr>
              <a:xfrm>
                <a:off x="3818244" y="283391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0" name="Google Shape;1860;p21"/>
              <p:cNvSpPr/>
              <p:nvPr/>
            </p:nvSpPr>
            <p:spPr>
              <a:xfrm>
                <a:off x="3818244" y="2898339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1" name="Google Shape;1861;p21"/>
              <p:cNvSpPr/>
              <p:nvPr/>
            </p:nvSpPr>
            <p:spPr>
              <a:xfrm>
                <a:off x="3818244" y="2962762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2" name="Google Shape;1862;p21"/>
              <p:cNvSpPr/>
              <p:nvPr/>
            </p:nvSpPr>
            <p:spPr>
              <a:xfrm>
                <a:off x="3818244" y="3026803"/>
                <a:ext cx="711364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9" extrusionOk="0">
                    <a:moveTo>
                      <a:pt x="24194" y="15539"/>
                    </a:moveTo>
                    <a:lnTo>
                      <a:pt x="0" y="1573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3" name="Google Shape;1863;p21"/>
              <p:cNvSpPr/>
              <p:nvPr/>
            </p:nvSpPr>
            <p:spPr>
              <a:xfrm>
                <a:off x="3818244" y="309122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4" name="Google Shape;1864;p21"/>
              <p:cNvSpPr/>
              <p:nvPr/>
            </p:nvSpPr>
            <p:spPr>
              <a:xfrm>
                <a:off x="3818244" y="320604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7"/>
                    </a:moveTo>
                    <a:lnTo>
                      <a:pt x="0" y="1573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5" name="Google Shape;1865;p21"/>
              <p:cNvSpPr/>
              <p:nvPr/>
            </p:nvSpPr>
            <p:spPr>
              <a:xfrm>
                <a:off x="3818244" y="3270469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6" name="Google Shape;1866;p21"/>
              <p:cNvSpPr/>
              <p:nvPr/>
            </p:nvSpPr>
            <p:spPr>
              <a:xfrm>
                <a:off x="3818244" y="3334892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7" name="Google Shape;1867;p21"/>
              <p:cNvSpPr/>
              <p:nvPr/>
            </p:nvSpPr>
            <p:spPr>
              <a:xfrm>
                <a:off x="3818244" y="3399315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8" name="Google Shape;1868;p21"/>
              <p:cNvSpPr/>
              <p:nvPr/>
            </p:nvSpPr>
            <p:spPr>
              <a:xfrm>
                <a:off x="3818244" y="3463385"/>
                <a:ext cx="711364" cy="456856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8" extrusionOk="0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9" name="Google Shape;1869;p21"/>
              <p:cNvSpPr/>
              <p:nvPr/>
            </p:nvSpPr>
            <p:spPr>
              <a:xfrm>
                <a:off x="4606639" y="2089627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7"/>
                    </a:moveTo>
                    <a:lnTo>
                      <a:pt x="24182" y="1561"/>
                    </a:lnTo>
                    <a:lnTo>
                      <a:pt x="24182" y="1"/>
                    </a:lnTo>
                    <a:lnTo>
                      <a:pt x="0" y="1395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0" name="Google Shape;1870;p21"/>
              <p:cNvSpPr/>
              <p:nvPr/>
            </p:nvSpPr>
            <p:spPr>
              <a:xfrm>
                <a:off x="4606639" y="2153697"/>
                <a:ext cx="711011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9" extrusionOk="0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1" name="Google Shape;1871;p21"/>
              <p:cNvSpPr/>
              <p:nvPr/>
            </p:nvSpPr>
            <p:spPr>
              <a:xfrm>
                <a:off x="4606639" y="2218120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2" name="Google Shape;1872;p21"/>
              <p:cNvSpPr/>
              <p:nvPr/>
            </p:nvSpPr>
            <p:spPr>
              <a:xfrm>
                <a:off x="4606639" y="2282543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3" name="Google Shape;1873;p21"/>
              <p:cNvSpPr/>
              <p:nvPr/>
            </p:nvSpPr>
            <p:spPr>
              <a:xfrm>
                <a:off x="4606639" y="2346966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4" name="Google Shape;1874;p21"/>
              <p:cNvSpPr/>
              <p:nvPr/>
            </p:nvSpPr>
            <p:spPr>
              <a:xfrm>
                <a:off x="4606639" y="246178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5" name="Google Shape;1875;p21"/>
              <p:cNvSpPr/>
              <p:nvPr/>
            </p:nvSpPr>
            <p:spPr>
              <a:xfrm>
                <a:off x="4606639" y="2526209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6" name="Google Shape;1876;p21"/>
              <p:cNvSpPr/>
              <p:nvPr/>
            </p:nvSpPr>
            <p:spPr>
              <a:xfrm>
                <a:off x="4606639" y="2590250"/>
                <a:ext cx="711011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9" extrusionOk="0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7" name="Google Shape;1877;p21"/>
              <p:cNvSpPr/>
              <p:nvPr/>
            </p:nvSpPr>
            <p:spPr>
              <a:xfrm>
                <a:off x="4606639" y="2654673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8" name="Google Shape;1878;p21"/>
              <p:cNvSpPr/>
              <p:nvPr/>
            </p:nvSpPr>
            <p:spPr>
              <a:xfrm>
                <a:off x="4606639" y="271909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9" name="Google Shape;1879;p21"/>
              <p:cNvSpPr/>
              <p:nvPr/>
            </p:nvSpPr>
            <p:spPr>
              <a:xfrm>
                <a:off x="4606639" y="283391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0" name="Google Shape;1880;p21"/>
              <p:cNvSpPr/>
              <p:nvPr/>
            </p:nvSpPr>
            <p:spPr>
              <a:xfrm>
                <a:off x="4606639" y="2898339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1" name="Google Shape;1881;p21"/>
              <p:cNvSpPr/>
              <p:nvPr/>
            </p:nvSpPr>
            <p:spPr>
              <a:xfrm>
                <a:off x="4606639" y="2962762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2" name="Google Shape;1882;p21"/>
              <p:cNvSpPr/>
              <p:nvPr/>
            </p:nvSpPr>
            <p:spPr>
              <a:xfrm>
                <a:off x="4606639" y="3026803"/>
                <a:ext cx="711011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9" extrusionOk="0">
                    <a:moveTo>
                      <a:pt x="0" y="15539"/>
                    </a:moveTo>
                    <a:lnTo>
                      <a:pt x="24182" y="1573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3" name="Google Shape;1883;p21"/>
              <p:cNvSpPr/>
              <p:nvPr/>
            </p:nvSpPr>
            <p:spPr>
              <a:xfrm>
                <a:off x="4606639" y="309122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4" name="Google Shape;1884;p21"/>
              <p:cNvSpPr/>
              <p:nvPr/>
            </p:nvSpPr>
            <p:spPr>
              <a:xfrm>
                <a:off x="4606639" y="320604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7"/>
                    </a:moveTo>
                    <a:lnTo>
                      <a:pt x="24182" y="1573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5" name="Google Shape;1885;p21"/>
              <p:cNvSpPr/>
              <p:nvPr/>
            </p:nvSpPr>
            <p:spPr>
              <a:xfrm>
                <a:off x="4606639" y="3270469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6" name="Google Shape;1886;p21"/>
              <p:cNvSpPr/>
              <p:nvPr/>
            </p:nvSpPr>
            <p:spPr>
              <a:xfrm>
                <a:off x="4606639" y="3334892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7" name="Google Shape;1887;p21"/>
              <p:cNvSpPr/>
              <p:nvPr/>
            </p:nvSpPr>
            <p:spPr>
              <a:xfrm>
                <a:off x="4606639" y="3399315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8" name="Google Shape;1888;p21"/>
              <p:cNvSpPr/>
              <p:nvPr/>
            </p:nvSpPr>
            <p:spPr>
              <a:xfrm>
                <a:off x="4606639" y="3463385"/>
                <a:ext cx="711011" cy="456856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8" extrusionOk="0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889" name="Google Shape;1889;p21"/>
              <p:cNvGrpSpPr/>
              <p:nvPr/>
            </p:nvGrpSpPr>
            <p:grpSpPr>
              <a:xfrm>
                <a:off x="3478424" y="1308364"/>
                <a:ext cx="2180470" cy="1878295"/>
                <a:chOff x="5553063" y="1487604"/>
                <a:chExt cx="1981525" cy="1707075"/>
              </a:xfrm>
            </p:grpSpPr>
            <p:sp>
              <p:nvSpPr>
                <p:cNvPr id="1890" name="Google Shape;1890;p21"/>
                <p:cNvSpPr/>
                <p:nvPr/>
              </p:nvSpPr>
              <p:spPr>
                <a:xfrm>
                  <a:off x="5563488" y="2071829"/>
                  <a:ext cx="1960975" cy="1122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439" h="44914" extrusionOk="0">
                      <a:moveTo>
                        <a:pt x="12" y="1"/>
                      </a:moveTo>
                      <a:cubicBezTo>
                        <a:pt x="12" y="72"/>
                        <a:pt x="12" y="132"/>
                        <a:pt x="12" y="191"/>
                      </a:cubicBezTo>
                      <a:cubicBezTo>
                        <a:pt x="12" y="263"/>
                        <a:pt x="12" y="322"/>
                        <a:pt x="12" y="394"/>
                      </a:cubicBezTo>
                      <a:cubicBezTo>
                        <a:pt x="12" y="453"/>
                        <a:pt x="12" y="525"/>
                        <a:pt x="12" y="584"/>
                      </a:cubicBezTo>
                      <a:cubicBezTo>
                        <a:pt x="12" y="656"/>
                        <a:pt x="12" y="715"/>
                        <a:pt x="12" y="775"/>
                      </a:cubicBezTo>
                      <a:cubicBezTo>
                        <a:pt x="12" y="846"/>
                        <a:pt x="12" y="906"/>
                        <a:pt x="12" y="977"/>
                      </a:cubicBezTo>
                      <a:cubicBezTo>
                        <a:pt x="12" y="1037"/>
                        <a:pt x="12" y="1108"/>
                        <a:pt x="12" y="1167"/>
                      </a:cubicBezTo>
                      <a:cubicBezTo>
                        <a:pt x="12" y="1239"/>
                        <a:pt x="12" y="1298"/>
                        <a:pt x="12" y="1358"/>
                      </a:cubicBezTo>
                      <a:cubicBezTo>
                        <a:pt x="12" y="1429"/>
                        <a:pt x="12" y="1489"/>
                        <a:pt x="12" y="1560"/>
                      </a:cubicBezTo>
                      <a:cubicBezTo>
                        <a:pt x="12" y="1620"/>
                        <a:pt x="12" y="1691"/>
                        <a:pt x="12" y="1751"/>
                      </a:cubicBezTo>
                      <a:cubicBezTo>
                        <a:pt x="12" y="1822"/>
                        <a:pt x="12" y="1882"/>
                        <a:pt x="12" y="1941"/>
                      </a:cubicBezTo>
                      <a:cubicBezTo>
                        <a:pt x="12" y="2013"/>
                        <a:pt x="12" y="2072"/>
                        <a:pt x="12" y="2144"/>
                      </a:cubicBezTo>
                      <a:cubicBezTo>
                        <a:pt x="12" y="2203"/>
                        <a:pt x="12" y="2275"/>
                        <a:pt x="12" y="2334"/>
                      </a:cubicBezTo>
                      <a:cubicBezTo>
                        <a:pt x="12" y="2406"/>
                        <a:pt x="12" y="2465"/>
                        <a:pt x="12" y="2525"/>
                      </a:cubicBezTo>
                      <a:cubicBezTo>
                        <a:pt x="12" y="2596"/>
                        <a:pt x="12" y="2656"/>
                        <a:pt x="12" y="2727"/>
                      </a:cubicBezTo>
                      <a:cubicBezTo>
                        <a:pt x="12" y="2787"/>
                        <a:pt x="12" y="2858"/>
                        <a:pt x="12" y="2918"/>
                      </a:cubicBezTo>
                      <a:cubicBezTo>
                        <a:pt x="12" y="2989"/>
                        <a:pt x="12" y="3049"/>
                        <a:pt x="12" y="3108"/>
                      </a:cubicBezTo>
                      <a:cubicBezTo>
                        <a:pt x="12" y="3180"/>
                        <a:pt x="12" y="3239"/>
                        <a:pt x="12" y="3311"/>
                      </a:cubicBezTo>
                      <a:cubicBezTo>
                        <a:pt x="12" y="3370"/>
                        <a:pt x="12" y="3442"/>
                        <a:pt x="12" y="3501"/>
                      </a:cubicBezTo>
                      <a:cubicBezTo>
                        <a:pt x="12" y="3573"/>
                        <a:pt x="12" y="3632"/>
                        <a:pt x="12" y="3692"/>
                      </a:cubicBezTo>
                      <a:cubicBezTo>
                        <a:pt x="12" y="3763"/>
                        <a:pt x="12" y="3823"/>
                        <a:pt x="12" y="3894"/>
                      </a:cubicBezTo>
                      <a:cubicBezTo>
                        <a:pt x="12" y="3954"/>
                        <a:pt x="12" y="4025"/>
                        <a:pt x="12" y="4085"/>
                      </a:cubicBezTo>
                      <a:cubicBezTo>
                        <a:pt x="12" y="4156"/>
                        <a:pt x="12" y="4215"/>
                        <a:pt x="12" y="4275"/>
                      </a:cubicBezTo>
                      <a:cubicBezTo>
                        <a:pt x="12" y="4346"/>
                        <a:pt x="12" y="4406"/>
                        <a:pt x="12" y="4477"/>
                      </a:cubicBezTo>
                      <a:cubicBezTo>
                        <a:pt x="12" y="4537"/>
                        <a:pt x="12" y="4608"/>
                        <a:pt x="12" y="4668"/>
                      </a:cubicBezTo>
                      <a:cubicBezTo>
                        <a:pt x="12" y="4739"/>
                        <a:pt x="12" y="4799"/>
                        <a:pt x="12" y="4858"/>
                      </a:cubicBezTo>
                      <a:cubicBezTo>
                        <a:pt x="12" y="4930"/>
                        <a:pt x="12" y="4989"/>
                        <a:pt x="12" y="5061"/>
                      </a:cubicBezTo>
                      <a:cubicBezTo>
                        <a:pt x="12" y="5120"/>
                        <a:pt x="12" y="5192"/>
                        <a:pt x="12" y="5251"/>
                      </a:cubicBezTo>
                      <a:cubicBezTo>
                        <a:pt x="12" y="5323"/>
                        <a:pt x="12" y="5382"/>
                        <a:pt x="12" y="5442"/>
                      </a:cubicBezTo>
                      <a:cubicBezTo>
                        <a:pt x="12" y="5513"/>
                        <a:pt x="12" y="5573"/>
                        <a:pt x="12" y="5644"/>
                      </a:cubicBezTo>
                      <a:cubicBezTo>
                        <a:pt x="12" y="5704"/>
                        <a:pt x="12" y="5775"/>
                        <a:pt x="12" y="5835"/>
                      </a:cubicBezTo>
                      <a:cubicBezTo>
                        <a:pt x="12" y="5906"/>
                        <a:pt x="12" y="5966"/>
                        <a:pt x="12" y="6025"/>
                      </a:cubicBezTo>
                      <a:cubicBezTo>
                        <a:pt x="12" y="6097"/>
                        <a:pt x="12" y="6156"/>
                        <a:pt x="12" y="6228"/>
                      </a:cubicBezTo>
                      <a:cubicBezTo>
                        <a:pt x="12" y="6287"/>
                        <a:pt x="12" y="6359"/>
                        <a:pt x="12" y="6418"/>
                      </a:cubicBezTo>
                      <a:cubicBezTo>
                        <a:pt x="12" y="6490"/>
                        <a:pt x="12" y="6549"/>
                        <a:pt x="12" y="6609"/>
                      </a:cubicBezTo>
                      <a:cubicBezTo>
                        <a:pt x="12" y="6680"/>
                        <a:pt x="12" y="6740"/>
                        <a:pt x="12" y="6811"/>
                      </a:cubicBezTo>
                      <a:cubicBezTo>
                        <a:pt x="12" y="6871"/>
                        <a:pt x="12" y="6942"/>
                        <a:pt x="12" y="7002"/>
                      </a:cubicBezTo>
                      <a:cubicBezTo>
                        <a:pt x="12" y="7073"/>
                        <a:pt x="12" y="7132"/>
                        <a:pt x="12" y="7192"/>
                      </a:cubicBezTo>
                      <a:cubicBezTo>
                        <a:pt x="12" y="7263"/>
                        <a:pt x="12" y="7323"/>
                        <a:pt x="12" y="7394"/>
                      </a:cubicBezTo>
                      <a:cubicBezTo>
                        <a:pt x="12" y="7454"/>
                        <a:pt x="12" y="7525"/>
                        <a:pt x="12" y="7585"/>
                      </a:cubicBezTo>
                      <a:cubicBezTo>
                        <a:pt x="12" y="7656"/>
                        <a:pt x="12" y="7716"/>
                        <a:pt x="12" y="7775"/>
                      </a:cubicBezTo>
                      <a:cubicBezTo>
                        <a:pt x="12" y="7847"/>
                        <a:pt x="12" y="7906"/>
                        <a:pt x="12" y="7978"/>
                      </a:cubicBezTo>
                      <a:cubicBezTo>
                        <a:pt x="12" y="8037"/>
                        <a:pt x="12" y="8109"/>
                        <a:pt x="12" y="8168"/>
                      </a:cubicBezTo>
                      <a:cubicBezTo>
                        <a:pt x="12" y="8228"/>
                        <a:pt x="12" y="8299"/>
                        <a:pt x="12" y="8359"/>
                      </a:cubicBezTo>
                      <a:cubicBezTo>
                        <a:pt x="12" y="8430"/>
                        <a:pt x="12" y="8490"/>
                        <a:pt x="12" y="8561"/>
                      </a:cubicBezTo>
                      <a:cubicBezTo>
                        <a:pt x="12" y="8621"/>
                        <a:pt x="12" y="8692"/>
                        <a:pt x="12" y="8752"/>
                      </a:cubicBezTo>
                      <a:cubicBezTo>
                        <a:pt x="12" y="8811"/>
                        <a:pt x="12" y="8883"/>
                        <a:pt x="12" y="8942"/>
                      </a:cubicBezTo>
                      <a:cubicBezTo>
                        <a:pt x="12" y="9014"/>
                        <a:pt x="12" y="9073"/>
                        <a:pt x="12" y="9145"/>
                      </a:cubicBezTo>
                      <a:cubicBezTo>
                        <a:pt x="12" y="9204"/>
                        <a:pt x="12" y="9276"/>
                        <a:pt x="12" y="9335"/>
                      </a:cubicBezTo>
                      <a:cubicBezTo>
                        <a:pt x="12" y="9395"/>
                        <a:pt x="12" y="9466"/>
                        <a:pt x="12" y="9526"/>
                      </a:cubicBezTo>
                      <a:cubicBezTo>
                        <a:pt x="12" y="9597"/>
                        <a:pt x="12" y="9657"/>
                        <a:pt x="12" y="9728"/>
                      </a:cubicBezTo>
                      <a:cubicBezTo>
                        <a:pt x="12" y="9788"/>
                        <a:pt x="12" y="9859"/>
                        <a:pt x="12" y="9919"/>
                      </a:cubicBezTo>
                      <a:cubicBezTo>
                        <a:pt x="12" y="9978"/>
                        <a:pt x="12" y="10050"/>
                        <a:pt x="12" y="10109"/>
                      </a:cubicBezTo>
                      <a:cubicBezTo>
                        <a:pt x="12" y="10180"/>
                        <a:pt x="12" y="10240"/>
                        <a:pt x="12" y="10311"/>
                      </a:cubicBezTo>
                      <a:cubicBezTo>
                        <a:pt x="12" y="10371"/>
                        <a:pt x="12" y="10442"/>
                        <a:pt x="12" y="10502"/>
                      </a:cubicBezTo>
                      <a:cubicBezTo>
                        <a:pt x="12" y="10561"/>
                        <a:pt x="12" y="10633"/>
                        <a:pt x="12" y="10692"/>
                      </a:cubicBezTo>
                      <a:cubicBezTo>
                        <a:pt x="12" y="10764"/>
                        <a:pt x="12" y="10823"/>
                        <a:pt x="12" y="10895"/>
                      </a:cubicBezTo>
                      <a:cubicBezTo>
                        <a:pt x="12" y="10954"/>
                        <a:pt x="12" y="11026"/>
                        <a:pt x="12" y="11085"/>
                      </a:cubicBezTo>
                      <a:cubicBezTo>
                        <a:pt x="12" y="11145"/>
                        <a:pt x="12" y="11216"/>
                        <a:pt x="12" y="11276"/>
                      </a:cubicBezTo>
                      <a:cubicBezTo>
                        <a:pt x="12" y="11347"/>
                        <a:pt x="12" y="11407"/>
                        <a:pt x="12" y="11478"/>
                      </a:cubicBezTo>
                      <a:cubicBezTo>
                        <a:pt x="12" y="11538"/>
                        <a:pt x="12" y="11609"/>
                        <a:pt x="12" y="11669"/>
                      </a:cubicBezTo>
                      <a:cubicBezTo>
                        <a:pt x="12" y="11728"/>
                        <a:pt x="12" y="11800"/>
                        <a:pt x="12" y="11859"/>
                      </a:cubicBezTo>
                      <a:cubicBezTo>
                        <a:pt x="12" y="11931"/>
                        <a:pt x="12" y="11990"/>
                        <a:pt x="12" y="12062"/>
                      </a:cubicBezTo>
                      <a:cubicBezTo>
                        <a:pt x="12" y="12121"/>
                        <a:pt x="12" y="12193"/>
                        <a:pt x="12" y="12252"/>
                      </a:cubicBezTo>
                      <a:cubicBezTo>
                        <a:pt x="12" y="12312"/>
                        <a:pt x="12" y="12383"/>
                        <a:pt x="12" y="12443"/>
                      </a:cubicBezTo>
                      <a:cubicBezTo>
                        <a:pt x="12" y="12514"/>
                        <a:pt x="12" y="12574"/>
                        <a:pt x="12" y="12645"/>
                      </a:cubicBezTo>
                      <a:cubicBezTo>
                        <a:pt x="12" y="12705"/>
                        <a:pt x="12" y="12776"/>
                        <a:pt x="12" y="12836"/>
                      </a:cubicBezTo>
                      <a:cubicBezTo>
                        <a:pt x="12" y="12895"/>
                        <a:pt x="12" y="12967"/>
                        <a:pt x="12" y="13026"/>
                      </a:cubicBezTo>
                      <a:cubicBezTo>
                        <a:pt x="12" y="13098"/>
                        <a:pt x="12" y="13157"/>
                        <a:pt x="12" y="13228"/>
                      </a:cubicBezTo>
                      <a:cubicBezTo>
                        <a:pt x="12" y="13288"/>
                        <a:pt x="12" y="13359"/>
                        <a:pt x="12" y="13419"/>
                      </a:cubicBezTo>
                      <a:cubicBezTo>
                        <a:pt x="12" y="13479"/>
                        <a:pt x="12" y="13550"/>
                        <a:pt x="12" y="13609"/>
                      </a:cubicBezTo>
                      <a:cubicBezTo>
                        <a:pt x="12" y="13681"/>
                        <a:pt x="12" y="13740"/>
                        <a:pt x="12" y="13812"/>
                      </a:cubicBezTo>
                      <a:cubicBezTo>
                        <a:pt x="12" y="13871"/>
                        <a:pt x="12" y="13943"/>
                        <a:pt x="12" y="14002"/>
                      </a:cubicBezTo>
                      <a:cubicBezTo>
                        <a:pt x="12" y="14062"/>
                        <a:pt x="12" y="14133"/>
                        <a:pt x="12" y="14193"/>
                      </a:cubicBezTo>
                      <a:cubicBezTo>
                        <a:pt x="12" y="14264"/>
                        <a:pt x="12" y="14324"/>
                        <a:pt x="12" y="14395"/>
                      </a:cubicBezTo>
                      <a:cubicBezTo>
                        <a:pt x="12" y="14455"/>
                        <a:pt x="12" y="14526"/>
                        <a:pt x="12" y="14586"/>
                      </a:cubicBezTo>
                      <a:cubicBezTo>
                        <a:pt x="12" y="14645"/>
                        <a:pt x="12" y="14717"/>
                        <a:pt x="12" y="14776"/>
                      </a:cubicBezTo>
                      <a:cubicBezTo>
                        <a:pt x="12" y="14848"/>
                        <a:pt x="12" y="14907"/>
                        <a:pt x="12" y="14979"/>
                      </a:cubicBezTo>
                      <a:cubicBezTo>
                        <a:pt x="12" y="15038"/>
                        <a:pt x="12" y="15110"/>
                        <a:pt x="12" y="15169"/>
                      </a:cubicBezTo>
                      <a:cubicBezTo>
                        <a:pt x="12" y="15229"/>
                        <a:pt x="12" y="15300"/>
                        <a:pt x="12" y="15360"/>
                      </a:cubicBezTo>
                      <a:cubicBezTo>
                        <a:pt x="12" y="15431"/>
                        <a:pt x="12" y="15491"/>
                        <a:pt x="12" y="15562"/>
                      </a:cubicBezTo>
                      <a:cubicBezTo>
                        <a:pt x="12" y="15622"/>
                        <a:pt x="12" y="15693"/>
                        <a:pt x="12" y="15753"/>
                      </a:cubicBezTo>
                      <a:cubicBezTo>
                        <a:pt x="12" y="15812"/>
                        <a:pt x="12" y="15884"/>
                        <a:pt x="12" y="15943"/>
                      </a:cubicBezTo>
                      <a:cubicBezTo>
                        <a:pt x="12" y="16015"/>
                        <a:pt x="12" y="16074"/>
                        <a:pt x="12" y="16146"/>
                      </a:cubicBezTo>
                      <a:cubicBezTo>
                        <a:pt x="12" y="16205"/>
                        <a:pt x="12" y="16276"/>
                        <a:pt x="12" y="16336"/>
                      </a:cubicBezTo>
                      <a:cubicBezTo>
                        <a:pt x="12" y="16396"/>
                        <a:pt x="12" y="16467"/>
                        <a:pt x="12" y="16527"/>
                      </a:cubicBezTo>
                      <a:cubicBezTo>
                        <a:pt x="12" y="16598"/>
                        <a:pt x="12" y="16657"/>
                        <a:pt x="12" y="16729"/>
                      </a:cubicBezTo>
                      <a:cubicBezTo>
                        <a:pt x="12" y="16788"/>
                        <a:pt x="12" y="16860"/>
                        <a:pt x="12" y="16919"/>
                      </a:cubicBezTo>
                      <a:cubicBezTo>
                        <a:pt x="12" y="16979"/>
                        <a:pt x="12" y="17050"/>
                        <a:pt x="12" y="17110"/>
                      </a:cubicBezTo>
                      <a:cubicBezTo>
                        <a:pt x="12" y="17181"/>
                        <a:pt x="12" y="17241"/>
                        <a:pt x="12" y="17312"/>
                      </a:cubicBezTo>
                      <a:cubicBezTo>
                        <a:pt x="12" y="17372"/>
                        <a:pt x="12" y="17443"/>
                        <a:pt x="12" y="17503"/>
                      </a:cubicBezTo>
                      <a:cubicBezTo>
                        <a:pt x="12" y="17562"/>
                        <a:pt x="12" y="17634"/>
                        <a:pt x="12" y="17693"/>
                      </a:cubicBezTo>
                      <a:cubicBezTo>
                        <a:pt x="12" y="17765"/>
                        <a:pt x="12" y="17824"/>
                        <a:pt x="12" y="17896"/>
                      </a:cubicBezTo>
                      <a:cubicBezTo>
                        <a:pt x="12" y="17955"/>
                        <a:pt x="12" y="18015"/>
                        <a:pt x="12" y="18086"/>
                      </a:cubicBezTo>
                      <a:cubicBezTo>
                        <a:pt x="12" y="18146"/>
                        <a:pt x="12" y="18217"/>
                        <a:pt x="12" y="18277"/>
                      </a:cubicBezTo>
                      <a:cubicBezTo>
                        <a:pt x="12" y="18348"/>
                        <a:pt x="12" y="18408"/>
                        <a:pt x="12" y="18479"/>
                      </a:cubicBezTo>
                      <a:cubicBezTo>
                        <a:pt x="12" y="18539"/>
                        <a:pt x="12" y="18598"/>
                        <a:pt x="12" y="18670"/>
                      </a:cubicBezTo>
                      <a:cubicBezTo>
                        <a:pt x="12" y="18729"/>
                        <a:pt x="12" y="18801"/>
                        <a:pt x="12" y="18860"/>
                      </a:cubicBezTo>
                      <a:cubicBezTo>
                        <a:pt x="12" y="18932"/>
                        <a:pt x="12" y="18991"/>
                        <a:pt x="12" y="19063"/>
                      </a:cubicBezTo>
                      <a:cubicBezTo>
                        <a:pt x="12" y="19122"/>
                        <a:pt x="12" y="19182"/>
                        <a:pt x="12" y="19253"/>
                      </a:cubicBezTo>
                      <a:cubicBezTo>
                        <a:pt x="12" y="19313"/>
                        <a:pt x="12" y="19384"/>
                        <a:pt x="12" y="19444"/>
                      </a:cubicBezTo>
                      <a:cubicBezTo>
                        <a:pt x="12" y="19515"/>
                        <a:pt x="12" y="19575"/>
                        <a:pt x="12" y="19646"/>
                      </a:cubicBezTo>
                      <a:cubicBezTo>
                        <a:pt x="12" y="19705"/>
                        <a:pt x="12" y="19765"/>
                        <a:pt x="12" y="19836"/>
                      </a:cubicBezTo>
                      <a:cubicBezTo>
                        <a:pt x="12" y="19896"/>
                        <a:pt x="12" y="19967"/>
                        <a:pt x="12" y="20027"/>
                      </a:cubicBezTo>
                      <a:cubicBezTo>
                        <a:pt x="12" y="20098"/>
                        <a:pt x="12" y="20158"/>
                        <a:pt x="12" y="20229"/>
                      </a:cubicBezTo>
                      <a:cubicBezTo>
                        <a:pt x="12" y="20289"/>
                        <a:pt x="12" y="20348"/>
                        <a:pt x="12" y="20420"/>
                      </a:cubicBezTo>
                      <a:cubicBezTo>
                        <a:pt x="12" y="20479"/>
                        <a:pt x="12" y="20551"/>
                        <a:pt x="12" y="20610"/>
                      </a:cubicBezTo>
                      <a:cubicBezTo>
                        <a:pt x="12" y="20682"/>
                        <a:pt x="12" y="20741"/>
                        <a:pt x="12" y="20813"/>
                      </a:cubicBezTo>
                      <a:cubicBezTo>
                        <a:pt x="12" y="20872"/>
                        <a:pt x="12" y="20932"/>
                        <a:pt x="12" y="21003"/>
                      </a:cubicBezTo>
                      <a:cubicBezTo>
                        <a:pt x="12" y="21063"/>
                        <a:pt x="12" y="21134"/>
                        <a:pt x="12" y="21194"/>
                      </a:cubicBezTo>
                      <a:cubicBezTo>
                        <a:pt x="12" y="21265"/>
                        <a:pt x="12" y="21325"/>
                        <a:pt x="12" y="21396"/>
                      </a:cubicBezTo>
                      <a:cubicBezTo>
                        <a:pt x="12" y="21456"/>
                        <a:pt x="12" y="21515"/>
                        <a:pt x="12" y="21587"/>
                      </a:cubicBezTo>
                      <a:cubicBezTo>
                        <a:pt x="0" y="22515"/>
                        <a:pt x="500" y="23373"/>
                        <a:pt x="1310" y="23837"/>
                      </a:cubicBezTo>
                      <a:lnTo>
                        <a:pt x="36612" y="44208"/>
                      </a:lnTo>
                      <a:cubicBezTo>
                        <a:pt x="37416" y="44679"/>
                        <a:pt x="38315" y="44914"/>
                        <a:pt x="39215" y="44914"/>
                      </a:cubicBezTo>
                      <a:cubicBezTo>
                        <a:pt x="40115" y="44914"/>
                        <a:pt x="41017" y="44679"/>
                        <a:pt x="41827" y="44208"/>
                      </a:cubicBezTo>
                      <a:lnTo>
                        <a:pt x="77129" y="23837"/>
                      </a:lnTo>
                      <a:cubicBezTo>
                        <a:pt x="77939" y="23373"/>
                        <a:pt x="78439" y="22515"/>
                        <a:pt x="78427" y="21587"/>
                      </a:cubicBezTo>
                      <a:lnTo>
                        <a:pt x="78427" y="21384"/>
                      </a:lnTo>
                      <a:lnTo>
                        <a:pt x="78427" y="21194"/>
                      </a:lnTo>
                      <a:lnTo>
                        <a:pt x="78427" y="21003"/>
                      </a:lnTo>
                      <a:lnTo>
                        <a:pt x="78427" y="20801"/>
                      </a:lnTo>
                      <a:lnTo>
                        <a:pt x="78427" y="20610"/>
                      </a:lnTo>
                      <a:lnTo>
                        <a:pt x="78427" y="20420"/>
                      </a:lnTo>
                      <a:lnTo>
                        <a:pt x="78427" y="20217"/>
                      </a:lnTo>
                      <a:lnTo>
                        <a:pt x="78427" y="20027"/>
                      </a:lnTo>
                      <a:lnTo>
                        <a:pt x="78427" y="19836"/>
                      </a:lnTo>
                      <a:lnTo>
                        <a:pt x="78427" y="19634"/>
                      </a:lnTo>
                      <a:lnTo>
                        <a:pt x="78427" y="19444"/>
                      </a:lnTo>
                      <a:lnTo>
                        <a:pt x="78427" y="19253"/>
                      </a:lnTo>
                      <a:lnTo>
                        <a:pt x="78427" y="19051"/>
                      </a:lnTo>
                      <a:lnTo>
                        <a:pt x="78427" y="18860"/>
                      </a:lnTo>
                      <a:lnTo>
                        <a:pt x="78427" y="18670"/>
                      </a:lnTo>
                      <a:lnTo>
                        <a:pt x="78427" y="18467"/>
                      </a:lnTo>
                      <a:lnTo>
                        <a:pt x="78427" y="18277"/>
                      </a:lnTo>
                      <a:lnTo>
                        <a:pt x="78427" y="18086"/>
                      </a:lnTo>
                      <a:lnTo>
                        <a:pt x="78427" y="17884"/>
                      </a:lnTo>
                      <a:lnTo>
                        <a:pt x="78427" y="17693"/>
                      </a:lnTo>
                      <a:lnTo>
                        <a:pt x="78427" y="17503"/>
                      </a:lnTo>
                      <a:lnTo>
                        <a:pt x="78427" y="17300"/>
                      </a:lnTo>
                      <a:lnTo>
                        <a:pt x="78427" y="17110"/>
                      </a:lnTo>
                      <a:lnTo>
                        <a:pt x="78427" y="16919"/>
                      </a:lnTo>
                      <a:lnTo>
                        <a:pt x="78427" y="16717"/>
                      </a:lnTo>
                      <a:lnTo>
                        <a:pt x="78427" y="16527"/>
                      </a:lnTo>
                      <a:lnTo>
                        <a:pt x="78427" y="16336"/>
                      </a:lnTo>
                      <a:lnTo>
                        <a:pt x="78427" y="16146"/>
                      </a:lnTo>
                      <a:lnTo>
                        <a:pt x="78427" y="15943"/>
                      </a:lnTo>
                      <a:lnTo>
                        <a:pt x="78427" y="15753"/>
                      </a:lnTo>
                      <a:lnTo>
                        <a:pt x="78427" y="15562"/>
                      </a:lnTo>
                      <a:lnTo>
                        <a:pt x="78427" y="15360"/>
                      </a:lnTo>
                      <a:lnTo>
                        <a:pt x="78427" y="15169"/>
                      </a:lnTo>
                      <a:lnTo>
                        <a:pt x="78427" y="14979"/>
                      </a:lnTo>
                      <a:lnTo>
                        <a:pt x="78427" y="14776"/>
                      </a:lnTo>
                      <a:lnTo>
                        <a:pt x="78427" y="14586"/>
                      </a:lnTo>
                      <a:lnTo>
                        <a:pt x="78427" y="14395"/>
                      </a:lnTo>
                      <a:lnTo>
                        <a:pt x="78427" y="14193"/>
                      </a:lnTo>
                      <a:lnTo>
                        <a:pt x="78427" y="14002"/>
                      </a:lnTo>
                      <a:lnTo>
                        <a:pt x="78427" y="13812"/>
                      </a:lnTo>
                      <a:lnTo>
                        <a:pt x="78427" y="13609"/>
                      </a:lnTo>
                      <a:lnTo>
                        <a:pt x="78427" y="13419"/>
                      </a:lnTo>
                      <a:lnTo>
                        <a:pt x="78427" y="13228"/>
                      </a:lnTo>
                      <a:lnTo>
                        <a:pt x="78427" y="13026"/>
                      </a:lnTo>
                      <a:lnTo>
                        <a:pt x="78427" y="12836"/>
                      </a:lnTo>
                      <a:lnTo>
                        <a:pt x="78427" y="12645"/>
                      </a:lnTo>
                      <a:lnTo>
                        <a:pt x="78427" y="12443"/>
                      </a:lnTo>
                      <a:lnTo>
                        <a:pt x="78427" y="12252"/>
                      </a:lnTo>
                      <a:lnTo>
                        <a:pt x="78427" y="12062"/>
                      </a:lnTo>
                      <a:lnTo>
                        <a:pt x="78427" y="11859"/>
                      </a:lnTo>
                      <a:lnTo>
                        <a:pt x="78427" y="11669"/>
                      </a:lnTo>
                      <a:lnTo>
                        <a:pt x="78427" y="11478"/>
                      </a:lnTo>
                      <a:lnTo>
                        <a:pt x="78427" y="11276"/>
                      </a:lnTo>
                      <a:lnTo>
                        <a:pt x="78427" y="11085"/>
                      </a:lnTo>
                      <a:lnTo>
                        <a:pt x="78427" y="10895"/>
                      </a:lnTo>
                      <a:lnTo>
                        <a:pt x="78427" y="10692"/>
                      </a:lnTo>
                      <a:lnTo>
                        <a:pt x="78427" y="10502"/>
                      </a:lnTo>
                      <a:lnTo>
                        <a:pt x="78427" y="10311"/>
                      </a:lnTo>
                      <a:lnTo>
                        <a:pt x="78427" y="10109"/>
                      </a:lnTo>
                      <a:lnTo>
                        <a:pt x="78427" y="9919"/>
                      </a:lnTo>
                      <a:lnTo>
                        <a:pt x="78427" y="9728"/>
                      </a:lnTo>
                      <a:lnTo>
                        <a:pt x="78427" y="9526"/>
                      </a:lnTo>
                      <a:lnTo>
                        <a:pt x="78427" y="9335"/>
                      </a:lnTo>
                      <a:lnTo>
                        <a:pt x="78427" y="9145"/>
                      </a:lnTo>
                      <a:lnTo>
                        <a:pt x="78427" y="8942"/>
                      </a:lnTo>
                      <a:lnTo>
                        <a:pt x="78427" y="8752"/>
                      </a:lnTo>
                      <a:lnTo>
                        <a:pt x="78427" y="8561"/>
                      </a:lnTo>
                      <a:lnTo>
                        <a:pt x="78427" y="8359"/>
                      </a:lnTo>
                      <a:lnTo>
                        <a:pt x="78427" y="8168"/>
                      </a:lnTo>
                      <a:lnTo>
                        <a:pt x="78427" y="7978"/>
                      </a:lnTo>
                      <a:lnTo>
                        <a:pt x="78427" y="7775"/>
                      </a:lnTo>
                      <a:lnTo>
                        <a:pt x="78427" y="7585"/>
                      </a:lnTo>
                      <a:lnTo>
                        <a:pt x="78427" y="7394"/>
                      </a:lnTo>
                      <a:lnTo>
                        <a:pt x="78427" y="7192"/>
                      </a:lnTo>
                      <a:lnTo>
                        <a:pt x="78427" y="7002"/>
                      </a:lnTo>
                      <a:lnTo>
                        <a:pt x="78427" y="6811"/>
                      </a:lnTo>
                      <a:lnTo>
                        <a:pt x="78427" y="6609"/>
                      </a:lnTo>
                      <a:lnTo>
                        <a:pt x="78427" y="6418"/>
                      </a:lnTo>
                      <a:lnTo>
                        <a:pt x="78427" y="6228"/>
                      </a:lnTo>
                      <a:lnTo>
                        <a:pt x="78427" y="6025"/>
                      </a:lnTo>
                      <a:lnTo>
                        <a:pt x="78427" y="5835"/>
                      </a:lnTo>
                      <a:lnTo>
                        <a:pt x="78427" y="5644"/>
                      </a:lnTo>
                      <a:lnTo>
                        <a:pt x="78427" y="5442"/>
                      </a:lnTo>
                      <a:lnTo>
                        <a:pt x="78427" y="5251"/>
                      </a:lnTo>
                      <a:lnTo>
                        <a:pt x="78427" y="5061"/>
                      </a:lnTo>
                      <a:lnTo>
                        <a:pt x="78427" y="4858"/>
                      </a:lnTo>
                      <a:lnTo>
                        <a:pt x="78427" y="4668"/>
                      </a:lnTo>
                      <a:lnTo>
                        <a:pt x="78427" y="4477"/>
                      </a:lnTo>
                      <a:lnTo>
                        <a:pt x="78427" y="4275"/>
                      </a:lnTo>
                      <a:lnTo>
                        <a:pt x="78427" y="4085"/>
                      </a:lnTo>
                      <a:lnTo>
                        <a:pt x="78427" y="3894"/>
                      </a:lnTo>
                      <a:lnTo>
                        <a:pt x="78427" y="3692"/>
                      </a:lnTo>
                      <a:lnTo>
                        <a:pt x="78427" y="3501"/>
                      </a:lnTo>
                      <a:lnTo>
                        <a:pt x="78427" y="3311"/>
                      </a:lnTo>
                      <a:lnTo>
                        <a:pt x="78427" y="3108"/>
                      </a:lnTo>
                      <a:lnTo>
                        <a:pt x="78427" y="2918"/>
                      </a:lnTo>
                      <a:lnTo>
                        <a:pt x="78427" y="2727"/>
                      </a:lnTo>
                      <a:lnTo>
                        <a:pt x="78427" y="2525"/>
                      </a:lnTo>
                      <a:lnTo>
                        <a:pt x="78427" y="2334"/>
                      </a:lnTo>
                      <a:lnTo>
                        <a:pt x="78427" y="2144"/>
                      </a:lnTo>
                      <a:lnTo>
                        <a:pt x="78427" y="1941"/>
                      </a:lnTo>
                      <a:lnTo>
                        <a:pt x="78427" y="1751"/>
                      </a:lnTo>
                      <a:lnTo>
                        <a:pt x="78427" y="1560"/>
                      </a:lnTo>
                      <a:lnTo>
                        <a:pt x="78427" y="1358"/>
                      </a:lnTo>
                      <a:lnTo>
                        <a:pt x="78427" y="1167"/>
                      </a:lnTo>
                      <a:lnTo>
                        <a:pt x="78427" y="977"/>
                      </a:lnTo>
                      <a:lnTo>
                        <a:pt x="78427" y="775"/>
                      </a:lnTo>
                      <a:lnTo>
                        <a:pt x="78427" y="584"/>
                      </a:lnTo>
                      <a:lnTo>
                        <a:pt x="78427" y="394"/>
                      </a:lnTo>
                      <a:lnTo>
                        <a:pt x="78427" y="191"/>
                      </a:lnTo>
                      <a:lnTo>
                        <a:pt x="78427" y="1"/>
                      </a:lnTo>
                      <a:lnTo>
                        <a:pt x="78212" y="1"/>
                      </a:lnTo>
                      <a:cubicBezTo>
                        <a:pt x="78224" y="858"/>
                        <a:pt x="77760" y="1644"/>
                        <a:pt x="77022" y="2072"/>
                      </a:cubicBezTo>
                      <a:lnTo>
                        <a:pt x="41720" y="22444"/>
                      </a:lnTo>
                      <a:cubicBezTo>
                        <a:pt x="40946" y="22890"/>
                        <a:pt x="40083" y="23114"/>
                        <a:pt x="39218" y="23114"/>
                      </a:cubicBezTo>
                      <a:cubicBezTo>
                        <a:pt x="38353" y="23114"/>
                        <a:pt x="37487" y="22890"/>
                        <a:pt x="36707" y="22444"/>
                      </a:cubicBezTo>
                      <a:lnTo>
                        <a:pt x="1417" y="2072"/>
                      </a:lnTo>
                      <a:cubicBezTo>
                        <a:pt x="667" y="1644"/>
                        <a:pt x="215" y="858"/>
                        <a:pt x="226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A0FDF1">
                        <a:alpha val="41568"/>
                        <a:alpha val="41520"/>
                      </a:srgbClr>
                    </a:gs>
                    <a:gs pos="100000">
                      <a:srgbClr val="FFFFFF">
                        <a:alpha val="37254"/>
                        <a:alpha val="4152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91" name="Google Shape;1891;p21"/>
                <p:cNvSpPr/>
                <p:nvPr/>
              </p:nvSpPr>
              <p:spPr>
                <a:xfrm>
                  <a:off x="5553063" y="1487604"/>
                  <a:ext cx="1981525" cy="116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261" h="46572" extrusionOk="0">
                      <a:moveTo>
                        <a:pt x="39635" y="1"/>
                      </a:moveTo>
                      <a:cubicBezTo>
                        <a:pt x="38749" y="1"/>
                        <a:pt x="37862" y="230"/>
                        <a:pt x="37065" y="688"/>
                      </a:cubicBezTo>
                      <a:lnTo>
                        <a:pt x="1679" y="21119"/>
                      </a:lnTo>
                      <a:cubicBezTo>
                        <a:pt x="1" y="22084"/>
                        <a:pt x="1" y="24489"/>
                        <a:pt x="1679" y="25453"/>
                      </a:cubicBezTo>
                      <a:lnTo>
                        <a:pt x="37065" y="45884"/>
                      </a:lnTo>
                      <a:cubicBezTo>
                        <a:pt x="37862" y="46343"/>
                        <a:pt x="38749" y="46572"/>
                        <a:pt x="39635" y="46572"/>
                      </a:cubicBezTo>
                      <a:cubicBezTo>
                        <a:pt x="40520" y="46572"/>
                        <a:pt x="41405" y="46343"/>
                        <a:pt x="42196" y="45884"/>
                      </a:cubicBezTo>
                      <a:lnTo>
                        <a:pt x="77594" y="25453"/>
                      </a:lnTo>
                      <a:cubicBezTo>
                        <a:pt x="79260" y="24489"/>
                        <a:pt x="79260" y="22084"/>
                        <a:pt x="77594" y="21119"/>
                      </a:cubicBezTo>
                      <a:lnTo>
                        <a:pt x="42196" y="688"/>
                      </a:lnTo>
                      <a:cubicBezTo>
                        <a:pt x="41405" y="230"/>
                        <a:pt x="40520" y="1"/>
                        <a:pt x="39635" y="1"/>
                      </a:cubicBezTo>
                      <a:close/>
                    </a:path>
                  </a:pathLst>
                </a:custGeom>
                <a:solidFill>
                  <a:srgbClr val="A0FDF1">
                    <a:alpha val="4152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892" name="Google Shape;1892;p21"/>
            <p:cNvGrpSpPr/>
            <p:nvPr/>
          </p:nvGrpSpPr>
          <p:grpSpPr>
            <a:xfrm>
              <a:off x="4227884" y="2332409"/>
              <a:ext cx="598632" cy="805372"/>
              <a:chOff x="3478424" y="1308364"/>
              <a:chExt cx="2187185" cy="2942536"/>
            </a:xfrm>
          </p:grpSpPr>
          <p:sp>
            <p:nvSpPr>
              <p:cNvPr id="1893" name="Google Shape;1893;p21"/>
              <p:cNvSpPr/>
              <p:nvPr/>
            </p:nvSpPr>
            <p:spPr>
              <a:xfrm>
                <a:off x="3485139" y="2969821"/>
                <a:ext cx="2180470" cy="1281079"/>
              </a:xfrm>
              <a:custGeom>
                <a:avLst/>
                <a:gdLst/>
                <a:ahLst/>
                <a:cxnLst/>
                <a:rect l="l" t="t" r="r" b="b"/>
                <a:pathLst>
                  <a:path w="79261" h="46572" extrusionOk="0">
                    <a:moveTo>
                      <a:pt x="39635" y="1"/>
                    </a:moveTo>
                    <a:cubicBezTo>
                      <a:pt x="38749" y="1"/>
                      <a:pt x="37862" y="230"/>
                      <a:pt x="37065" y="688"/>
                    </a:cubicBezTo>
                    <a:lnTo>
                      <a:pt x="1679" y="21119"/>
                    </a:lnTo>
                    <a:cubicBezTo>
                      <a:pt x="1" y="22084"/>
                      <a:pt x="1" y="24489"/>
                      <a:pt x="1679" y="25453"/>
                    </a:cubicBezTo>
                    <a:lnTo>
                      <a:pt x="37065" y="45884"/>
                    </a:lnTo>
                    <a:cubicBezTo>
                      <a:pt x="37862" y="46343"/>
                      <a:pt x="38749" y="46572"/>
                      <a:pt x="39635" y="46572"/>
                    </a:cubicBezTo>
                    <a:cubicBezTo>
                      <a:pt x="40520" y="46572"/>
                      <a:pt x="41405" y="46343"/>
                      <a:pt x="42196" y="45884"/>
                    </a:cubicBezTo>
                    <a:lnTo>
                      <a:pt x="77594" y="25453"/>
                    </a:lnTo>
                    <a:cubicBezTo>
                      <a:pt x="79260" y="24489"/>
                      <a:pt x="79260" y="22084"/>
                      <a:pt x="77594" y="21119"/>
                    </a:cubicBezTo>
                    <a:lnTo>
                      <a:pt x="42196" y="688"/>
                    </a:lnTo>
                    <a:cubicBezTo>
                      <a:pt x="41405" y="230"/>
                      <a:pt x="40520" y="1"/>
                      <a:pt x="3963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4" name="Google Shape;1894;p21"/>
              <p:cNvSpPr/>
              <p:nvPr/>
            </p:nvSpPr>
            <p:spPr>
              <a:xfrm>
                <a:off x="3793045" y="1947520"/>
                <a:ext cx="1550129" cy="2096604"/>
              </a:xfrm>
              <a:custGeom>
                <a:avLst/>
                <a:gdLst/>
                <a:ahLst/>
                <a:cxnLst/>
                <a:rect l="l" t="t" r="r" b="b"/>
                <a:pathLst>
                  <a:path w="52721" h="71307" extrusionOk="0">
                    <a:moveTo>
                      <a:pt x="52709" y="0"/>
                    </a:moveTo>
                    <a:lnTo>
                      <a:pt x="0" y="0"/>
                    </a:lnTo>
                    <a:lnTo>
                      <a:pt x="0" y="55495"/>
                    </a:lnTo>
                    <a:cubicBezTo>
                      <a:pt x="0" y="56090"/>
                      <a:pt x="321" y="56650"/>
                      <a:pt x="845" y="56948"/>
                    </a:cubicBezTo>
                    <a:lnTo>
                      <a:pt x="24646" y="70699"/>
                    </a:lnTo>
                    <a:cubicBezTo>
                      <a:pt x="25706" y="71306"/>
                      <a:pt x="27027" y="71306"/>
                      <a:pt x="28087" y="70699"/>
                    </a:cubicBezTo>
                    <a:lnTo>
                      <a:pt x="51876" y="56948"/>
                    </a:lnTo>
                    <a:cubicBezTo>
                      <a:pt x="52399" y="56650"/>
                      <a:pt x="52721" y="56090"/>
                      <a:pt x="52721" y="55495"/>
                    </a:cubicBezTo>
                    <a:lnTo>
                      <a:pt x="52721" y="5549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5" name="Google Shape;1895;p21"/>
              <p:cNvSpPr/>
              <p:nvPr/>
            </p:nvSpPr>
            <p:spPr>
              <a:xfrm>
                <a:off x="3784988" y="1482593"/>
                <a:ext cx="1566242" cy="929825"/>
              </a:xfrm>
              <a:custGeom>
                <a:avLst/>
                <a:gdLst/>
                <a:ahLst/>
                <a:cxnLst/>
                <a:rect l="l" t="t" r="r" b="b"/>
                <a:pathLst>
                  <a:path w="53269" h="31624" extrusionOk="0">
                    <a:moveTo>
                      <a:pt x="24920" y="31004"/>
                    </a:moveTo>
                    <a:lnTo>
                      <a:pt x="1119" y="17265"/>
                    </a:lnTo>
                    <a:cubicBezTo>
                      <a:pt x="0" y="16622"/>
                      <a:pt x="0" y="15002"/>
                      <a:pt x="1119" y="14359"/>
                    </a:cubicBezTo>
                    <a:lnTo>
                      <a:pt x="24920" y="620"/>
                    </a:lnTo>
                    <a:cubicBezTo>
                      <a:pt x="25980" y="1"/>
                      <a:pt x="27301" y="1"/>
                      <a:pt x="28361" y="620"/>
                    </a:cubicBezTo>
                    <a:lnTo>
                      <a:pt x="52150" y="14359"/>
                    </a:lnTo>
                    <a:cubicBezTo>
                      <a:pt x="53269" y="15002"/>
                      <a:pt x="53269" y="16622"/>
                      <a:pt x="52150" y="17265"/>
                    </a:cubicBezTo>
                    <a:lnTo>
                      <a:pt x="28361" y="31004"/>
                    </a:lnTo>
                    <a:cubicBezTo>
                      <a:pt x="27289" y="31624"/>
                      <a:pt x="25980" y="31624"/>
                      <a:pt x="24920" y="3100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6" name="Google Shape;1896;p21"/>
              <p:cNvSpPr/>
              <p:nvPr/>
            </p:nvSpPr>
            <p:spPr>
              <a:xfrm>
                <a:off x="3818244" y="2089627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7"/>
                    </a:moveTo>
                    <a:lnTo>
                      <a:pt x="0" y="1561"/>
                    </a:lnTo>
                    <a:lnTo>
                      <a:pt x="0" y="1"/>
                    </a:lnTo>
                    <a:lnTo>
                      <a:pt x="24194" y="1395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7" name="Google Shape;1897;p21"/>
              <p:cNvSpPr/>
              <p:nvPr/>
            </p:nvSpPr>
            <p:spPr>
              <a:xfrm>
                <a:off x="3818244" y="2153697"/>
                <a:ext cx="711364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9" extrusionOk="0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8" name="Google Shape;1898;p21"/>
              <p:cNvSpPr/>
              <p:nvPr/>
            </p:nvSpPr>
            <p:spPr>
              <a:xfrm>
                <a:off x="3818244" y="2218120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9" name="Google Shape;1899;p21"/>
              <p:cNvSpPr/>
              <p:nvPr/>
            </p:nvSpPr>
            <p:spPr>
              <a:xfrm>
                <a:off x="3818244" y="2282543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0" name="Google Shape;1900;p21"/>
              <p:cNvSpPr/>
              <p:nvPr/>
            </p:nvSpPr>
            <p:spPr>
              <a:xfrm>
                <a:off x="3818244" y="2346966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1" name="Google Shape;1901;p21"/>
              <p:cNvSpPr/>
              <p:nvPr/>
            </p:nvSpPr>
            <p:spPr>
              <a:xfrm>
                <a:off x="3818244" y="246178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2" name="Google Shape;1902;p21"/>
              <p:cNvSpPr/>
              <p:nvPr/>
            </p:nvSpPr>
            <p:spPr>
              <a:xfrm>
                <a:off x="3818244" y="2526209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3" name="Google Shape;1903;p21"/>
              <p:cNvSpPr/>
              <p:nvPr/>
            </p:nvSpPr>
            <p:spPr>
              <a:xfrm>
                <a:off x="3818244" y="2590250"/>
                <a:ext cx="711364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9" extrusionOk="0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4" name="Google Shape;1904;p21"/>
              <p:cNvSpPr/>
              <p:nvPr/>
            </p:nvSpPr>
            <p:spPr>
              <a:xfrm>
                <a:off x="3818244" y="2654673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5" name="Google Shape;1905;p21"/>
              <p:cNvSpPr/>
              <p:nvPr/>
            </p:nvSpPr>
            <p:spPr>
              <a:xfrm>
                <a:off x="3818244" y="271909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6" name="Google Shape;1906;p21"/>
              <p:cNvSpPr/>
              <p:nvPr/>
            </p:nvSpPr>
            <p:spPr>
              <a:xfrm>
                <a:off x="3818244" y="283391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7" name="Google Shape;1907;p21"/>
              <p:cNvSpPr/>
              <p:nvPr/>
            </p:nvSpPr>
            <p:spPr>
              <a:xfrm>
                <a:off x="3818244" y="2898339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8" name="Google Shape;1908;p21"/>
              <p:cNvSpPr/>
              <p:nvPr/>
            </p:nvSpPr>
            <p:spPr>
              <a:xfrm>
                <a:off x="3818244" y="2962762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9" name="Google Shape;1909;p21"/>
              <p:cNvSpPr/>
              <p:nvPr/>
            </p:nvSpPr>
            <p:spPr>
              <a:xfrm>
                <a:off x="3818244" y="3026803"/>
                <a:ext cx="711364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9" extrusionOk="0">
                    <a:moveTo>
                      <a:pt x="24194" y="15539"/>
                    </a:moveTo>
                    <a:lnTo>
                      <a:pt x="0" y="1573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0" name="Google Shape;1910;p21"/>
              <p:cNvSpPr/>
              <p:nvPr/>
            </p:nvSpPr>
            <p:spPr>
              <a:xfrm>
                <a:off x="3818244" y="309122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1" name="Google Shape;1911;p21"/>
              <p:cNvSpPr/>
              <p:nvPr/>
            </p:nvSpPr>
            <p:spPr>
              <a:xfrm>
                <a:off x="3818244" y="320604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7"/>
                    </a:moveTo>
                    <a:lnTo>
                      <a:pt x="0" y="1573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2" name="Google Shape;1912;p21"/>
              <p:cNvSpPr/>
              <p:nvPr/>
            </p:nvSpPr>
            <p:spPr>
              <a:xfrm>
                <a:off x="3818244" y="3270469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3" name="Google Shape;1913;p21"/>
              <p:cNvSpPr/>
              <p:nvPr/>
            </p:nvSpPr>
            <p:spPr>
              <a:xfrm>
                <a:off x="3818244" y="3334892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4" name="Google Shape;1914;p21"/>
              <p:cNvSpPr/>
              <p:nvPr/>
            </p:nvSpPr>
            <p:spPr>
              <a:xfrm>
                <a:off x="3818244" y="3399315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5" name="Google Shape;1915;p21"/>
              <p:cNvSpPr/>
              <p:nvPr/>
            </p:nvSpPr>
            <p:spPr>
              <a:xfrm>
                <a:off x="3818244" y="3463385"/>
                <a:ext cx="711364" cy="456856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8" extrusionOk="0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6" name="Google Shape;1916;p21"/>
              <p:cNvSpPr/>
              <p:nvPr/>
            </p:nvSpPr>
            <p:spPr>
              <a:xfrm>
                <a:off x="4606639" y="2089627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7"/>
                    </a:moveTo>
                    <a:lnTo>
                      <a:pt x="24182" y="1561"/>
                    </a:lnTo>
                    <a:lnTo>
                      <a:pt x="24182" y="1"/>
                    </a:lnTo>
                    <a:lnTo>
                      <a:pt x="0" y="1395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7" name="Google Shape;1917;p21"/>
              <p:cNvSpPr/>
              <p:nvPr/>
            </p:nvSpPr>
            <p:spPr>
              <a:xfrm>
                <a:off x="4606639" y="2153697"/>
                <a:ext cx="711011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9" extrusionOk="0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8" name="Google Shape;1918;p21"/>
              <p:cNvSpPr/>
              <p:nvPr/>
            </p:nvSpPr>
            <p:spPr>
              <a:xfrm>
                <a:off x="4606639" y="2218120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9" name="Google Shape;1919;p21"/>
              <p:cNvSpPr/>
              <p:nvPr/>
            </p:nvSpPr>
            <p:spPr>
              <a:xfrm>
                <a:off x="4606639" y="2282543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0" name="Google Shape;1920;p21"/>
              <p:cNvSpPr/>
              <p:nvPr/>
            </p:nvSpPr>
            <p:spPr>
              <a:xfrm>
                <a:off x="4606639" y="2346966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1" name="Google Shape;1921;p21"/>
              <p:cNvSpPr/>
              <p:nvPr/>
            </p:nvSpPr>
            <p:spPr>
              <a:xfrm>
                <a:off x="4606639" y="246178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2" name="Google Shape;1922;p21"/>
              <p:cNvSpPr/>
              <p:nvPr/>
            </p:nvSpPr>
            <p:spPr>
              <a:xfrm>
                <a:off x="4606639" y="2526209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3" name="Google Shape;1923;p21"/>
              <p:cNvSpPr/>
              <p:nvPr/>
            </p:nvSpPr>
            <p:spPr>
              <a:xfrm>
                <a:off x="4606639" y="2590250"/>
                <a:ext cx="711011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9" extrusionOk="0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4" name="Google Shape;1924;p21"/>
              <p:cNvSpPr/>
              <p:nvPr/>
            </p:nvSpPr>
            <p:spPr>
              <a:xfrm>
                <a:off x="4606639" y="2654673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5" name="Google Shape;1925;p21"/>
              <p:cNvSpPr/>
              <p:nvPr/>
            </p:nvSpPr>
            <p:spPr>
              <a:xfrm>
                <a:off x="4606639" y="271909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6" name="Google Shape;1926;p21"/>
              <p:cNvSpPr/>
              <p:nvPr/>
            </p:nvSpPr>
            <p:spPr>
              <a:xfrm>
                <a:off x="4606639" y="283391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7" name="Google Shape;1927;p21"/>
              <p:cNvSpPr/>
              <p:nvPr/>
            </p:nvSpPr>
            <p:spPr>
              <a:xfrm>
                <a:off x="4606639" y="2898339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8" name="Google Shape;1928;p21"/>
              <p:cNvSpPr/>
              <p:nvPr/>
            </p:nvSpPr>
            <p:spPr>
              <a:xfrm>
                <a:off x="4606639" y="2962762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9" name="Google Shape;1929;p21"/>
              <p:cNvSpPr/>
              <p:nvPr/>
            </p:nvSpPr>
            <p:spPr>
              <a:xfrm>
                <a:off x="4606639" y="3026803"/>
                <a:ext cx="711011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9" extrusionOk="0">
                    <a:moveTo>
                      <a:pt x="0" y="15539"/>
                    </a:moveTo>
                    <a:lnTo>
                      <a:pt x="24182" y="1573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0" name="Google Shape;1930;p21"/>
              <p:cNvSpPr/>
              <p:nvPr/>
            </p:nvSpPr>
            <p:spPr>
              <a:xfrm>
                <a:off x="4606639" y="309122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1" name="Google Shape;1931;p21"/>
              <p:cNvSpPr/>
              <p:nvPr/>
            </p:nvSpPr>
            <p:spPr>
              <a:xfrm>
                <a:off x="4606639" y="320604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7"/>
                    </a:moveTo>
                    <a:lnTo>
                      <a:pt x="24182" y="1573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2" name="Google Shape;1932;p21"/>
              <p:cNvSpPr/>
              <p:nvPr/>
            </p:nvSpPr>
            <p:spPr>
              <a:xfrm>
                <a:off x="4606639" y="3270469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3" name="Google Shape;1933;p21"/>
              <p:cNvSpPr/>
              <p:nvPr/>
            </p:nvSpPr>
            <p:spPr>
              <a:xfrm>
                <a:off x="4606639" y="3334892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4" name="Google Shape;1934;p21"/>
              <p:cNvSpPr/>
              <p:nvPr/>
            </p:nvSpPr>
            <p:spPr>
              <a:xfrm>
                <a:off x="4606639" y="3399315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5" name="Google Shape;1935;p21"/>
              <p:cNvSpPr/>
              <p:nvPr/>
            </p:nvSpPr>
            <p:spPr>
              <a:xfrm>
                <a:off x="4606639" y="3463385"/>
                <a:ext cx="711011" cy="456856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8" extrusionOk="0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936" name="Google Shape;1936;p21"/>
              <p:cNvGrpSpPr/>
              <p:nvPr/>
            </p:nvGrpSpPr>
            <p:grpSpPr>
              <a:xfrm>
                <a:off x="3478424" y="1308364"/>
                <a:ext cx="2180470" cy="1878295"/>
                <a:chOff x="5553063" y="1487604"/>
                <a:chExt cx="1981525" cy="1707075"/>
              </a:xfrm>
            </p:grpSpPr>
            <p:sp>
              <p:nvSpPr>
                <p:cNvPr id="1937" name="Google Shape;1937;p21"/>
                <p:cNvSpPr/>
                <p:nvPr/>
              </p:nvSpPr>
              <p:spPr>
                <a:xfrm>
                  <a:off x="5563488" y="2071829"/>
                  <a:ext cx="1960975" cy="1122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439" h="44914" extrusionOk="0">
                      <a:moveTo>
                        <a:pt x="12" y="1"/>
                      </a:moveTo>
                      <a:cubicBezTo>
                        <a:pt x="12" y="72"/>
                        <a:pt x="12" y="132"/>
                        <a:pt x="12" y="191"/>
                      </a:cubicBezTo>
                      <a:cubicBezTo>
                        <a:pt x="12" y="263"/>
                        <a:pt x="12" y="322"/>
                        <a:pt x="12" y="394"/>
                      </a:cubicBezTo>
                      <a:cubicBezTo>
                        <a:pt x="12" y="453"/>
                        <a:pt x="12" y="525"/>
                        <a:pt x="12" y="584"/>
                      </a:cubicBezTo>
                      <a:cubicBezTo>
                        <a:pt x="12" y="656"/>
                        <a:pt x="12" y="715"/>
                        <a:pt x="12" y="775"/>
                      </a:cubicBezTo>
                      <a:cubicBezTo>
                        <a:pt x="12" y="846"/>
                        <a:pt x="12" y="906"/>
                        <a:pt x="12" y="977"/>
                      </a:cubicBezTo>
                      <a:cubicBezTo>
                        <a:pt x="12" y="1037"/>
                        <a:pt x="12" y="1108"/>
                        <a:pt x="12" y="1167"/>
                      </a:cubicBezTo>
                      <a:cubicBezTo>
                        <a:pt x="12" y="1239"/>
                        <a:pt x="12" y="1298"/>
                        <a:pt x="12" y="1358"/>
                      </a:cubicBezTo>
                      <a:cubicBezTo>
                        <a:pt x="12" y="1429"/>
                        <a:pt x="12" y="1489"/>
                        <a:pt x="12" y="1560"/>
                      </a:cubicBezTo>
                      <a:cubicBezTo>
                        <a:pt x="12" y="1620"/>
                        <a:pt x="12" y="1691"/>
                        <a:pt x="12" y="1751"/>
                      </a:cubicBezTo>
                      <a:cubicBezTo>
                        <a:pt x="12" y="1822"/>
                        <a:pt x="12" y="1882"/>
                        <a:pt x="12" y="1941"/>
                      </a:cubicBezTo>
                      <a:cubicBezTo>
                        <a:pt x="12" y="2013"/>
                        <a:pt x="12" y="2072"/>
                        <a:pt x="12" y="2144"/>
                      </a:cubicBezTo>
                      <a:cubicBezTo>
                        <a:pt x="12" y="2203"/>
                        <a:pt x="12" y="2275"/>
                        <a:pt x="12" y="2334"/>
                      </a:cubicBezTo>
                      <a:cubicBezTo>
                        <a:pt x="12" y="2406"/>
                        <a:pt x="12" y="2465"/>
                        <a:pt x="12" y="2525"/>
                      </a:cubicBezTo>
                      <a:cubicBezTo>
                        <a:pt x="12" y="2596"/>
                        <a:pt x="12" y="2656"/>
                        <a:pt x="12" y="2727"/>
                      </a:cubicBezTo>
                      <a:cubicBezTo>
                        <a:pt x="12" y="2787"/>
                        <a:pt x="12" y="2858"/>
                        <a:pt x="12" y="2918"/>
                      </a:cubicBezTo>
                      <a:cubicBezTo>
                        <a:pt x="12" y="2989"/>
                        <a:pt x="12" y="3049"/>
                        <a:pt x="12" y="3108"/>
                      </a:cubicBezTo>
                      <a:cubicBezTo>
                        <a:pt x="12" y="3180"/>
                        <a:pt x="12" y="3239"/>
                        <a:pt x="12" y="3311"/>
                      </a:cubicBezTo>
                      <a:cubicBezTo>
                        <a:pt x="12" y="3370"/>
                        <a:pt x="12" y="3442"/>
                        <a:pt x="12" y="3501"/>
                      </a:cubicBezTo>
                      <a:cubicBezTo>
                        <a:pt x="12" y="3573"/>
                        <a:pt x="12" y="3632"/>
                        <a:pt x="12" y="3692"/>
                      </a:cubicBezTo>
                      <a:cubicBezTo>
                        <a:pt x="12" y="3763"/>
                        <a:pt x="12" y="3823"/>
                        <a:pt x="12" y="3894"/>
                      </a:cubicBezTo>
                      <a:cubicBezTo>
                        <a:pt x="12" y="3954"/>
                        <a:pt x="12" y="4025"/>
                        <a:pt x="12" y="4085"/>
                      </a:cubicBezTo>
                      <a:cubicBezTo>
                        <a:pt x="12" y="4156"/>
                        <a:pt x="12" y="4215"/>
                        <a:pt x="12" y="4275"/>
                      </a:cubicBezTo>
                      <a:cubicBezTo>
                        <a:pt x="12" y="4346"/>
                        <a:pt x="12" y="4406"/>
                        <a:pt x="12" y="4477"/>
                      </a:cubicBezTo>
                      <a:cubicBezTo>
                        <a:pt x="12" y="4537"/>
                        <a:pt x="12" y="4608"/>
                        <a:pt x="12" y="4668"/>
                      </a:cubicBezTo>
                      <a:cubicBezTo>
                        <a:pt x="12" y="4739"/>
                        <a:pt x="12" y="4799"/>
                        <a:pt x="12" y="4858"/>
                      </a:cubicBezTo>
                      <a:cubicBezTo>
                        <a:pt x="12" y="4930"/>
                        <a:pt x="12" y="4989"/>
                        <a:pt x="12" y="5061"/>
                      </a:cubicBezTo>
                      <a:cubicBezTo>
                        <a:pt x="12" y="5120"/>
                        <a:pt x="12" y="5192"/>
                        <a:pt x="12" y="5251"/>
                      </a:cubicBezTo>
                      <a:cubicBezTo>
                        <a:pt x="12" y="5323"/>
                        <a:pt x="12" y="5382"/>
                        <a:pt x="12" y="5442"/>
                      </a:cubicBezTo>
                      <a:cubicBezTo>
                        <a:pt x="12" y="5513"/>
                        <a:pt x="12" y="5573"/>
                        <a:pt x="12" y="5644"/>
                      </a:cubicBezTo>
                      <a:cubicBezTo>
                        <a:pt x="12" y="5704"/>
                        <a:pt x="12" y="5775"/>
                        <a:pt x="12" y="5835"/>
                      </a:cubicBezTo>
                      <a:cubicBezTo>
                        <a:pt x="12" y="5906"/>
                        <a:pt x="12" y="5966"/>
                        <a:pt x="12" y="6025"/>
                      </a:cubicBezTo>
                      <a:cubicBezTo>
                        <a:pt x="12" y="6097"/>
                        <a:pt x="12" y="6156"/>
                        <a:pt x="12" y="6228"/>
                      </a:cubicBezTo>
                      <a:cubicBezTo>
                        <a:pt x="12" y="6287"/>
                        <a:pt x="12" y="6359"/>
                        <a:pt x="12" y="6418"/>
                      </a:cubicBezTo>
                      <a:cubicBezTo>
                        <a:pt x="12" y="6490"/>
                        <a:pt x="12" y="6549"/>
                        <a:pt x="12" y="6609"/>
                      </a:cubicBezTo>
                      <a:cubicBezTo>
                        <a:pt x="12" y="6680"/>
                        <a:pt x="12" y="6740"/>
                        <a:pt x="12" y="6811"/>
                      </a:cubicBezTo>
                      <a:cubicBezTo>
                        <a:pt x="12" y="6871"/>
                        <a:pt x="12" y="6942"/>
                        <a:pt x="12" y="7002"/>
                      </a:cubicBezTo>
                      <a:cubicBezTo>
                        <a:pt x="12" y="7073"/>
                        <a:pt x="12" y="7132"/>
                        <a:pt x="12" y="7192"/>
                      </a:cubicBezTo>
                      <a:cubicBezTo>
                        <a:pt x="12" y="7263"/>
                        <a:pt x="12" y="7323"/>
                        <a:pt x="12" y="7394"/>
                      </a:cubicBezTo>
                      <a:cubicBezTo>
                        <a:pt x="12" y="7454"/>
                        <a:pt x="12" y="7525"/>
                        <a:pt x="12" y="7585"/>
                      </a:cubicBezTo>
                      <a:cubicBezTo>
                        <a:pt x="12" y="7656"/>
                        <a:pt x="12" y="7716"/>
                        <a:pt x="12" y="7775"/>
                      </a:cubicBezTo>
                      <a:cubicBezTo>
                        <a:pt x="12" y="7847"/>
                        <a:pt x="12" y="7906"/>
                        <a:pt x="12" y="7978"/>
                      </a:cubicBezTo>
                      <a:cubicBezTo>
                        <a:pt x="12" y="8037"/>
                        <a:pt x="12" y="8109"/>
                        <a:pt x="12" y="8168"/>
                      </a:cubicBezTo>
                      <a:cubicBezTo>
                        <a:pt x="12" y="8228"/>
                        <a:pt x="12" y="8299"/>
                        <a:pt x="12" y="8359"/>
                      </a:cubicBezTo>
                      <a:cubicBezTo>
                        <a:pt x="12" y="8430"/>
                        <a:pt x="12" y="8490"/>
                        <a:pt x="12" y="8561"/>
                      </a:cubicBezTo>
                      <a:cubicBezTo>
                        <a:pt x="12" y="8621"/>
                        <a:pt x="12" y="8692"/>
                        <a:pt x="12" y="8752"/>
                      </a:cubicBezTo>
                      <a:cubicBezTo>
                        <a:pt x="12" y="8811"/>
                        <a:pt x="12" y="8883"/>
                        <a:pt x="12" y="8942"/>
                      </a:cubicBezTo>
                      <a:cubicBezTo>
                        <a:pt x="12" y="9014"/>
                        <a:pt x="12" y="9073"/>
                        <a:pt x="12" y="9145"/>
                      </a:cubicBezTo>
                      <a:cubicBezTo>
                        <a:pt x="12" y="9204"/>
                        <a:pt x="12" y="9276"/>
                        <a:pt x="12" y="9335"/>
                      </a:cubicBezTo>
                      <a:cubicBezTo>
                        <a:pt x="12" y="9395"/>
                        <a:pt x="12" y="9466"/>
                        <a:pt x="12" y="9526"/>
                      </a:cubicBezTo>
                      <a:cubicBezTo>
                        <a:pt x="12" y="9597"/>
                        <a:pt x="12" y="9657"/>
                        <a:pt x="12" y="9728"/>
                      </a:cubicBezTo>
                      <a:cubicBezTo>
                        <a:pt x="12" y="9788"/>
                        <a:pt x="12" y="9859"/>
                        <a:pt x="12" y="9919"/>
                      </a:cubicBezTo>
                      <a:cubicBezTo>
                        <a:pt x="12" y="9978"/>
                        <a:pt x="12" y="10050"/>
                        <a:pt x="12" y="10109"/>
                      </a:cubicBezTo>
                      <a:cubicBezTo>
                        <a:pt x="12" y="10180"/>
                        <a:pt x="12" y="10240"/>
                        <a:pt x="12" y="10311"/>
                      </a:cubicBezTo>
                      <a:cubicBezTo>
                        <a:pt x="12" y="10371"/>
                        <a:pt x="12" y="10442"/>
                        <a:pt x="12" y="10502"/>
                      </a:cubicBezTo>
                      <a:cubicBezTo>
                        <a:pt x="12" y="10561"/>
                        <a:pt x="12" y="10633"/>
                        <a:pt x="12" y="10692"/>
                      </a:cubicBezTo>
                      <a:cubicBezTo>
                        <a:pt x="12" y="10764"/>
                        <a:pt x="12" y="10823"/>
                        <a:pt x="12" y="10895"/>
                      </a:cubicBezTo>
                      <a:cubicBezTo>
                        <a:pt x="12" y="10954"/>
                        <a:pt x="12" y="11026"/>
                        <a:pt x="12" y="11085"/>
                      </a:cubicBezTo>
                      <a:cubicBezTo>
                        <a:pt x="12" y="11145"/>
                        <a:pt x="12" y="11216"/>
                        <a:pt x="12" y="11276"/>
                      </a:cubicBezTo>
                      <a:cubicBezTo>
                        <a:pt x="12" y="11347"/>
                        <a:pt x="12" y="11407"/>
                        <a:pt x="12" y="11478"/>
                      </a:cubicBezTo>
                      <a:cubicBezTo>
                        <a:pt x="12" y="11538"/>
                        <a:pt x="12" y="11609"/>
                        <a:pt x="12" y="11669"/>
                      </a:cubicBezTo>
                      <a:cubicBezTo>
                        <a:pt x="12" y="11728"/>
                        <a:pt x="12" y="11800"/>
                        <a:pt x="12" y="11859"/>
                      </a:cubicBezTo>
                      <a:cubicBezTo>
                        <a:pt x="12" y="11931"/>
                        <a:pt x="12" y="11990"/>
                        <a:pt x="12" y="12062"/>
                      </a:cubicBezTo>
                      <a:cubicBezTo>
                        <a:pt x="12" y="12121"/>
                        <a:pt x="12" y="12193"/>
                        <a:pt x="12" y="12252"/>
                      </a:cubicBezTo>
                      <a:cubicBezTo>
                        <a:pt x="12" y="12312"/>
                        <a:pt x="12" y="12383"/>
                        <a:pt x="12" y="12443"/>
                      </a:cubicBezTo>
                      <a:cubicBezTo>
                        <a:pt x="12" y="12514"/>
                        <a:pt x="12" y="12574"/>
                        <a:pt x="12" y="12645"/>
                      </a:cubicBezTo>
                      <a:cubicBezTo>
                        <a:pt x="12" y="12705"/>
                        <a:pt x="12" y="12776"/>
                        <a:pt x="12" y="12836"/>
                      </a:cubicBezTo>
                      <a:cubicBezTo>
                        <a:pt x="12" y="12895"/>
                        <a:pt x="12" y="12967"/>
                        <a:pt x="12" y="13026"/>
                      </a:cubicBezTo>
                      <a:cubicBezTo>
                        <a:pt x="12" y="13098"/>
                        <a:pt x="12" y="13157"/>
                        <a:pt x="12" y="13228"/>
                      </a:cubicBezTo>
                      <a:cubicBezTo>
                        <a:pt x="12" y="13288"/>
                        <a:pt x="12" y="13359"/>
                        <a:pt x="12" y="13419"/>
                      </a:cubicBezTo>
                      <a:cubicBezTo>
                        <a:pt x="12" y="13479"/>
                        <a:pt x="12" y="13550"/>
                        <a:pt x="12" y="13609"/>
                      </a:cubicBezTo>
                      <a:cubicBezTo>
                        <a:pt x="12" y="13681"/>
                        <a:pt x="12" y="13740"/>
                        <a:pt x="12" y="13812"/>
                      </a:cubicBezTo>
                      <a:cubicBezTo>
                        <a:pt x="12" y="13871"/>
                        <a:pt x="12" y="13943"/>
                        <a:pt x="12" y="14002"/>
                      </a:cubicBezTo>
                      <a:cubicBezTo>
                        <a:pt x="12" y="14062"/>
                        <a:pt x="12" y="14133"/>
                        <a:pt x="12" y="14193"/>
                      </a:cubicBezTo>
                      <a:cubicBezTo>
                        <a:pt x="12" y="14264"/>
                        <a:pt x="12" y="14324"/>
                        <a:pt x="12" y="14395"/>
                      </a:cubicBezTo>
                      <a:cubicBezTo>
                        <a:pt x="12" y="14455"/>
                        <a:pt x="12" y="14526"/>
                        <a:pt x="12" y="14586"/>
                      </a:cubicBezTo>
                      <a:cubicBezTo>
                        <a:pt x="12" y="14645"/>
                        <a:pt x="12" y="14717"/>
                        <a:pt x="12" y="14776"/>
                      </a:cubicBezTo>
                      <a:cubicBezTo>
                        <a:pt x="12" y="14848"/>
                        <a:pt x="12" y="14907"/>
                        <a:pt x="12" y="14979"/>
                      </a:cubicBezTo>
                      <a:cubicBezTo>
                        <a:pt x="12" y="15038"/>
                        <a:pt x="12" y="15110"/>
                        <a:pt x="12" y="15169"/>
                      </a:cubicBezTo>
                      <a:cubicBezTo>
                        <a:pt x="12" y="15229"/>
                        <a:pt x="12" y="15300"/>
                        <a:pt x="12" y="15360"/>
                      </a:cubicBezTo>
                      <a:cubicBezTo>
                        <a:pt x="12" y="15431"/>
                        <a:pt x="12" y="15491"/>
                        <a:pt x="12" y="15562"/>
                      </a:cubicBezTo>
                      <a:cubicBezTo>
                        <a:pt x="12" y="15622"/>
                        <a:pt x="12" y="15693"/>
                        <a:pt x="12" y="15753"/>
                      </a:cubicBezTo>
                      <a:cubicBezTo>
                        <a:pt x="12" y="15812"/>
                        <a:pt x="12" y="15884"/>
                        <a:pt x="12" y="15943"/>
                      </a:cubicBezTo>
                      <a:cubicBezTo>
                        <a:pt x="12" y="16015"/>
                        <a:pt x="12" y="16074"/>
                        <a:pt x="12" y="16146"/>
                      </a:cubicBezTo>
                      <a:cubicBezTo>
                        <a:pt x="12" y="16205"/>
                        <a:pt x="12" y="16276"/>
                        <a:pt x="12" y="16336"/>
                      </a:cubicBezTo>
                      <a:cubicBezTo>
                        <a:pt x="12" y="16396"/>
                        <a:pt x="12" y="16467"/>
                        <a:pt x="12" y="16527"/>
                      </a:cubicBezTo>
                      <a:cubicBezTo>
                        <a:pt x="12" y="16598"/>
                        <a:pt x="12" y="16657"/>
                        <a:pt x="12" y="16729"/>
                      </a:cubicBezTo>
                      <a:cubicBezTo>
                        <a:pt x="12" y="16788"/>
                        <a:pt x="12" y="16860"/>
                        <a:pt x="12" y="16919"/>
                      </a:cubicBezTo>
                      <a:cubicBezTo>
                        <a:pt x="12" y="16979"/>
                        <a:pt x="12" y="17050"/>
                        <a:pt x="12" y="17110"/>
                      </a:cubicBezTo>
                      <a:cubicBezTo>
                        <a:pt x="12" y="17181"/>
                        <a:pt x="12" y="17241"/>
                        <a:pt x="12" y="17312"/>
                      </a:cubicBezTo>
                      <a:cubicBezTo>
                        <a:pt x="12" y="17372"/>
                        <a:pt x="12" y="17443"/>
                        <a:pt x="12" y="17503"/>
                      </a:cubicBezTo>
                      <a:cubicBezTo>
                        <a:pt x="12" y="17562"/>
                        <a:pt x="12" y="17634"/>
                        <a:pt x="12" y="17693"/>
                      </a:cubicBezTo>
                      <a:cubicBezTo>
                        <a:pt x="12" y="17765"/>
                        <a:pt x="12" y="17824"/>
                        <a:pt x="12" y="17896"/>
                      </a:cubicBezTo>
                      <a:cubicBezTo>
                        <a:pt x="12" y="17955"/>
                        <a:pt x="12" y="18015"/>
                        <a:pt x="12" y="18086"/>
                      </a:cubicBezTo>
                      <a:cubicBezTo>
                        <a:pt x="12" y="18146"/>
                        <a:pt x="12" y="18217"/>
                        <a:pt x="12" y="18277"/>
                      </a:cubicBezTo>
                      <a:cubicBezTo>
                        <a:pt x="12" y="18348"/>
                        <a:pt x="12" y="18408"/>
                        <a:pt x="12" y="18479"/>
                      </a:cubicBezTo>
                      <a:cubicBezTo>
                        <a:pt x="12" y="18539"/>
                        <a:pt x="12" y="18598"/>
                        <a:pt x="12" y="18670"/>
                      </a:cubicBezTo>
                      <a:cubicBezTo>
                        <a:pt x="12" y="18729"/>
                        <a:pt x="12" y="18801"/>
                        <a:pt x="12" y="18860"/>
                      </a:cubicBezTo>
                      <a:cubicBezTo>
                        <a:pt x="12" y="18932"/>
                        <a:pt x="12" y="18991"/>
                        <a:pt x="12" y="19063"/>
                      </a:cubicBezTo>
                      <a:cubicBezTo>
                        <a:pt x="12" y="19122"/>
                        <a:pt x="12" y="19182"/>
                        <a:pt x="12" y="19253"/>
                      </a:cubicBezTo>
                      <a:cubicBezTo>
                        <a:pt x="12" y="19313"/>
                        <a:pt x="12" y="19384"/>
                        <a:pt x="12" y="19444"/>
                      </a:cubicBezTo>
                      <a:cubicBezTo>
                        <a:pt x="12" y="19515"/>
                        <a:pt x="12" y="19575"/>
                        <a:pt x="12" y="19646"/>
                      </a:cubicBezTo>
                      <a:cubicBezTo>
                        <a:pt x="12" y="19705"/>
                        <a:pt x="12" y="19765"/>
                        <a:pt x="12" y="19836"/>
                      </a:cubicBezTo>
                      <a:cubicBezTo>
                        <a:pt x="12" y="19896"/>
                        <a:pt x="12" y="19967"/>
                        <a:pt x="12" y="20027"/>
                      </a:cubicBezTo>
                      <a:cubicBezTo>
                        <a:pt x="12" y="20098"/>
                        <a:pt x="12" y="20158"/>
                        <a:pt x="12" y="20229"/>
                      </a:cubicBezTo>
                      <a:cubicBezTo>
                        <a:pt x="12" y="20289"/>
                        <a:pt x="12" y="20348"/>
                        <a:pt x="12" y="20420"/>
                      </a:cubicBezTo>
                      <a:cubicBezTo>
                        <a:pt x="12" y="20479"/>
                        <a:pt x="12" y="20551"/>
                        <a:pt x="12" y="20610"/>
                      </a:cubicBezTo>
                      <a:cubicBezTo>
                        <a:pt x="12" y="20682"/>
                        <a:pt x="12" y="20741"/>
                        <a:pt x="12" y="20813"/>
                      </a:cubicBezTo>
                      <a:cubicBezTo>
                        <a:pt x="12" y="20872"/>
                        <a:pt x="12" y="20932"/>
                        <a:pt x="12" y="21003"/>
                      </a:cubicBezTo>
                      <a:cubicBezTo>
                        <a:pt x="12" y="21063"/>
                        <a:pt x="12" y="21134"/>
                        <a:pt x="12" y="21194"/>
                      </a:cubicBezTo>
                      <a:cubicBezTo>
                        <a:pt x="12" y="21265"/>
                        <a:pt x="12" y="21325"/>
                        <a:pt x="12" y="21396"/>
                      </a:cubicBezTo>
                      <a:cubicBezTo>
                        <a:pt x="12" y="21456"/>
                        <a:pt x="12" y="21515"/>
                        <a:pt x="12" y="21587"/>
                      </a:cubicBezTo>
                      <a:cubicBezTo>
                        <a:pt x="0" y="22515"/>
                        <a:pt x="500" y="23373"/>
                        <a:pt x="1310" y="23837"/>
                      </a:cubicBezTo>
                      <a:lnTo>
                        <a:pt x="36612" y="44208"/>
                      </a:lnTo>
                      <a:cubicBezTo>
                        <a:pt x="37416" y="44679"/>
                        <a:pt x="38315" y="44914"/>
                        <a:pt x="39215" y="44914"/>
                      </a:cubicBezTo>
                      <a:cubicBezTo>
                        <a:pt x="40115" y="44914"/>
                        <a:pt x="41017" y="44679"/>
                        <a:pt x="41827" y="44208"/>
                      </a:cubicBezTo>
                      <a:lnTo>
                        <a:pt x="77129" y="23837"/>
                      </a:lnTo>
                      <a:cubicBezTo>
                        <a:pt x="77939" y="23373"/>
                        <a:pt x="78439" y="22515"/>
                        <a:pt x="78427" y="21587"/>
                      </a:cubicBezTo>
                      <a:lnTo>
                        <a:pt x="78427" y="21384"/>
                      </a:lnTo>
                      <a:lnTo>
                        <a:pt x="78427" y="21194"/>
                      </a:lnTo>
                      <a:lnTo>
                        <a:pt x="78427" y="21003"/>
                      </a:lnTo>
                      <a:lnTo>
                        <a:pt x="78427" y="20801"/>
                      </a:lnTo>
                      <a:lnTo>
                        <a:pt x="78427" y="20610"/>
                      </a:lnTo>
                      <a:lnTo>
                        <a:pt x="78427" y="20420"/>
                      </a:lnTo>
                      <a:lnTo>
                        <a:pt x="78427" y="20217"/>
                      </a:lnTo>
                      <a:lnTo>
                        <a:pt x="78427" y="20027"/>
                      </a:lnTo>
                      <a:lnTo>
                        <a:pt x="78427" y="19836"/>
                      </a:lnTo>
                      <a:lnTo>
                        <a:pt x="78427" y="19634"/>
                      </a:lnTo>
                      <a:lnTo>
                        <a:pt x="78427" y="19444"/>
                      </a:lnTo>
                      <a:lnTo>
                        <a:pt x="78427" y="19253"/>
                      </a:lnTo>
                      <a:lnTo>
                        <a:pt x="78427" y="19051"/>
                      </a:lnTo>
                      <a:lnTo>
                        <a:pt x="78427" y="18860"/>
                      </a:lnTo>
                      <a:lnTo>
                        <a:pt x="78427" y="18670"/>
                      </a:lnTo>
                      <a:lnTo>
                        <a:pt x="78427" y="18467"/>
                      </a:lnTo>
                      <a:lnTo>
                        <a:pt x="78427" y="18277"/>
                      </a:lnTo>
                      <a:lnTo>
                        <a:pt x="78427" y="18086"/>
                      </a:lnTo>
                      <a:lnTo>
                        <a:pt x="78427" y="17884"/>
                      </a:lnTo>
                      <a:lnTo>
                        <a:pt x="78427" y="17693"/>
                      </a:lnTo>
                      <a:lnTo>
                        <a:pt x="78427" y="17503"/>
                      </a:lnTo>
                      <a:lnTo>
                        <a:pt x="78427" y="17300"/>
                      </a:lnTo>
                      <a:lnTo>
                        <a:pt x="78427" y="17110"/>
                      </a:lnTo>
                      <a:lnTo>
                        <a:pt x="78427" y="16919"/>
                      </a:lnTo>
                      <a:lnTo>
                        <a:pt x="78427" y="16717"/>
                      </a:lnTo>
                      <a:lnTo>
                        <a:pt x="78427" y="16527"/>
                      </a:lnTo>
                      <a:lnTo>
                        <a:pt x="78427" y="16336"/>
                      </a:lnTo>
                      <a:lnTo>
                        <a:pt x="78427" y="16146"/>
                      </a:lnTo>
                      <a:lnTo>
                        <a:pt x="78427" y="15943"/>
                      </a:lnTo>
                      <a:lnTo>
                        <a:pt x="78427" y="15753"/>
                      </a:lnTo>
                      <a:lnTo>
                        <a:pt x="78427" y="15562"/>
                      </a:lnTo>
                      <a:lnTo>
                        <a:pt x="78427" y="15360"/>
                      </a:lnTo>
                      <a:lnTo>
                        <a:pt x="78427" y="15169"/>
                      </a:lnTo>
                      <a:lnTo>
                        <a:pt x="78427" y="14979"/>
                      </a:lnTo>
                      <a:lnTo>
                        <a:pt x="78427" y="14776"/>
                      </a:lnTo>
                      <a:lnTo>
                        <a:pt x="78427" y="14586"/>
                      </a:lnTo>
                      <a:lnTo>
                        <a:pt x="78427" y="14395"/>
                      </a:lnTo>
                      <a:lnTo>
                        <a:pt x="78427" y="14193"/>
                      </a:lnTo>
                      <a:lnTo>
                        <a:pt x="78427" y="14002"/>
                      </a:lnTo>
                      <a:lnTo>
                        <a:pt x="78427" y="13812"/>
                      </a:lnTo>
                      <a:lnTo>
                        <a:pt x="78427" y="13609"/>
                      </a:lnTo>
                      <a:lnTo>
                        <a:pt x="78427" y="13419"/>
                      </a:lnTo>
                      <a:lnTo>
                        <a:pt x="78427" y="13228"/>
                      </a:lnTo>
                      <a:lnTo>
                        <a:pt x="78427" y="13026"/>
                      </a:lnTo>
                      <a:lnTo>
                        <a:pt x="78427" y="12836"/>
                      </a:lnTo>
                      <a:lnTo>
                        <a:pt x="78427" y="12645"/>
                      </a:lnTo>
                      <a:lnTo>
                        <a:pt x="78427" y="12443"/>
                      </a:lnTo>
                      <a:lnTo>
                        <a:pt x="78427" y="12252"/>
                      </a:lnTo>
                      <a:lnTo>
                        <a:pt x="78427" y="12062"/>
                      </a:lnTo>
                      <a:lnTo>
                        <a:pt x="78427" y="11859"/>
                      </a:lnTo>
                      <a:lnTo>
                        <a:pt x="78427" y="11669"/>
                      </a:lnTo>
                      <a:lnTo>
                        <a:pt x="78427" y="11478"/>
                      </a:lnTo>
                      <a:lnTo>
                        <a:pt x="78427" y="11276"/>
                      </a:lnTo>
                      <a:lnTo>
                        <a:pt x="78427" y="11085"/>
                      </a:lnTo>
                      <a:lnTo>
                        <a:pt x="78427" y="10895"/>
                      </a:lnTo>
                      <a:lnTo>
                        <a:pt x="78427" y="10692"/>
                      </a:lnTo>
                      <a:lnTo>
                        <a:pt x="78427" y="10502"/>
                      </a:lnTo>
                      <a:lnTo>
                        <a:pt x="78427" y="10311"/>
                      </a:lnTo>
                      <a:lnTo>
                        <a:pt x="78427" y="10109"/>
                      </a:lnTo>
                      <a:lnTo>
                        <a:pt x="78427" y="9919"/>
                      </a:lnTo>
                      <a:lnTo>
                        <a:pt x="78427" y="9728"/>
                      </a:lnTo>
                      <a:lnTo>
                        <a:pt x="78427" y="9526"/>
                      </a:lnTo>
                      <a:lnTo>
                        <a:pt x="78427" y="9335"/>
                      </a:lnTo>
                      <a:lnTo>
                        <a:pt x="78427" y="9145"/>
                      </a:lnTo>
                      <a:lnTo>
                        <a:pt x="78427" y="8942"/>
                      </a:lnTo>
                      <a:lnTo>
                        <a:pt x="78427" y="8752"/>
                      </a:lnTo>
                      <a:lnTo>
                        <a:pt x="78427" y="8561"/>
                      </a:lnTo>
                      <a:lnTo>
                        <a:pt x="78427" y="8359"/>
                      </a:lnTo>
                      <a:lnTo>
                        <a:pt x="78427" y="8168"/>
                      </a:lnTo>
                      <a:lnTo>
                        <a:pt x="78427" y="7978"/>
                      </a:lnTo>
                      <a:lnTo>
                        <a:pt x="78427" y="7775"/>
                      </a:lnTo>
                      <a:lnTo>
                        <a:pt x="78427" y="7585"/>
                      </a:lnTo>
                      <a:lnTo>
                        <a:pt x="78427" y="7394"/>
                      </a:lnTo>
                      <a:lnTo>
                        <a:pt x="78427" y="7192"/>
                      </a:lnTo>
                      <a:lnTo>
                        <a:pt x="78427" y="7002"/>
                      </a:lnTo>
                      <a:lnTo>
                        <a:pt x="78427" y="6811"/>
                      </a:lnTo>
                      <a:lnTo>
                        <a:pt x="78427" y="6609"/>
                      </a:lnTo>
                      <a:lnTo>
                        <a:pt x="78427" y="6418"/>
                      </a:lnTo>
                      <a:lnTo>
                        <a:pt x="78427" y="6228"/>
                      </a:lnTo>
                      <a:lnTo>
                        <a:pt x="78427" y="6025"/>
                      </a:lnTo>
                      <a:lnTo>
                        <a:pt x="78427" y="5835"/>
                      </a:lnTo>
                      <a:lnTo>
                        <a:pt x="78427" y="5644"/>
                      </a:lnTo>
                      <a:lnTo>
                        <a:pt x="78427" y="5442"/>
                      </a:lnTo>
                      <a:lnTo>
                        <a:pt x="78427" y="5251"/>
                      </a:lnTo>
                      <a:lnTo>
                        <a:pt x="78427" y="5061"/>
                      </a:lnTo>
                      <a:lnTo>
                        <a:pt x="78427" y="4858"/>
                      </a:lnTo>
                      <a:lnTo>
                        <a:pt x="78427" y="4668"/>
                      </a:lnTo>
                      <a:lnTo>
                        <a:pt x="78427" y="4477"/>
                      </a:lnTo>
                      <a:lnTo>
                        <a:pt x="78427" y="4275"/>
                      </a:lnTo>
                      <a:lnTo>
                        <a:pt x="78427" y="4085"/>
                      </a:lnTo>
                      <a:lnTo>
                        <a:pt x="78427" y="3894"/>
                      </a:lnTo>
                      <a:lnTo>
                        <a:pt x="78427" y="3692"/>
                      </a:lnTo>
                      <a:lnTo>
                        <a:pt x="78427" y="3501"/>
                      </a:lnTo>
                      <a:lnTo>
                        <a:pt x="78427" y="3311"/>
                      </a:lnTo>
                      <a:lnTo>
                        <a:pt x="78427" y="3108"/>
                      </a:lnTo>
                      <a:lnTo>
                        <a:pt x="78427" y="2918"/>
                      </a:lnTo>
                      <a:lnTo>
                        <a:pt x="78427" y="2727"/>
                      </a:lnTo>
                      <a:lnTo>
                        <a:pt x="78427" y="2525"/>
                      </a:lnTo>
                      <a:lnTo>
                        <a:pt x="78427" y="2334"/>
                      </a:lnTo>
                      <a:lnTo>
                        <a:pt x="78427" y="2144"/>
                      </a:lnTo>
                      <a:lnTo>
                        <a:pt x="78427" y="1941"/>
                      </a:lnTo>
                      <a:lnTo>
                        <a:pt x="78427" y="1751"/>
                      </a:lnTo>
                      <a:lnTo>
                        <a:pt x="78427" y="1560"/>
                      </a:lnTo>
                      <a:lnTo>
                        <a:pt x="78427" y="1358"/>
                      </a:lnTo>
                      <a:lnTo>
                        <a:pt x="78427" y="1167"/>
                      </a:lnTo>
                      <a:lnTo>
                        <a:pt x="78427" y="977"/>
                      </a:lnTo>
                      <a:lnTo>
                        <a:pt x="78427" y="775"/>
                      </a:lnTo>
                      <a:lnTo>
                        <a:pt x="78427" y="584"/>
                      </a:lnTo>
                      <a:lnTo>
                        <a:pt x="78427" y="394"/>
                      </a:lnTo>
                      <a:lnTo>
                        <a:pt x="78427" y="191"/>
                      </a:lnTo>
                      <a:lnTo>
                        <a:pt x="78427" y="1"/>
                      </a:lnTo>
                      <a:lnTo>
                        <a:pt x="78212" y="1"/>
                      </a:lnTo>
                      <a:cubicBezTo>
                        <a:pt x="78224" y="858"/>
                        <a:pt x="77760" y="1644"/>
                        <a:pt x="77022" y="2072"/>
                      </a:cubicBezTo>
                      <a:lnTo>
                        <a:pt x="41720" y="22444"/>
                      </a:lnTo>
                      <a:cubicBezTo>
                        <a:pt x="40946" y="22890"/>
                        <a:pt x="40083" y="23114"/>
                        <a:pt x="39218" y="23114"/>
                      </a:cubicBezTo>
                      <a:cubicBezTo>
                        <a:pt x="38353" y="23114"/>
                        <a:pt x="37487" y="22890"/>
                        <a:pt x="36707" y="22444"/>
                      </a:cubicBezTo>
                      <a:lnTo>
                        <a:pt x="1417" y="2072"/>
                      </a:lnTo>
                      <a:cubicBezTo>
                        <a:pt x="667" y="1644"/>
                        <a:pt x="215" y="858"/>
                        <a:pt x="226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A0FDF1">
                        <a:alpha val="41568"/>
                        <a:alpha val="41520"/>
                      </a:srgbClr>
                    </a:gs>
                    <a:gs pos="100000">
                      <a:srgbClr val="FFFFFF">
                        <a:alpha val="37254"/>
                        <a:alpha val="4152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38" name="Google Shape;1938;p21"/>
                <p:cNvSpPr/>
                <p:nvPr/>
              </p:nvSpPr>
              <p:spPr>
                <a:xfrm>
                  <a:off x="5553063" y="1487604"/>
                  <a:ext cx="1981525" cy="116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261" h="46572" extrusionOk="0">
                      <a:moveTo>
                        <a:pt x="39635" y="1"/>
                      </a:moveTo>
                      <a:cubicBezTo>
                        <a:pt x="38749" y="1"/>
                        <a:pt x="37862" y="230"/>
                        <a:pt x="37065" y="688"/>
                      </a:cubicBezTo>
                      <a:lnTo>
                        <a:pt x="1679" y="21119"/>
                      </a:lnTo>
                      <a:cubicBezTo>
                        <a:pt x="1" y="22084"/>
                        <a:pt x="1" y="24489"/>
                        <a:pt x="1679" y="25453"/>
                      </a:cubicBezTo>
                      <a:lnTo>
                        <a:pt x="37065" y="45884"/>
                      </a:lnTo>
                      <a:cubicBezTo>
                        <a:pt x="37862" y="46343"/>
                        <a:pt x="38749" y="46572"/>
                        <a:pt x="39635" y="46572"/>
                      </a:cubicBezTo>
                      <a:cubicBezTo>
                        <a:pt x="40520" y="46572"/>
                        <a:pt x="41405" y="46343"/>
                        <a:pt x="42196" y="45884"/>
                      </a:cubicBezTo>
                      <a:lnTo>
                        <a:pt x="77594" y="25453"/>
                      </a:lnTo>
                      <a:cubicBezTo>
                        <a:pt x="79260" y="24489"/>
                        <a:pt x="79260" y="22084"/>
                        <a:pt x="77594" y="21119"/>
                      </a:cubicBezTo>
                      <a:lnTo>
                        <a:pt x="42196" y="688"/>
                      </a:lnTo>
                      <a:cubicBezTo>
                        <a:pt x="41405" y="230"/>
                        <a:pt x="40520" y="1"/>
                        <a:pt x="39635" y="1"/>
                      </a:cubicBezTo>
                      <a:close/>
                    </a:path>
                  </a:pathLst>
                </a:custGeom>
                <a:solidFill>
                  <a:srgbClr val="A0FDF1">
                    <a:alpha val="4152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939" name="Google Shape;1939;p21"/>
            <p:cNvGrpSpPr/>
            <p:nvPr/>
          </p:nvGrpSpPr>
          <p:grpSpPr>
            <a:xfrm>
              <a:off x="4878013" y="2713047"/>
              <a:ext cx="598632" cy="805372"/>
              <a:chOff x="3478424" y="1308364"/>
              <a:chExt cx="2187185" cy="2942536"/>
            </a:xfrm>
          </p:grpSpPr>
          <p:sp>
            <p:nvSpPr>
              <p:cNvPr id="1940" name="Google Shape;1940;p21"/>
              <p:cNvSpPr/>
              <p:nvPr/>
            </p:nvSpPr>
            <p:spPr>
              <a:xfrm>
                <a:off x="3485139" y="2969821"/>
                <a:ext cx="2180470" cy="1281079"/>
              </a:xfrm>
              <a:custGeom>
                <a:avLst/>
                <a:gdLst/>
                <a:ahLst/>
                <a:cxnLst/>
                <a:rect l="l" t="t" r="r" b="b"/>
                <a:pathLst>
                  <a:path w="79261" h="46572" extrusionOk="0">
                    <a:moveTo>
                      <a:pt x="39635" y="1"/>
                    </a:moveTo>
                    <a:cubicBezTo>
                      <a:pt x="38749" y="1"/>
                      <a:pt x="37862" y="230"/>
                      <a:pt x="37065" y="688"/>
                    </a:cubicBezTo>
                    <a:lnTo>
                      <a:pt x="1679" y="21119"/>
                    </a:lnTo>
                    <a:cubicBezTo>
                      <a:pt x="1" y="22084"/>
                      <a:pt x="1" y="24489"/>
                      <a:pt x="1679" y="25453"/>
                    </a:cubicBezTo>
                    <a:lnTo>
                      <a:pt x="37065" y="45884"/>
                    </a:lnTo>
                    <a:cubicBezTo>
                      <a:pt x="37862" y="46343"/>
                      <a:pt x="38749" y="46572"/>
                      <a:pt x="39635" y="46572"/>
                    </a:cubicBezTo>
                    <a:cubicBezTo>
                      <a:pt x="40520" y="46572"/>
                      <a:pt x="41405" y="46343"/>
                      <a:pt x="42196" y="45884"/>
                    </a:cubicBezTo>
                    <a:lnTo>
                      <a:pt x="77594" y="25453"/>
                    </a:lnTo>
                    <a:cubicBezTo>
                      <a:pt x="79260" y="24489"/>
                      <a:pt x="79260" y="22084"/>
                      <a:pt x="77594" y="21119"/>
                    </a:cubicBezTo>
                    <a:lnTo>
                      <a:pt x="42196" y="688"/>
                    </a:lnTo>
                    <a:cubicBezTo>
                      <a:pt x="41405" y="230"/>
                      <a:pt x="40520" y="1"/>
                      <a:pt x="3963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1" name="Google Shape;1941;p21"/>
              <p:cNvSpPr/>
              <p:nvPr/>
            </p:nvSpPr>
            <p:spPr>
              <a:xfrm>
                <a:off x="3793045" y="1947520"/>
                <a:ext cx="1550129" cy="2096604"/>
              </a:xfrm>
              <a:custGeom>
                <a:avLst/>
                <a:gdLst/>
                <a:ahLst/>
                <a:cxnLst/>
                <a:rect l="l" t="t" r="r" b="b"/>
                <a:pathLst>
                  <a:path w="52721" h="71307" extrusionOk="0">
                    <a:moveTo>
                      <a:pt x="52709" y="0"/>
                    </a:moveTo>
                    <a:lnTo>
                      <a:pt x="0" y="0"/>
                    </a:lnTo>
                    <a:lnTo>
                      <a:pt x="0" y="55495"/>
                    </a:lnTo>
                    <a:cubicBezTo>
                      <a:pt x="0" y="56090"/>
                      <a:pt x="321" y="56650"/>
                      <a:pt x="845" y="56948"/>
                    </a:cubicBezTo>
                    <a:lnTo>
                      <a:pt x="24646" y="70699"/>
                    </a:lnTo>
                    <a:cubicBezTo>
                      <a:pt x="25706" y="71306"/>
                      <a:pt x="27027" y="71306"/>
                      <a:pt x="28087" y="70699"/>
                    </a:cubicBezTo>
                    <a:lnTo>
                      <a:pt x="51876" y="56948"/>
                    </a:lnTo>
                    <a:cubicBezTo>
                      <a:pt x="52399" y="56650"/>
                      <a:pt x="52721" y="56090"/>
                      <a:pt x="52721" y="55495"/>
                    </a:cubicBezTo>
                    <a:lnTo>
                      <a:pt x="52721" y="5549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2" name="Google Shape;1942;p21"/>
              <p:cNvSpPr/>
              <p:nvPr/>
            </p:nvSpPr>
            <p:spPr>
              <a:xfrm>
                <a:off x="3784988" y="1482593"/>
                <a:ext cx="1566242" cy="929825"/>
              </a:xfrm>
              <a:custGeom>
                <a:avLst/>
                <a:gdLst/>
                <a:ahLst/>
                <a:cxnLst/>
                <a:rect l="l" t="t" r="r" b="b"/>
                <a:pathLst>
                  <a:path w="53269" h="31624" extrusionOk="0">
                    <a:moveTo>
                      <a:pt x="24920" y="31004"/>
                    </a:moveTo>
                    <a:lnTo>
                      <a:pt x="1119" y="17265"/>
                    </a:lnTo>
                    <a:cubicBezTo>
                      <a:pt x="0" y="16622"/>
                      <a:pt x="0" y="15002"/>
                      <a:pt x="1119" y="14359"/>
                    </a:cubicBezTo>
                    <a:lnTo>
                      <a:pt x="24920" y="620"/>
                    </a:lnTo>
                    <a:cubicBezTo>
                      <a:pt x="25980" y="1"/>
                      <a:pt x="27301" y="1"/>
                      <a:pt x="28361" y="620"/>
                    </a:cubicBezTo>
                    <a:lnTo>
                      <a:pt x="52150" y="14359"/>
                    </a:lnTo>
                    <a:cubicBezTo>
                      <a:pt x="53269" y="15002"/>
                      <a:pt x="53269" y="16622"/>
                      <a:pt x="52150" y="17265"/>
                    </a:cubicBezTo>
                    <a:lnTo>
                      <a:pt x="28361" y="31004"/>
                    </a:lnTo>
                    <a:cubicBezTo>
                      <a:pt x="27289" y="31624"/>
                      <a:pt x="25980" y="31624"/>
                      <a:pt x="24920" y="3100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3" name="Google Shape;1943;p21"/>
              <p:cNvSpPr/>
              <p:nvPr/>
            </p:nvSpPr>
            <p:spPr>
              <a:xfrm>
                <a:off x="3818244" y="2089627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7"/>
                    </a:moveTo>
                    <a:lnTo>
                      <a:pt x="0" y="1561"/>
                    </a:lnTo>
                    <a:lnTo>
                      <a:pt x="0" y="1"/>
                    </a:lnTo>
                    <a:lnTo>
                      <a:pt x="24194" y="1395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4" name="Google Shape;1944;p21"/>
              <p:cNvSpPr/>
              <p:nvPr/>
            </p:nvSpPr>
            <p:spPr>
              <a:xfrm>
                <a:off x="3818244" y="2153697"/>
                <a:ext cx="711364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9" extrusionOk="0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5" name="Google Shape;1945;p21"/>
              <p:cNvSpPr/>
              <p:nvPr/>
            </p:nvSpPr>
            <p:spPr>
              <a:xfrm>
                <a:off x="3818244" y="2218120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6" name="Google Shape;1946;p21"/>
              <p:cNvSpPr/>
              <p:nvPr/>
            </p:nvSpPr>
            <p:spPr>
              <a:xfrm>
                <a:off x="3818244" y="2282543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7" name="Google Shape;1947;p21"/>
              <p:cNvSpPr/>
              <p:nvPr/>
            </p:nvSpPr>
            <p:spPr>
              <a:xfrm>
                <a:off x="3818244" y="2346966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8" name="Google Shape;1948;p21"/>
              <p:cNvSpPr/>
              <p:nvPr/>
            </p:nvSpPr>
            <p:spPr>
              <a:xfrm>
                <a:off x="3818244" y="246178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9" name="Google Shape;1949;p21"/>
              <p:cNvSpPr/>
              <p:nvPr/>
            </p:nvSpPr>
            <p:spPr>
              <a:xfrm>
                <a:off x="3818244" y="2526209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0" name="Google Shape;1950;p21"/>
              <p:cNvSpPr/>
              <p:nvPr/>
            </p:nvSpPr>
            <p:spPr>
              <a:xfrm>
                <a:off x="3818244" y="2590250"/>
                <a:ext cx="711364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9" extrusionOk="0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1" name="Google Shape;1951;p21"/>
              <p:cNvSpPr/>
              <p:nvPr/>
            </p:nvSpPr>
            <p:spPr>
              <a:xfrm>
                <a:off x="3818244" y="2654673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2" name="Google Shape;1952;p21"/>
              <p:cNvSpPr/>
              <p:nvPr/>
            </p:nvSpPr>
            <p:spPr>
              <a:xfrm>
                <a:off x="3818244" y="271909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3" name="Google Shape;1953;p21"/>
              <p:cNvSpPr/>
              <p:nvPr/>
            </p:nvSpPr>
            <p:spPr>
              <a:xfrm>
                <a:off x="3818244" y="283391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4" name="Google Shape;1954;p21"/>
              <p:cNvSpPr/>
              <p:nvPr/>
            </p:nvSpPr>
            <p:spPr>
              <a:xfrm>
                <a:off x="3818244" y="2898339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5" name="Google Shape;1955;p21"/>
              <p:cNvSpPr/>
              <p:nvPr/>
            </p:nvSpPr>
            <p:spPr>
              <a:xfrm>
                <a:off x="3818244" y="2962762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6" name="Google Shape;1956;p21"/>
              <p:cNvSpPr/>
              <p:nvPr/>
            </p:nvSpPr>
            <p:spPr>
              <a:xfrm>
                <a:off x="3818244" y="3026803"/>
                <a:ext cx="711364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9" extrusionOk="0">
                    <a:moveTo>
                      <a:pt x="24194" y="15539"/>
                    </a:moveTo>
                    <a:lnTo>
                      <a:pt x="0" y="1573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7" name="Google Shape;1957;p21"/>
              <p:cNvSpPr/>
              <p:nvPr/>
            </p:nvSpPr>
            <p:spPr>
              <a:xfrm>
                <a:off x="3818244" y="309122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8" name="Google Shape;1958;p21"/>
              <p:cNvSpPr/>
              <p:nvPr/>
            </p:nvSpPr>
            <p:spPr>
              <a:xfrm>
                <a:off x="3818244" y="320604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7"/>
                    </a:moveTo>
                    <a:lnTo>
                      <a:pt x="0" y="1573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9" name="Google Shape;1959;p21"/>
              <p:cNvSpPr/>
              <p:nvPr/>
            </p:nvSpPr>
            <p:spPr>
              <a:xfrm>
                <a:off x="3818244" y="3270469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0" name="Google Shape;1960;p21"/>
              <p:cNvSpPr/>
              <p:nvPr/>
            </p:nvSpPr>
            <p:spPr>
              <a:xfrm>
                <a:off x="3818244" y="3334892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1" name="Google Shape;1961;p21"/>
              <p:cNvSpPr/>
              <p:nvPr/>
            </p:nvSpPr>
            <p:spPr>
              <a:xfrm>
                <a:off x="3818244" y="3399315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2" name="Google Shape;1962;p21"/>
              <p:cNvSpPr/>
              <p:nvPr/>
            </p:nvSpPr>
            <p:spPr>
              <a:xfrm>
                <a:off x="3818244" y="3463385"/>
                <a:ext cx="711364" cy="456856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8" extrusionOk="0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3" name="Google Shape;1963;p21"/>
              <p:cNvSpPr/>
              <p:nvPr/>
            </p:nvSpPr>
            <p:spPr>
              <a:xfrm>
                <a:off x="4606639" y="2089627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7"/>
                    </a:moveTo>
                    <a:lnTo>
                      <a:pt x="24182" y="1561"/>
                    </a:lnTo>
                    <a:lnTo>
                      <a:pt x="24182" y="1"/>
                    </a:lnTo>
                    <a:lnTo>
                      <a:pt x="0" y="1395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4" name="Google Shape;1964;p21"/>
              <p:cNvSpPr/>
              <p:nvPr/>
            </p:nvSpPr>
            <p:spPr>
              <a:xfrm>
                <a:off x="4606639" y="2153697"/>
                <a:ext cx="711011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9" extrusionOk="0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5" name="Google Shape;1965;p21"/>
              <p:cNvSpPr/>
              <p:nvPr/>
            </p:nvSpPr>
            <p:spPr>
              <a:xfrm>
                <a:off x="4606639" y="2218120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6" name="Google Shape;1966;p21"/>
              <p:cNvSpPr/>
              <p:nvPr/>
            </p:nvSpPr>
            <p:spPr>
              <a:xfrm>
                <a:off x="4606639" y="2282543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7" name="Google Shape;1967;p21"/>
              <p:cNvSpPr/>
              <p:nvPr/>
            </p:nvSpPr>
            <p:spPr>
              <a:xfrm>
                <a:off x="4606639" y="2346966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8" name="Google Shape;1968;p21"/>
              <p:cNvSpPr/>
              <p:nvPr/>
            </p:nvSpPr>
            <p:spPr>
              <a:xfrm>
                <a:off x="4606639" y="246178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9" name="Google Shape;1969;p21"/>
              <p:cNvSpPr/>
              <p:nvPr/>
            </p:nvSpPr>
            <p:spPr>
              <a:xfrm>
                <a:off x="4606639" y="2526209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0" name="Google Shape;1970;p21"/>
              <p:cNvSpPr/>
              <p:nvPr/>
            </p:nvSpPr>
            <p:spPr>
              <a:xfrm>
                <a:off x="4606639" y="2590250"/>
                <a:ext cx="711011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9" extrusionOk="0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1" name="Google Shape;1971;p21"/>
              <p:cNvSpPr/>
              <p:nvPr/>
            </p:nvSpPr>
            <p:spPr>
              <a:xfrm>
                <a:off x="4606639" y="2654673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2" name="Google Shape;1972;p21"/>
              <p:cNvSpPr/>
              <p:nvPr/>
            </p:nvSpPr>
            <p:spPr>
              <a:xfrm>
                <a:off x="4606639" y="271909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3" name="Google Shape;1973;p21"/>
              <p:cNvSpPr/>
              <p:nvPr/>
            </p:nvSpPr>
            <p:spPr>
              <a:xfrm>
                <a:off x="4606639" y="283391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4" name="Google Shape;1974;p21"/>
              <p:cNvSpPr/>
              <p:nvPr/>
            </p:nvSpPr>
            <p:spPr>
              <a:xfrm>
                <a:off x="4606639" y="2898339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5" name="Google Shape;1975;p21"/>
              <p:cNvSpPr/>
              <p:nvPr/>
            </p:nvSpPr>
            <p:spPr>
              <a:xfrm>
                <a:off x="4606639" y="2962762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6" name="Google Shape;1976;p21"/>
              <p:cNvSpPr/>
              <p:nvPr/>
            </p:nvSpPr>
            <p:spPr>
              <a:xfrm>
                <a:off x="4606639" y="3026803"/>
                <a:ext cx="711011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9" extrusionOk="0">
                    <a:moveTo>
                      <a:pt x="0" y="15539"/>
                    </a:moveTo>
                    <a:lnTo>
                      <a:pt x="24182" y="1573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7" name="Google Shape;1977;p21"/>
              <p:cNvSpPr/>
              <p:nvPr/>
            </p:nvSpPr>
            <p:spPr>
              <a:xfrm>
                <a:off x="4606639" y="309122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8" name="Google Shape;1978;p21"/>
              <p:cNvSpPr/>
              <p:nvPr/>
            </p:nvSpPr>
            <p:spPr>
              <a:xfrm>
                <a:off x="4606639" y="320604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7"/>
                    </a:moveTo>
                    <a:lnTo>
                      <a:pt x="24182" y="1573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9" name="Google Shape;1979;p21"/>
              <p:cNvSpPr/>
              <p:nvPr/>
            </p:nvSpPr>
            <p:spPr>
              <a:xfrm>
                <a:off x="4606639" y="3270469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0" name="Google Shape;1980;p21"/>
              <p:cNvSpPr/>
              <p:nvPr/>
            </p:nvSpPr>
            <p:spPr>
              <a:xfrm>
                <a:off x="4606639" y="3334892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1" name="Google Shape;1981;p21"/>
              <p:cNvSpPr/>
              <p:nvPr/>
            </p:nvSpPr>
            <p:spPr>
              <a:xfrm>
                <a:off x="4606639" y="3399315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2" name="Google Shape;1982;p21"/>
              <p:cNvSpPr/>
              <p:nvPr/>
            </p:nvSpPr>
            <p:spPr>
              <a:xfrm>
                <a:off x="4606639" y="3463385"/>
                <a:ext cx="711011" cy="456856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8" extrusionOk="0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983" name="Google Shape;1983;p21"/>
              <p:cNvGrpSpPr/>
              <p:nvPr/>
            </p:nvGrpSpPr>
            <p:grpSpPr>
              <a:xfrm>
                <a:off x="3478424" y="1308364"/>
                <a:ext cx="2180470" cy="1878295"/>
                <a:chOff x="5553063" y="1487604"/>
                <a:chExt cx="1981525" cy="1707075"/>
              </a:xfrm>
            </p:grpSpPr>
            <p:sp>
              <p:nvSpPr>
                <p:cNvPr id="1984" name="Google Shape;1984;p21"/>
                <p:cNvSpPr/>
                <p:nvPr/>
              </p:nvSpPr>
              <p:spPr>
                <a:xfrm>
                  <a:off x="5563488" y="2071829"/>
                  <a:ext cx="1960975" cy="1122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439" h="44914" extrusionOk="0">
                      <a:moveTo>
                        <a:pt x="12" y="1"/>
                      </a:moveTo>
                      <a:cubicBezTo>
                        <a:pt x="12" y="72"/>
                        <a:pt x="12" y="132"/>
                        <a:pt x="12" y="191"/>
                      </a:cubicBezTo>
                      <a:cubicBezTo>
                        <a:pt x="12" y="263"/>
                        <a:pt x="12" y="322"/>
                        <a:pt x="12" y="394"/>
                      </a:cubicBezTo>
                      <a:cubicBezTo>
                        <a:pt x="12" y="453"/>
                        <a:pt x="12" y="525"/>
                        <a:pt x="12" y="584"/>
                      </a:cubicBezTo>
                      <a:cubicBezTo>
                        <a:pt x="12" y="656"/>
                        <a:pt x="12" y="715"/>
                        <a:pt x="12" y="775"/>
                      </a:cubicBezTo>
                      <a:cubicBezTo>
                        <a:pt x="12" y="846"/>
                        <a:pt x="12" y="906"/>
                        <a:pt x="12" y="977"/>
                      </a:cubicBezTo>
                      <a:cubicBezTo>
                        <a:pt x="12" y="1037"/>
                        <a:pt x="12" y="1108"/>
                        <a:pt x="12" y="1167"/>
                      </a:cubicBezTo>
                      <a:cubicBezTo>
                        <a:pt x="12" y="1239"/>
                        <a:pt x="12" y="1298"/>
                        <a:pt x="12" y="1358"/>
                      </a:cubicBezTo>
                      <a:cubicBezTo>
                        <a:pt x="12" y="1429"/>
                        <a:pt x="12" y="1489"/>
                        <a:pt x="12" y="1560"/>
                      </a:cubicBezTo>
                      <a:cubicBezTo>
                        <a:pt x="12" y="1620"/>
                        <a:pt x="12" y="1691"/>
                        <a:pt x="12" y="1751"/>
                      </a:cubicBezTo>
                      <a:cubicBezTo>
                        <a:pt x="12" y="1822"/>
                        <a:pt x="12" y="1882"/>
                        <a:pt x="12" y="1941"/>
                      </a:cubicBezTo>
                      <a:cubicBezTo>
                        <a:pt x="12" y="2013"/>
                        <a:pt x="12" y="2072"/>
                        <a:pt x="12" y="2144"/>
                      </a:cubicBezTo>
                      <a:cubicBezTo>
                        <a:pt x="12" y="2203"/>
                        <a:pt x="12" y="2275"/>
                        <a:pt x="12" y="2334"/>
                      </a:cubicBezTo>
                      <a:cubicBezTo>
                        <a:pt x="12" y="2406"/>
                        <a:pt x="12" y="2465"/>
                        <a:pt x="12" y="2525"/>
                      </a:cubicBezTo>
                      <a:cubicBezTo>
                        <a:pt x="12" y="2596"/>
                        <a:pt x="12" y="2656"/>
                        <a:pt x="12" y="2727"/>
                      </a:cubicBezTo>
                      <a:cubicBezTo>
                        <a:pt x="12" y="2787"/>
                        <a:pt x="12" y="2858"/>
                        <a:pt x="12" y="2918"/>
                      </a:cubicBezTo>
                      <a:cubicBezTo>
                        <a:pt x="12" y="2989"/>
                        <a:pt x="12" y="3049"/>
                        <a:pt x="12" y="3108"/>
                      </a:cubicBezTo>
                      <a:cubicBezTo>
                        <a:pt x="12" y="3180"/>
                        <a:pt x="12" y="3239"/>
                        <a:pt x="12" y="3311"/>
                      </a:cubicBezTo>
                      <a:cubicBezTo>
                        <a:pt x="12" y="3370"/>
                        <a:pt x="12" y="3442"/>
                        <a:pt x="12" y="3501"/>
                      </a:cubicBezTo>
                      <a:cubicBezTo>
                        <a:pt x="12" y="3573"/>
                        <a:pt x="12" y="3632"/>
                        <a:pt x="12" y="3692"/>
                      </a:cubicBezTo>
                      <a:cubicBezTo>
                        <a:pt x="12" y="3763"/>
                        <a:pt x="12" y="3823"/>
                        <a:pt x="12" y="3894"/>
                      </a:cubicBezTo>
                      <a:cubicBezTo>
                        <a:pt x="12" y="3954"/>
                        <a:pt x="12" y="4025"/>
                        <a:pt x="12" y="4085"/>
                      </a:cubicBezTo>
                      <a:cubicBezTo>
                        <a:pt x="12" y="4156"/>
                        <a:pt x="12" y="4215"/>
                        <a:pt x="12" y="4275"/>
                      </a:cubicBezTo>
                      <a:cubicBezTo>
                        <a:pt x="12" y="4346"/>
                        <a:pt x="12" y="4406"/>
                        <a:pt x="12" y="4477"/>
                      </a:cubicBezTo>
                      <a:cubicBezTo>
                        <a:pt x="12" y="4537"/>
                        <a:pt x="12" y="4608"/>
                        <a:pt x="12" y="4668"/>
                      </a:cubicBezTo>
                      <a:cubicBezTo>
                        <a:pt x="12" y="4739"/>
                        <a:pt x="12" y="4799"/>
                        <a:pt x="12" y="4858"/>
                      </a:cubicBezTo>
                      <a:cubicBezTo>
                        <a:pt x="12" y="4930"/>
                        <a:pt x="12" y="4989"/>
                        <a:pt x="12" y="5061"/>
                      </a:cubicBezTo>
                      <a:cubicBezTo>
                        <a:pt x="12" y="5120"/>
                        <a:pt x="12" y="5192"/>
                        <a:pt x="12" y="5251"/>
                      </a:cubicBezTo>
                      <a:cubicBezTo>
                        <a:pt x="12" y="5323"/>
                        <a:pt x="12" y="5382"/>
                        <a:pt x="12" y="5442"/>
                      </a:cubicBezTo>
                      <a:cubicBezTo>
                        <a:pt x="12" y="5513"/>
                        <a:pt x="12" y="5573"/>
                        <a:pt x="12" y="5644"/>
                      </a:cubicBezTo>
                      <a:cubicBezTo>
                        <a:pt x="12" y="5704"/>
                        <a:pt x="12" y="5775"/>
                        <a:pt x="12" y="5835"/>
                      </a:cubicBezTo>
                      <a:cubicBezTo>
                        <a:pt x="12" y="5906"/>
                        <a:pt x="12" y="5966"/>
                        <a:pt x="12" y="6025"/>
                      </a:cubicBezTo>
                      <a:cubicBezTo>
                        <a:pt x="12" y="6097"/>
                        <a:pt x="12" y="6156"/>
                        <a:pt x="12" y="6228"/>
                      </a:cubicBezTo>
                      <a:cubicBezTo>
                        <a:pt x="12" y="6287"/>
                        <a:pt x="12" y="6359"/>
                        <a:pt x="12" y="6418"/>
                      </a:cubicBezTo>
                      <a:cubicBezTo>
                        <a:pt x="12" y="6490"/>
                        <a:pt x="12" y="6549"/>
                        <a:pt x="12" y="6609"/>
                      </a:cubicBezTo>
                      <a:cubicBezTo>
                        <a:pt x="12" y="6680"/>
                        <a:pt x="12" y="6740"/>
                        <a:pt x="12" y="6811"/>
                      </a:cubicBezTo>
                      <a:cubicBezTo>
                        <a:pt x="12" y="6871"/>
                        <a:pt x="12" y="6942"/>
                        <a:pt x="12" y="7002"/>
                      </a:cubicBezTo>
                      <a:cubicBezTo>
                        <a:pt x="12" y="7073"/>
                        <a:pt x="12" y="7132"/>
                        <a:pt x="12" y="7192"/>
                      </a:cubicBezTo>
                      <a:cubicBezTo>
                        <a:pt x="12" y="7263"/>
                        <a:pt x="12" y="7323"/>
                        <a:pt x="12" y="7394"/>
                      </a:cubicBezTo>
                      <a:cubicBezTo>
                        <a:pt x="12" y="7454"/>
                        <a:pt x="12" y="7525"/>
                        <a:pt x="12" y="7585"/>
                      </a:cubicBezTo>
                      <a:cubicBezTo>
                        <a:pt x="12" y="7656"/>
                        <a:pt x="12" y="7716"/>
                        <a:pt x="12" y="7775"/>
                      </a:cubicBezTo>
                      <a:cubicBezTo>
                        <a:pt x="12" y="7847"/>
                        <a:pt x="12" y="7906"/>
                        <a:pt x="12" y="7978"/>
                      </a:cubicBezTo>
                      <a:cubicBezTo>
                        <a:pt x="12" y="8037"/>
                        <a:pt x="12" y="8109"/>
                        <a:pt x="12" y="8168"/>
                      </a:cubicBezTo>
                      <a:cubicBezTo>
                        <a:pt x="12" y="8228"/>
                        <a:pt x="12" y="8299"/>
                        <a:pt x="12" y="8359"/>
                      </a:cubicBezTo>
                      <a:cubicBezTo>
                        <a:pt x="12" y="8430"/>
                        <a:pt x="12" y="8490"/>
                        <a:pt x="12" y="8561"/>
                      </a:cubicBezTo>
                      <a:cubicBezTo>
                        <a:pt x="12" y="8621"/>
                        <a:pt x="12" y="8692"/>
                        <a:pt x="12" y="8752"/>
                      </a:cubicBezTo>
                      <a:cubicBezTo>
                        <a:pt x="12" y="8811"/>
                        <a:pt x="12" y="8883"/>
                        <a:pt x="12" y="8942"/>
                      </a:cubicBezTo>
                      <a:cubicBezTo>
                        <a:pt x="12" y="9014"/>
                        <a:pt x="12" y="9073"/>
                        <a:pt x="12" y="9145"/>
                      </a:cubicBezTo>
                      <a:cubicBezTo>
                        <a:pt x="12" y="9204"/>
                        <a:pt x="12" y="9276"/>
                        <a:pt x="12" y="9335"/>
                      </a:cubicBezTo>
                      <a:cubicBezTo>
                        <a:pt x="12" y="9395"/>
                        <a:pt x="12" y="9466"/>
                        <a:pt x="12" y="9526"/>
                      </a:cubicBezTo>
                      <a:cubicBezTo>
                        <a:pt x="12" y="9597"/>
                        <a:pt x="12" y="9657"/>
                        <a:pt x="12" y="9728"/>
                      </a:cubicBezTo>
                      <a:cubicBezTo>
                        <a:pt x="12" y="9788"/>
                        <a:pt x="12" y="9859"/>
                        <a:pt x="12" y="9919"/>
                      </a:cubicBezTo>
                      <a:cubicBezTo>
                        <a:pt x="12" y="9978"/>
                        <a:pt x="12" y="10050"/>
                        <a:pt x="12" y="10109"/>
                      </a:cubicBezTo>
                      <a:cubicBezTo>
                        <a:pt x="12" y="10180"/>
                        <a:pt x="12" y="10240"/>
                        <a:pt x="12" y="10311"/>
                      </a:cubicBezTo>
                      <a:cubicBezTo>
                        <a:pt x="12" y="10371"/>
                        <a:pt x="12" y="10442"/>
                        <a:pt x="12" y="10502"/>
                      </a:cubicBezTo>
                      <a:cubicBezTo>
                        <a:pt x="12" y="10561"/>
                        <a:pt x="12" y="10633"/>
                        <a:pt x="12" y="10692"/>
                      </a:cubicBezTo>
                      <a:cubicBezTo>
                        <a:pt x="12" y="10764"/>
                        <a:pt x="12" y="10823"/>
                        <a:pt x="12" y="10895"/>
                      </a:cubicBezTo>
                      <a:cubicBezTo>
                        <a:pt x="12" y="10954"/>
                        <a:pt x="12" y="11026"/>
                        <a:pt x="12" y="11085"/>
                      </a:cubicBezTo>
                      <a:cubicBezTo>
                        <a:pt x="12" y="11145"/>
                        <a:pt x="12" y="11216"/>
                        <a:pt x="12" y="11276"/>
                      </a:cubicBezTo>
                      <a:cubicBezTo>
                        <a:pt x="12" y="11347"/>
                        <a:pt x="12" y="11407"/>
                        <a:pt x="12" y="11478"/>
                      </a:cubicBezTo>
                      <a:cubicBezTo>
                        <a:pt x="12" y="11538"/>
                        <a:pt x="12" y="11609"/>
                        <a:pt x="12" y="11669"/>
                      </a:cubicBezTo>
                      <a:cubicBezTo>
                        <a:pt x="12" y="11728"/>
                        <a:pt x="12" y="11800"/>
                        <a:pt x="12" y="11859"/>
                      </a:cubicBezTo>
                      <a:cubicBezTo>
                        <a:pt x="12" y="11931"/>
                        <a:pt x="12" y="11990"/>
                        <a:pt x="12" y="12062"/>
                      </a:cubicBezTo>
                      <a:cubicBezTo>
                        <a:pt x="12" y="12121"/>
                        <a:pt x="12" y="12193"/>
                        <a:pt x="12" y="12252"/>
                      </a:cubicBezTo>
                      <a:cubicBezTo>
                        <a:pt x="12" y="12312"/>
                        <a:pt x="12" y="12383"/>
                        <a:pt x="12" y="12443"/>
                      </a:cubicBezTo>
                      <a:cubicBezTo>
                        <a:pt x="12" y="12514"/>
                        <a:pt x="12" y="12574"/>
                        <a:pt x="12" y="12645"/>
                      </a:cubicBezTo>
                      <a:cubicBezTo>
                        <a:pt x="12" y="12705"/>
                        <a:pt x="12" y="12776"/>
                        <a:pt x="12" y="12836"/>
                      </a:cubicBezTo>
                      <a:cubicBezTo>
                        <a:pt x="12" y="12895"/>
                        <a:pt x="12" y="12967"/>
                        <a:pt x="12" y="13026"/>
                      </a:cubicBezTo>
                      <a:cubicBezTo>
                        <a:pt x="12" y="13098"/>
                        <a:pt x="12" y="13157"/>
                        <a:pt x="12" y="13228"/>
                      </a:cubicBezTo>
                      <a:cubicBezTo>
                        <a:pt x="12" y="13288"/>
                        <a:pt x="12" y="13359"/>
                        <a:pt x="12" y="13419"/>
                      </a:cubicBezTo>
                      <a:cubicBezTo>
                        <a:pt x="12" y="13479"/>
                        <a:pt x="12" y="13550"/>
                        <a:pt x="12" y="13609"/>
                      </a:cubicBezTo>
                      <a:cubicBezTo>
                        <a:pt x="12" y="13681"/>
                        <a:pt x="12" y="13740"/>
                        <a:pt x="12" y="13812"/>
                      </a:cubicBezTo>
                      <a:cubicBezTo>
                        <a:pt x="12" y="13871"/>
                        <a:pt x="12" y="13943"/>
                        <a:pt x="12" y="14002"/>
                      </a:cubicBezTo>
                      <a:cubicBezTo>
                        <a:pt x="12" y="14062"/>
                        <a:pt x="12" y="14133"/>
                        <a:pt x="12" y="14193"/>
                      </a:cubicBezTo>
                      <a:cubicBezTo>
                        <a:pt x="12" y="14264"/>
                        <a:pt x="12" y="14324"/>
                        <a:pt x="12" y="14395"/>
                      </a:cubicBezTo>
                      <a:cubicBezTo>
                        <a:pt x="12" y="14455"/>
                        <a:pt x="12" y="14526"/>
                        <a:pt x="12" y="14586"/>
                      </a:cubicBezTo>
                      <a:cubicBezTo>
                        <a:pt x="12" y="14645"/>
                        <a:pt x="12" y="14717"/>
                        <a:pt x="12" y="14776"/>
                      </a:cubicBezTo>
                      <a:cubicBezTo>
                        <a:pt x="12" y="14848"/>
                        <a:pt x="12" y="14907"/>
                        <a:pt x="12" y="14979"/>
                      </a:cubicBezTo>
                      <a:cubicBezTo>
                        <a:pt x="12" y="15038"/>
                        <a:pt x="12" y="15110"/>
                        <a:pt x="12" y="15169"/>
                      </a:cubicBezTo>
                      <a:cubicBezTo>
                        <a:pt x="12" y="15229"/>
                        <a:pt x="12" y="15300"/>
                        <a:pt x="12" y="15360"/>
                      </a:cubicBezTo>
                      <a:cubicBezTo>
                        <a:pt x="12" y="15431"/>
                        <a:pt x="12" y="15491"/>
                        <a:pt x="12" y="15562"/>
                      </a:cubicBezTo>
                      <a:cubicBezTo>
                        <a:pt x="12" y="15622"/>
                        <a:pt x="12" y="15693"/>
                        <a:pt x="12" y="15753"/>
                      </a:cubicBezTo>
                      <a:cubicBezTo>
                        <a:pt x="12" y="15812"/>
                        <a:pt x="12" y="15884"/>
                        <a:pt x="12" y="15943"/>
                      </a:cubicBezTo>
                      <a:cubicBezTo>
                        <a:pt x="12" y="16015"/>
                        <a:pt x="12" y="16074"/>
                        <a:pt x="12" y="16146"/>
                      </a:cubicBezTo>
                      <a:cubicBezTo>
                        <a:pt x="12" y="16205"/>
                        <a:pt x="12" y="16276"/>
                        <a:pt x="12" y="16336"/>
                      </a:cubicBezTo>
                      <a:cubicBezTo>
                        <a:pt x="12" y="16396"/>
                        <a:pt x="12" y="16467"/>
                        <a:pt x="12" y="16527"/>
                      </a:cubicBezTo>
                      <a:cubicBezTo>
                        <a:pt x="12" y="16598"/>
                        <a:pt x="12" y="16657"/>
                        <a:pt x="12" y="16729"/>
                      </a:cubicBezTo>
                      <a:cubicBezTo>
                        <a:pt x="12" y="16788"/>
                        <a:pt x="12" y="16860"/>
                        <a:pt x="12" y="16919"/>
                      </a:cubicBezTo>
                      <a:cubicBezTo>
                        <a:pt x="12" y="16979"/>
                        <a:pt x="12" y="17050"/>
                        <a:pt x="12" y="17110"/>
                      </a:cubicBezTo>
                      <a:cubicBezTo>
                        <a:pt x="12" y="17181"/>
                        <a:pt x="12" y="17241"/>
                        <a:pt x="12" y="17312"/>
                      </a:cubicBezTo>
                      <a:cubicBezTo>
                        <a:pt x="12" y="17372"/>
                        <a:pt x="12" y="17443"/>
                        <a:pt x="12" y="17503"/>
                      </a:cubicBezTo>
                      <a:cubicBezTo>
                        <a:pt x="12" y="17562"/>
                        <a:pt x="12" y="17634"/>
                        <a:pt x="12" y="17693"/>
                      </a:cubicBezTo>
                      <a:cubicBezTo>
                        <a:pt x="12" y="17765"/>
                        <a:pt x="12" y="17824"/>
                        <a:pt x="12" y="17896"/>
                      </a:cubicBezTo>
                      <a:cubicBezTo>
                        <a:pt x="12" y="17955"/>
                        <a:pt x="12" y="18015"/>
                        <a:pt x="12" y="18086"/>
                      </a:cubicBezTo>
                      <a:cubicBezTo>
                        <a:pt x="12" y="18146"/>
                        <a:pt x="12" y="18217"/>
                        <a:pt x="12" y="18277"/>
                      </a:cubicBezTo>
                      <a:cubicBezTo>
                        <a:pt x="12" y="18348"/>
                        <a:pt x="12" y="18408"/>
                        <a:pt x="12" y="18479"/>
                      </a:cubicBezTo>
                      <a:cubicBezTo>
                        <a:pt x="12" y="18539"/>
                        <a:pt x="12" y="18598"/>
                        <a:pt x="12" y="18670"/>
                      </a:cubicBezTo>
                      <a:cubicBezTo>
                        <a:pt x="12" y="18729"/>
                        <a:pt x="12" y="18801"/>
                        <a:pt x="12" y="18860"/>
                      </a:cubicBezTo>
                      <a:cubicBezTo>
                        <a:pt x="12" y="18932"/>
                        <a:pt x="12" y="18991"/>
                        <a:pt x="12" y="19063"/>
                      </a:cubicBezTo>
                      <a:cubicBezTo>
                        <a:pt x="12" y="19122"/>
                        <a:pt x="12" y="19182"/>
                        <a:pt x="12" y="19253"/>
                      </a:cubicBezTo>
                      <a:cubicBezTo>
                        <a:pt x="12" y="19313"/>
                        <a:pt x="12" y="19384"/>
                        <a:pt x="12" y="19444"/>
                      </a:cubicBezTo>
                      <a:cubicBezTo>
                        <a:pt x="12" y="19515"/>
                        <a:pt x="12" y="19575"/>
                        <a:pt x="12" y="19646"/>
                      </a:cubicBezTo>
                      <a:cubicBezTo>
                        <a:pt x="12" y="19705"/>
                        <a:pt x="12" y="19765"/>
                        <a:pt x="12" y="19836"/>
                      </a:cubicBezTo>
                      <a:cubicBezTo>
                        <a:pt x="12" y="19896"/>
                        <a:pt x="12" y="19967"/>
                        <a:pt x="12" y="20027"/>
                      </a:cubicBezTo>
                      <a:cubicBezTo>
                        <a:pt x="12" y="20098"/>
                        <a:pt x="12" y="20158"/>
                        <a:pt x="12" y="20229"/>
                      </a:cubicBezTo>
                      <a:cubicBezTo>
                        <a:pt x="12" y="20289"/>
                        <a:pt x="12" y="20348"/>
                        <a:pt x="12" y="20420"/>
                      </a:cubicBezTo>
                      <a:cubicBezTo>
                        <a:pt x="12" y="20479"/>
                        <a:pt x="12" y="20551"/>
                        <a:pt x="12" y="20610"/>
                      </a:cubicBezTo>
                      <a:cubicBezTo>
                        <a:pt x="12" y="20682"/>
                        <a:pt x="12" y="20741"/>
                        <a:pt x="12" y="20813"/>
                      </a:cubicBezTo>
                      <a:cubicBezTo>
                        <a:pt x="12" y="20872"/>
                        <a:pt x="12" y="20932"/>
                        <a:pt x="12" y="21003"/>
                      </a:cubicBezTo>
                      <a:cubicBezTo>
                        <a:pt x="12" y="21063"/>
                        <a:pt x="12" y="21134"/>
                        <a:pt x="12" y="21194"/>
                      </a:cubicBezTo>
                      <a:cubicBezTo>
                        <a:pt x="12" y="21265"/>
                        <a:pt x="12" y="21325"/>
                        <a:pt x="12" y="21396"/>
                      </a:cubicBezTo>
                      <a:cubicBezTo>
                        <a:pt x="12" y="21456"/>
                        <a:pt x="12" y="21515"/>
                        <a:pt x="12" y="21587"/>
                      </a:cubicBezTo>
                      <a:cubicBezTo>
                        <a:pt x="0" y="22515"/>
                        <a:pt x="500" y="23373"/>
                        <a:pt x="1310" y="23837"/>
                      </a:cubicBezTo>
                      <a:lnTo>
                        <a:pt x="36612" y="44208"/>
                      </a:lnTo>
                      <a:cubicBezTo>
                        <a:pt x="37416" y="44679"/>
                        <a:pt x="38315" y="44914"/>
                        <a:pt x="39215" y="44914"/>
                      </a:cubicBezTo>
                      <a:cubicBezTo>
                        <a:pt x="40115" y="44914"/>
                        <a:pt x="41017" y="44679"/>
                        <a:pt x="41827" y="44208"/>
                      </a:cubicBezTo>
                      <a:lnTo>
                        <a:pt x="77129" y="23837"/>
                      </a:lnTo>
                      <a:cubicBezTo>
                        <a:pt x="77939" y="23373"/>
                        <a:pt x="78439" y="22515"/>
                        <a:pt x="78427" y="21587"/>
                      </a:cubicBezTo>
                      <a:lnTo>
                        <a:pt x="78427" y="21384"/>
                      </a:lnTo>
                      <a:lnTo>
                        <a:pt x="78427" y="21194"/>
                      </a:lnTo>
                      <a:lnTo>
                        <a:pt x="78427" y="21003"/>
                      </a:lnTo>
                      <a:lnTo>
                        <a:pt x="78427" y="20801"/>
                      </a:lnTo>
                      <a:lnTo>
                        <a:pt x="78427" y="20610"/>
                      </a:lnTo>
                      <a:lnTo>
                        <a:pt x="78427" y="20420"/>
                      </a:lnTo>
                      <a:lnTo>
                        <a:pt x="78427" y="20217"/>
                      </a:lnTo>
                      <a:lnTo>
                        <a:pt x="78427" y="20027"/>
                      </a:lnTo>
                      <a:lnTo>
                        <a:pt x="78427" y="19836"/>
                      </a:lnTo>
                      <a:lnTo>
                        <a:pt x="78427" y="19634"/>
                      </a:lnTo>
                      <a:lnTo>
                        <a:pt x="78427" y="19444"/>
                      </a:lnTo>
                      <a:lnTo>
                        <a:pt x="78427" y="19253"/>
                      </a:lnTo>
                      <a:lnTo>
                        <a:pt x="78427" y="19051"/>
                      </a:lnTo>
                      <a:lnTo>
                        <a:pt x="78427" y="18860"/>
                      </a:lnTo>
                      <a:lnTo>
                        <a:pt x="78427" y="18670"/>
                      </a:lnTo>
                      <a:lnTo>
                        <a:pt x="78427" y="18467"/>
                      </a:lnTo>
                      <a:lnTo>
                        <a:pt x="78427" y="18277"/>
                      </a:lnTo>
                      <a:lnTo>
                        <a:pt x="78427" y="18086"/>
                      </a:lnTo>
                      <a:lnTo>
                        <a:pt x="78427" y="17884"/>
                      </a:lnTo>
                      <a:lnTo>
                        <a:pt x="78427" y="17693"/>
                      </a:lnTo>
                      <a:lnTo>
                        <a:pt x="78427" y="17503"/>
                      </a:lnTo>
                      <a:lnTo>
                        <a:pt x="78427" y="17300"/>
                      </a:lnTo>
                      <a:lnTo>
                        <a:pt x="78427" y="17110"/>
                      </a:lnTo>
                      <a:lnTo>
                        <a:pt x="78427" y="16919"/>
                      </a:lnTo>
                      <a:lnTo>
                        <a:pt x="78427" y="16717"/>
                      </a:lnTo>
                      <a:lnTo>
                        <a:pt x="78427" y="16527"/>
                      </a:lnTo>
                      <a:lnTo>
                        <a:pt x="78427" y="16336"/>
                      </a:lnTo>
                      <a:lnTo>
                        <a:pt x="78427" y="16146"/>
                      </a:lnTo>
                      <a:lnTo>
                        <a:pt x="78427" y="15943"/>
                      </a:lnTo>
                      <a:lnTo>
                        <a:pt x="78427" y="15753"/>
                      </a:lnTo>
                      <a:lnTo>
                        <a:pt x="78427" y="15562"/>
                      </a:lnTo>
                      <a:lnTo>
                        <a:pt x="78427" y="15360"/>
                      </a:lnTo>
                      <a:lnTo>
                        <a:pt x="78427" y="15169"/>
                      </a:lnTo>
                      <a:lnTo>
                        <a:pt x="78427" y="14979"/>
                      </a:lnTo>
                      <a:lnTo>
                        <a:pt x="78427" y="14776"/>
                      </a:lnTo>
                      <a:lnTo>
                        <a:pt x="78427" y="14586"/>
                      </a:lnTo>
                      <a:lnTo>
                        <a:pt x="78427" y="14395"/>
                      </a:lnTo>
                      <a:lnTo>
                        <a:pt x="78427" y="14193"/>
                      </a:lnTo>
                      <a:lnTo>
                        <a:pt x="78427" y="14002"/>
                      </a:lnTo>
                      <a:lnTo>
                        <a:pt x="78427" y="13812"/>
                      </a:lnTo>
                      <a:lnTo>
                        <a:pt x="78427" y="13609"/>
                      </a:lnTo>
                      <a:lnTo>
                        <a:pt x="78427" y="13419"/>
                      </a:lnTo>
                      <a:lnTo>
                        <a:pt x="78427" y="13228"/>
                      </a:lnTo>
                      <a:lnTo>
                        <a:pt x="78427" y="13026"/>
                      </a:lnTo>
                      <a:lnTo>
                        <a:pt x="78427" y="12836"/>
                      </a:lnTo>
                      <a:lnTo>
                        <a:pt x="78427" y="12645"/>
                      </a:lnTo>
                      <a:lnTo>
                        <a:pt x="78427" y="12443"/>
                      </a:lnTo>
                      <a:lnTo>
                        <a:pt x="78427" y="12252"/>
                      </a:lnTo>
                      <a:lnTo>
                        <a:pt x="78427" y="12062"/>
                      </a:lnTo>
                      <a:lnTo>
                        <a:pt x="78427" y="11859"/>
                      </a:lnTo>
                      <a:lnTo>
                        <a:pt x="78427" y="11669"/>
                      </a:lnTo>
                      <a:lnTo>
                        <a:pt x="78427" y="11478"/>
                      </a:lnTo>
                      <a:lnTo>
                        <a:pt x="78427" y="11276"/>
                      </a:lnTo>
                      <a:lnTo>
                        <a:pt x="78427" y="11085"/>
                      </a:lnTo>
                      <a:lnTo>
                        <a:pt x="78427" y="10895"/>
                      </a:lnTo>
                      <a:lnTo>
                        <a:pt x="78427" y="10692"/>
                      </a:lnTo>
                      <a:lnTo>
                        <a:pt x="78427" y="10502"/>
                      </a:lnTo>
                      <a:lnTo>
                        <a:pt x="78427" y="10311"/>
                      </a:lnTo>
                      <a:lnTo>
                        <a:pt x="78427" y="10109"/>
                      </a:lnTo>
                      <a:lnTo>
                        <a:pt x="78427" y="9919"/>
                      </a:lnTo>
                      <a:lnTo>
                        <a:pt x="78427" y="9728"/>
                      </a:lnTo>
                      <a:lnTo>
                        <a:pt x="78427" y="9526"/>
                      </a:lnTo>
                      <a:lnTo>
                        <a:pt x="78427" y="9335"/>
                      </a:lnTo>
                      <a:lnTo>
                        <a:pt x="78427" y="9145"/>
                      </a:lnTo>
                      <a:lnTo>
                        <a:pt x="78427" y="8942"/>
                      </a:lnTo>
                      <a:lnTo>
                        <a:pt x="78427" y="8752"/>
                      </a:lnTo>
                      <a:lnTo>
                        <a:pt x="78427" y="8561"/>
                      </a:lnTo>
                      <a:lnTo>
                        <a:pt x="78427" y="8359"/>
                      </a:lnTo>
                      <a:lnTo>
                        <a:pt x="78427" y="8168"/>
                      </a:lnTo>
                      <a:lnTo>
                        <a:pt x="78427" y="7978"/>
                      </a:lnTo>
                      <a:lnTo>
                        <a:pt x="78427" y="7775"/>
                      </a:lnTo>
                      <a:lnTo>
                        <a:pt x="78427" y="7585"/>
                      </a:lnTo>
                      <a:lnTo>
                        <a:pt x="78427" y="7394"/>
                      </a:lnTo>
                      <a:lnTo>
                        <a:pt x="78427" y="7192"/>
                      </a:lnTo>
                      <a:lnTo>
                        <a:pt x="78427" y="7002"/>
                      </a:lnTo>
                      <a:lnTo>
                        <a:pt x="78427" y="6811"/>
                      </a:lnTo>
                      <a:lnTo>
                        <a:pt x="78427" y="6609"/>
                      </a:lnTo>
                      <a:lnTo>
                        <a:pt x="78427" y="6418"/>
                      </a:lnTo>
                      <a:lnTo>
                        <a:pt x="78427" y="6228"/>
                      </a:lnTo>
                      <a:lnTo>
                        <a:pt x="78427" y="6025"/>
                      </a:lnTo>
                      <a:lnTo>
                        <a:pt x="78427" y="5835"/>
                      </a:lnTo>
                      <a:lnTo>
                        <a:pt x="78427" y="5644"/>
                      </a:lnTo>
                      <a:lnTo>
                        <a:pt x="78427" y="5442"/>
                      </a:lnTo>
                      <a:lnTo>
                        <a:pt x="78427" y="5251"/>
                      </a:lnTo>
                      <a:lnTo>
                        <a:pt x="78427" y="5061"/>
                      </a:lnTo>
                      <a:lnTo>
                        <a:pt x="78427" y="4858"/>
                      </a:lnTo>
                      <a:lnTo>
                        <a:pt x="78427" y="4668"/>
                      </a:lnTo>
                      <a:lnTo>
                        <a:pt x="78427" y="4477"/>
                      </a:lnTo>
                      <a:lnTo>
                        <a:pt x="78427" y="4275"/>
                      </a:lnTo>
                      <a:lnTo>
                        <a:pt x="78427" y="4085"/>
                      </a:lnTo>
                      <a:lnTo>
                        <a:pt x="78427" y="3894"/>
                      </a:lnTo>
                      <a:lnTo>
                        <a:pt x="78427" y="3692"/>
                      </a:lnTo>
                      <a:lnTo>
                        <a:pt x="78427" y="3501"/>
                      </a:lnTo>
                      <a:lnTo>
                        <a:pt x="78427" y="3311"/>
                      </a:lnTo>
                      <a:lnTo>
                        <a:pt x="78427" y="3108"/>
                      </a:lnTo>
                      <a:lnTo>
                        <a:pt x="78427" y="2918"/>
                      </a:lnTo>
                      <a:lnTo>
                        <a:pt x="78427" y="2727"/>
                      </a:lnTo>
                      <a:lnTo>
                        <a:pt x="78427" y="2525"/>
                      </a:lnTo>
                      <a:lnTo>
                        <a:pt x="78427" y="2334"/>
                      </a:lnTo>
                      <a:lnTo>
                        <a:pt x="78427" y="2144"/>
                      </a:lnTo>
                      <a:lnTo>
                        <a:pt x="78427" y="1941"/>
                      </a:lnTo>
                      <a:lnTo>
                        <a:pt x="78427" y="1751"/>
                      </a:lnTo>
                      <a:lnTo>
                        <a:pt x="78427" y="1560"/>
                      </a:lnTo>
                      <a:lnTo>
                        <a:pt x="78427" y="1358"/>
                      </a:lnTo>
                      <a:lnTo>
                        <a:pt x="78427" y="1167"/>
                      </a:lnTo>
                      <a:lnTo>
                        <a:pt x="78427" y="977"/>
                      </a:lnTo>
                      <a:lnTo>
                        <a:pt x="78427" y="775"/>
                      </a:lnTo>
                      <a:lnTo>
                        <a:pt x="78427" y="584"/>
                      </a:lnTo>
                      <a:lnTo>
                        <a:pt x="78427" y="394"/>
                      </a:lnTo>
                      <a:lnTo>
                        <a:pt x="78427" y="191"/>
                      </a:lnTo>
                      <a:lnTo>
                        <a:pt x="78427" y="1"/>
                      </a:lnTo>
                      <a:lnTo>
                        <a:pt x="78212" y="1"/>
                      </a:lnTo>
                      <a:cubicBezTo>
                        <a:pt x="78224" y="858"/>
                        <a:pt x="77760" y="1644"/>
                        <a:pt x="77022" y="2072"/>
                      </a:cubicBezTo>
                      <a:lnTo>
                        <a:pt x="41720" y="22444"/>
                      </a:lnTo>
                      <a:cubicBezTo>
                        <a:pt x="40946" y="22890"/>
                        <a:pt x="40083" y="23114"/>
                        <a:pt x="39218" y="23114"/>
                      </a:cubicBezTo>
                      <a:cubicBezTo>
                        <a:pt x="38353" y="23114"/>
                        <a:pt x="37487" y="22890"/>
                        <a:pt x="36707" y="22444"/>
                      </a:cubicBezTo>
                      <a:lnTo>
                        <a:pt x="1417" y="2072"/>
                      </a:lnTo>
                      <a:cubicBezTo>
                        <a:pt x="667" y="1644"/>
                        <a:pt x="215" y="858"/>
                        <a:pt x="226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A0FDF1">
                        <a:alpha val="41568"/>
                        <a:alpha val="41520"/>
                      </a:srgbClr>
                    </a:gs>
                    <a:gs pos="100000">
                      <a:srgbClr val="FFFFFF">
                        <a:alpha val="37254"/>
                        <a:alpha val="4152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85" name="Google Shape;1985;p21"/>
                <p:cNvSpPr/>
                <p:nvPr/>
              </p:nvSpPr>
              <p:spPr>
                <a:xfrm>
                  <a:off x="5553063" y="1487604"/>
                  <a:ext cx="1981525" cy="116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261" h="46572" extrusionOk="0">
                      <a:moveTo>
                        <a:pt x="39635" y="1"/>
                      </a:moveTo>
                      <a:cubicBezTo>
                        <a:pt x="38749" y="1"/>
                        <a:pt x="37862" y="230"/>
                        <a:pt x="37065" y="688"/>
                      </a:cubicBezTo>
                      <a:lnTo>
                        <a:pt x="1679" y="21119"/>
                      </a:lnTo>
                      <a:cubicBezTo>
                        <a:pt x="1" y="22084"/>
                        <a:pt x="1" y="24489"/>
                        <a:pt x="1679" y="25453"/>
                      </a:cubicBezTo>
                      <a:lnTo>
                        <a:pt x="37065" y="45884"/>
                      </a:lnTo>
                      <a:cubicBezTo>
                        <a:pt x="37862" y="46343"/>
                        <a:pt x="38749" y="46572"/>
                        <a:pt x="39635" y="46572"/>
                      </a:cubicBezTo>
                      <a:cubicBezTo>
                        <a:pt x="40520" y="46572"/>
                        <a:pt x="41405" y="46343"/>
                        <a:pt x="42196" y="45884"/>
                      </a:cubicBezTo>
                      <a:lnTo>
                        <a:pt x="77594" y="25453"/>
                      </a:lnTo>
                      <a:cubicBezTo>
                        <a:pt x="79260" y="24489"/>
                        <a:pt x="79260" y="22084"/>
                        <a:pt x="77594" y="21119"/>
                      </a:cubicBezTo>
                      <a:lnTo>
                        <a:pt x="42196" y="688"/>
                      </a:lnTo>
                      <a:cubicBezTo>
                        <a:pt x="41405" y="230"/>
                        <a:pt x="40520" y="1"/>
                        <a:pt x="39635" y="1"/>
                      </a:cubicBezTo>
                      <a:close/>
                    </a:path>
                  </a:pathLst>
                </a:custGeom>
                <a:solidFill>
                  <a:srgbClr val="A0FDF1">
                    <a:alpha val="4152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986" name="Google Shape;1986;p21"/>
            <p:cNvGrpSpPr/>
            <p:nvPr/>
          </p:nvGrpSpPr>
          <p:grpSpPr>
            <a:xfrm>
              <a:off x="3018283" y="2357045"/>
              <a:ext cx="598632" cy="805372"/>
              <a:chOff x="3478424" y="1308364"/>
              <a:chExt cx="2187185" cy="2942536"/>
            </a:xfrm>
          </p:grpSpPr>
          <p:sp>
            <p:nvSpPr>
              <p:cNvPr id="1987" name="Google Shape;1987;p21"/>
              <p:cNvSpPr/>
              <p:nvPr/>
            </p:nvSpPr>
            <p:spPr>
              <a:xfrm>
                <a:off x="3485139" y="2969821"/>
                <a:ext cx="2180470" cy="1281079"/>
              </a:xfrm>
              <a:custGeom>
                <a:avLst/>
                <a:gdLst/>
                <a:ahLst/>
                <a:cxnLst/>
                <a:rect l="l" t="t" r="r" b="b"/>
                <a:pathLst>
                  <a:path w="79261" h="46572" extrusionOk="0">
                    <a:moveTo>
                      <a:pt x="39635" y="1"/>
                    </a:moveTo>
                    <a:cubicBezTo>
                      <a:pt x="38749" y="1"/>
                      <a:pt x="37862" y="230"/>
                      <a:pt x="37065" y="688"/>
                    </a:cubicBezTo>
                    <a:lnTo>
                      <a:pt x="1679" y="21119"/>
                    </a:lnTo>
                    <a:cubicBezTo>
                      <a:pt x="1" y="22084"/>
                      <a:pt x="1" y="24489"/>
                      <a:pt x="1679" y="25453"/>
                    </a:cubicBezTo>
                    <a:lnTo>
                      <a:pt x="37065" y="45884"/>
                    </a:lnTo>
                    <a:cubicBezTo>
                      <a:pt x="37862" y="46343"/>
                      <a:pt x="38749" y="46572"/>
                      <a:pt x="39635" y="46572"/>
                    </a:cubicBezTo>
                    <a:cubicBezTo>
                      <a:pt x="40520" y="46572"/>
                      <a:pt x="41405" y="46343"/>
                      <a:pt x="42196" y="45884"/>
                    </a:cubicBezTo>
                    <a:lnTo>
                      <a:pt x="77594" y="25453"/>
                    </a:lnTo>
                    <a:cubicBezTo>
                      <a:pt x="79260" y="24489"/>
                      <a:pt x="79260" y="22084"/>
                      <a:pt x="77594" y="21119"/>
                    </a:cubicBezTo>
                    <a:lnTo>
                      <a:pt x="42196" y="688"/>
                    </a:lnTo>
                    <a:cubicBezTo>
                      <a:pt x="41405" y="230"/>
                      <a:pt x="40520" y="1"/>
                      <a:pt x="3963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8" name="Google Shape;1988;p21"/>
              <p:cNvSpPr/>
              <p:nvPr/>
            </p:nvSpPr>
            <p:spPr>
              <a:xfrm>
                <a:off x="3793045" y="1947520"/>
                <a:ext cx="1550129" cy="2096604"/>
              </a:xfrm>
              <a:custGeom>
                <a:avLst/>
                <a:gdLst/>
                <a:ahLst/>
                <a:cxnLst/>
                <a:rect l="l" t="t" r="r" b="b"/>
                <a:pathLst>
                  <a:path w="52721" h="71307" extrusionOk="0">
                    <a:moveTo>
                      <a:pt x="52709" y="0"/>
                    </a:moveTo>
                    <a:lnTo>
                      <a:pt x="0" y="0"/>
                    </a:lnTo>
                    <a:lnTo>
                      <a:pt x="0" y="55495"/>
                    </a:lnTo>
                    <a:cubicBezTo>
                      <a:pt x="0" y="56090"/>
                      <a:pt x="321" y="56650"/>
                      <a:pt x="845" y="56948"/>
                    </a:cubicBezTo>
                    <a:lnTo>
                      <a:pt x="24646" y="70699"/>
                    </a:lnTo>
                    <a:cubicBezTo>
                      <a:pt x="25706" y="71306"/>
                      <a:pt x="27027" y="71306"/>
                      <a:pt x="28087" y="70699"/>
                    </a:cubicBezTo>
                    <a:lnTo>
                      <a:pt x="51876" y="56948"/>
                    </a:lnTo>
                    <a:cubicBezTo>
                      <a:pt x="52399" y="56650"/>
                      <a:pt x="52721" y="56090"/>
                      <a:pt x="52721" y="55495"/>
                    </a:cubicBezTo>
                    <a:lnTo>
                      <a:pt x="52721" y="5549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9" name="Google Shape;1989;p21"/>
              <p:cNvSpPr/>
              <p:nvPr/>
            </p:nvSpPr>
            <p:spPr>
              <a:xfrm>
                <a:off x="3784988" y="1482593"/>
                <a:ext cx="1566242" cy="929825"/>
              </a:xfrm>
              <a:custGeom>
                <a:avLst/>
                <a:gdLst/>
                <a:ahLst/>
                <a:cxnLst/>
                <a:rect l="l" t="t" r="r" b="b"/>
                <a:pathLst>
                  <a:path w="53269" h="31624" extrusionOk="0">
                    <a:moveTo>
                      <a:pt x="24920" y="31004"/>
                    </a:moveTo>
                    <a:lnTo>
                      <a:pt x="1119" y="17265"/>
                    </a:lnTo>
                    <a:cubicBezTo>
                      <a:pt x="0" y="16622"/>
                      <a:pt x="0" y="15002"/>
                      <a:pt x="1119" y="14359"/>
                    </a:cubicBezTo>
                    <a:lnTo>
                      <a:pt x="24920" y="620"/>
                    </a:lnTo>
                    <a:cubicBezTo>
                      <a:pt x="25980" y="1"/>
                      <a:pt x="27301" y="1"/>
                      <a:pt x="28361" y="620"/>
                    </a:cubicBezTo>
                    <a:lnTo>
                      <a:pt x="52150" y="14359"/>
                    </a:lnTo>
                    <a:cubicBezTo>
                      <a:pt x="53269" y="15002"/>
                      <a:pt x="53269" y="16622"/>
                      <a:pt x="52150" y="17265"/>
                    </a:cubicBezTo>
                    <a:lnTo>
                      <a:pt x="28361" y="31004"/>
                    </a:lnTo>
                    <a:cubicBezTo>
                      <a:pt x="27289" y="31624"/>
                      <a:pt x="25980" y="31624"/>
                      <a:pt x="24920" y="3100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0" name="Google Shape;1990;p21"/>
              <p:cNvSpPr/>
              <p:nvPr/>
            </p:nvSpPr>
            <p:spPr>
              <a:xfrm>
                <a:off x="3818244" y="2089627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7"/>
                    </a:moveTo>
                    <a:lnTo>
                      <a:pt x="0" y="1561"/>
                    </a:lnTo>
                    <a:lnTo>
                      <a:pt x="0" y="1"/>
                    </a:lnTo>
                    <a:lnTo>
                      <a:pt x="24194" y="1395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1" name="Google Shape;1991;p21"/>
              <p:cNvSpPr/>
              <p:nvPr/>
            </p:nvSpPr>
            <p:spPr>
              <a:xfrm>
                <a:off x="3818244" y="2153697"/>
                <a:ext cx="711364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9" extrusionOk="0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2" name="Google Shape;1992;p21"/>
              <p:cNvSpPr/>
              <p:nvPr/>
            </p:nvSpPr>
            <p:spPr>
              <a:xfrm>
                <a:off x="3818244" y="2218120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3" name="Google Shape;1993;p21"/>
              <p:cNvSpPr/>
              <p:nvPr/>
            </p:nvSpPr>
            <p:spPr>
              <a:xfrm>
                <a:off x="3818244" y="2282543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4" name="Google Shape;1994;p21"/>
              <p:cNvSpPr/>
              <p:nvPr/>
            </p:nvSpPr>
            <p:spPr>
              <a:xfrm>
                <a:off x="3818244" y="2346966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5" name="Google Shape;1995;p21"/>
              <p:cNvSpPr/>
              <p:nvPr/>
            </p:nvSpPr>
            <p:spPr>
              <a:xfrm>
                <a:off x="3818244" y="246178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6" name="Google Shape;1996;p21"/>
              <p:cNvSpPr/>
              <p:nvPr/>
            </p:nvSpPr>
            <p:spPr>
              <a:xfrm>
                <a:off x="3818244" y="2526209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7" name="Google Shape;1997;p21"/>
              <p:cNvSpPr/>
              <p:nvPr/>
            </p:nvSpPr>
            <p:spPr>
              <a:xfrm>
                <a:off x="3818244" y="2590250"/>
                <a:ext cx="711364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9" extrusionOk="0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8" name="Google Shape;1998;p21"/>
              <p:cNvSpPr/>
              <p:nvPr/>
            </p:nvSpPr>
            <p:spPr>
              <a:xfrm>
                <a:off x="3818244" y="2654673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9" name="Google Shape;1999;p21"/>
              <p:cNvSpPr/>
              <p:nvPr/>
            </p:nvSpPr>
            <p:spPr>
              <a:xfrm>
                <a:off x="3818244" y="271909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0" name="Google Shape;2000;p21"/>
              <p:cNvSpPr/>
              <p:nvPr/>
            </p:nvSpPr>
            <p:spPr>
              <a:xfrm>
                <a:off x="3818244" y="283391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1" name="Google Shape;2001;p21"/>
              <p:cNvSpPr/>
              <p:nvPr/>
            </p:nvSpPr>
            <p:spPr>
              <a:xfrm>
                <a:off x="3818244" y="2898339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2" name="Google Shape;2002;p21"/>
              <p:cNvSpPr/>
              <p:nvPr/>
            </p:nvSpPr>
            <p:spPr>
              <a:xfrm>
                <a:off x="3818244" y="2962762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3" name="Google Shape;2003;p21"/>
              <p:cNvSpPr/>
              <p:nvPr/>
            </p:nvSpPr>
            <p:spPr>
              <a:xfrm>
                <a:off x="3818244" y="3026803"/>
                <a:ext cx="711364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9" extrusionOk="0">
                    <a:moveTo>
                      <a:pt x="24194" y="15539"/>
                    </a:moveTo>
                    <a:lnTo>
                      <a:pt x="0" y="1573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4" name="Google Shape;2004;p21"/>
              <p:cNvSpPr/>
              <p:nvPr/>
            </p:nvSpPr>
            <p:spPr>
              <a:xfrm>
                <a:off x="3818244" y="309122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5" name="Google Shape;2005;p21"/>
              <p:cNvSpPr/>
              <p:nvPr/>
            </p:nvSpPr>
            <p:spPr>
              <a:xfrm>
                <a:off x="3818244" y="320604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7"/>
                    </a:moveTo>
                    <a:lnTo>
                      <a:pt x="0" y="1573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6" name="Google Shape;2006;p21"/>
              <p:cNvSpPr/>
              <p:nvPr/>
            </p:nvSpPr>
            <p:spPr>
              <a:xfrm>
                <a:off x="3818244" y="3270469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7" name="Google Shape;2007;p21"/>
              <p:cNvSpPr/>
              <p:nvPr/>
            </p:nvSpPr>
            <p:spPr>
              <a:xfrm>
                <a:off x="3818244" y="3334892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8" name="Google Shape;2008;p21"/>
              <p:cNvSpPr/>
              <p:nvPr/>
            </p:nvSpPr>
            <p:spPr>
              <a:xfrm>
                <a:off x="3818244" y="3399315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9" name="Google Shape;2009;p21"/>
              <p:cNvSpPr/>
              <p:nvPr/>
            </p:nvSpPr>
            <p:spPr>
              <a:xfrm>
                <a:off x="3818244" y="3463385"/>
                <a:ext cx="711364" cy="456856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8" extrusionOk="0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0" name="Google Shape;2010;p21"/>
              <p:cNvSpPr/>
              <p:nvPr/>
            </p:nvSpPr>
            <p:spPr>
              <a:xfrm>
                <a:off x="4606639" y="2089627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7"/>
                    </a:moveTo>
                    <a:lnTo>
                      <a:pt x="24182" y="1561"/>
                    </a:lnTo>
                    <a:lnTo>
                      <a:pt x="24182" y="1"/>
                    </a:lnTo>
                    <a:lnTo>
                      <a:pt x="0" y="1395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1" name="Google Shape;2011;p21"/>
              <p:cNvSpPr/>
              <p:nvPr/>
            </p:nvSpPr>
            <p:spPr>
              <a:xfrm>
                <a:off x="4606639" y="2153697"/>
                <a:ext cx="711011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9" extrusionOk="0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2" name="Google Shape;2012;p21"/>
              <p:cNvSpPr/>
              <p:nvPr/>
            </p:nvSpPr>
            <p:spPr>
              <a:xfrm>
                <a:off x="4606639" y="2218120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3" name="Google Shape;2013;p21"/>
              <p:cNvSpPr/>
              <p:nvPr/>
            </p:nvSpPr>
            <p:spPr>
              <a:xfrm>
                <a:off x="4606639" y="2282543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4" name="Google Shape;2014;p21"/>
              <p:cNvSpPr/>
              <p:nvPr/>
            </p:nvSpPr>
            <p:spPr>
              <a:xfrm>
                <a:off x="4606639" y="2346966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5" name="Google Shape;2015;p21"/>
              <p:cNvSpPr/>
              <p:nvPr/>
            </p:nvSpPr>
            <p:spPr>
              <a:xfrm>
                <a:off x="4606639" y="246178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6" name="Google Shape;2016;p21"/>
              <p:cNvSpPr/>
              <p:nvPr/>
            </p:nvSpPr>
            <p:spPr>
              <a:xfrm>
                <a:off x="4606639" y="2526209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7" name="Google Shape;2017;p21"/>
              <p:cNvSpPr/>
              <p:nvPr/>
            </p:nvSpPr>
            <p:spPr>
              <a:xfrm>
                <a:off x="4606639" y="2590250"/>
                <a:ext cx="711011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9" extrusionOk="0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8" name="Google Shape;2018;p21"/>
              <p:cNvSpPr/>
              <p:nvPr/>
            </p:nvSpPr>
            <p:spPr>
              <a:xfrm>
                <a:off x="4606639" y="2654673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9" name="Google Shape;2019;p21"/>
              <p:cNvSpPr/>
              <p:nvPr/>
            </p:nvSpPr>
            <p:spPr>
              <a:xfrm>
                <a:off x="4606639" y="271909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0" name="Google Shape;2020;p21"/>
              <p:cNvSpPr/>
              <p:nvPr/>
            </p:nvSpPr>
            <p:spPr>
              <a:xfrm>
                <a:off x="4606639" y="283391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1" name="Google Shape;2021;p21"/>
              <p:cNvSpPr/>
              <p:nvPr/>
            </p:nvSpPr>
            <p:spPr>
              <a:xfrm>
                <a:off x="4606639" y="2898339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2" name="Google Shape;2022;p21"/>
              <p:cNvSpPr/>
              <p:nvPr/>
            </p:nvSpPr>
            <p:spPr>
              <a:xfrm>
                <a:off x="4606639" y="2962762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3" name="Google Shape;2023;p21"/>
              <p:cNvSpPr/>
              <p:nvPr/>
            </p:nvSpPr>
            <p:spPr>
              <a:xfrm>
                <a:off x="4606639" y="3026803"/>
                <a:ext cx="711011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9" extrusionOk="0">
                    <a:moveTo>
                      <a:pt x="0" y="15539"/>
                    </a:moveTo>
                    <a:lnTo>
                      <a:pt x="24182" y="1573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4" name="Google Shape;2024;p21"/>
              <p:cNvSpPr/>
              <p:nvPr/>
            </p:nvSpPr>
            <p:spPr>
              <a:xfrm>
                <a:off x="4606639" y="309122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5" name="Google Shape;2025;p21"/>
              <p:cNvSpPr/>
              <p:nvPr/>
            </p:nvSpPr>
            <p:spPr>
              <a:xfrm>
                <a:off x="4606639" y="320604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7"/>
                    </a:moveTo>
                    <a:lnTo>
                      <a:pt x="24182" y="1573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6" name="Google Shape;2026;p21"/>
              <p:cNvSpPr/>
              <p:nvPr/>
            </p:nvSpPr>
            <p:spPr>
              <a:xfrm>
                <a:off x="4606639" y="3270469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7" name="Google Shape;2027;p21"/>
              <p:cNvSpPr/>
              <p:nvPr/>
            </p:nvSpPr>
            <p:spPr>
              <a:xfrm>
                <a:off x="4606639" y="3334892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8" name="Google Shape;2028;p21"/>
              <p:cNvSpPr/>
              <p:nvPr/>
            </p:nvSpPr>
            <p:spPr>
              <a:xfrm>
                <a:off x="4606639" y="3399315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9" name="Google Shape;2029;p21"/>
              <p:cNvSpPr/>
              <p:nvPr/>
            </p:nvSpPr>
            <p:spPr>
              <a:xfrm>
                <a:off x="4606639" y="3463385"/>
                <a:ext cx="711011" cy="456856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8" extrusionOk="0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030" name="Google Shape;2030;p21"/>
              <p:cNvGrpSpPr/>
              <p:nvPr/>
            </p:nvGrpSpPr>
            <p:grpSpPr>
              <a:xfrm>
                <a:off x="3478424" y="1308364"/>
                <a:ext cx="2180470" cy="1878295"/>
                <a:chOff x="5553063" y="1487604"/>
                <a:chExt cx="1981525" cy="1707075"/>
              </a:xfrm>
            </p:grpSpPr>
            <p:sp>
              <p:nvSpPr>
                <p:cNvPr id="2031" name="Google Shape;2031;p21"/>
                <p:cNvSpPr/>
                <p:nvPr/>
              </p:nvSpPr>
              <p:spPr>
                <a:xfrm>
                  <a:off x="5563488" y="2071829"/>
                  <a:ext cx="1960975" cy="1122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439" h="44914" extrusionOk="0">
                      <a:moveTo>
                        <a:pt x="12" y="1"/>
                      </a:moveTo>
                      <a:cubicBezTo>
                        <a:pt x="12" y="72"/>
                        <a:pt x="12" y="132"/>
                        <a:pt x="12" y="191"/>
                      </a:cubicBezTo>
                      <a:cubicBezTo>
                        <a:pt x="12" y="263"/>
                        <a:pt x="12" y="322"/>
                        <a:pt x="12" y="394"/>
                      </a:cubicBezTo>
                      <a:cubicBezTo>
                        <a:pt x="12" y="453"/>
                        <a:pt x="12" y="525"/>
                        <a:pt x="12" y="584"/>
                      </a:cubicBezTo>
                      <a:cubicBezTo>
                        <a:pt x="12" y="656"/>
                        <a:pt x="12" y="715"/>
                        <a:pt x="12" y="775"/>
                      </a:cubicBezTo>
                      <a:cubicBezTo>
                        <a:pt x="12" y="846"/>
                        <a:pt x="12" y="906"/>
                        <a:pt x="12" y="977"/>
                      </a:cubicBezTo>
                      <a:cubicBezTo>
                        <a:pt x="12" y="1037"/>
                        <a:pt x="12" y="1108"/>
                        <a:pt x="12" y="1167"/>
                      </a:cubicBezTo>
                      <a:cubicBezTo>
                        <a:pt x="12" y="1239"/>
                        <a:pt x="12" y="1298"/>
                        <a:pt x="12" y="1358"/>
                      </a:cubicBezTo>
                      <a:cubicBezTo>
                        <a:pt x="12" y="1429"/>
                        <a:pt x="12" y="1489"/>
                        <a:pt x="12" y="1560"/>
                      </a:cubicBezTo>
                      <a:cubicBezTo>
                        <a:pt x="12" y="1620"/>
                        <a:pt x="12" y="1691"/>
                        <a:pt x="12" y="1751"/>
                      </a:cubicBezTo>
                      <a:cubicBezTo>
                        <a:pt x="12" y="1822"/>
                        <a:pt x="12" y="1882"/>
                        <a:pt x="12" y="1941"/>
                      </a:cubicBezTo>
                      <a:cubicBezTo>
                        <a:pt x="12" y="2013"/>
                        <a:pt x="12" y="2072"/>
                        <a:pt x="12" y="2144"/>
                      </a:cubicBezTo>
                      <a:cubicBezTo>
                        <a:pt x="12" y="2203"/>
                        <a:pt x="12" y="2275"/>
                        <a:pt x="12" y="2334"/>
                      </a:cubicBezTo>
                      <a:cubicBezTo>
                        <a:pt x="12" y="2406"/>
                        <a:pt x="12" y="2465"/>
                        <a:pt x="12" y="2525"/>
                      </a:cubicBezTo>
                      <a:cubicBezTo>
                        <a:pt x="12" y="2596"/>
                        <a:pt x="12" y="2656"/>
                        <a:pt x="12" y="2727"/>
                      </a:cubicBezTo>
                      <a:cubicBezTo>
                        <a:pt x="12" y="2787"/>
                        <a:pt x="12" y="2858"/>
                        <a:pt x="12" y="2918"/>
                      </a:cubicBezTo>
                      <a:cubicBezTo>
                        <a:pt x="12" y="2989"/>
                        <a:pt x="12" y="3049"/>
                        <a:pt x="12" y="3108"/>
                      </a:cubicBezTo>
                      <a:cubicBezTo>
                        <a:pt x="12" y="3180"/>
                        <a:pt x="12" y="3239"/>
                        <a:pt x="12" y="3311"/>
                      </a:cubicBezTo>
                      <a:cubicBezTo>
                        <a:pt x="12" y="3370"/>
                        <a:pt x="12" y="3442"/>
                        <a:pt x="12" y="3501"/>
                      </a:cubicBezTo>
                      <a:cubicBezTo>
                        <a:pt x="12" y="3573"/>
                        <a:pt x="12" y="3632"/>
                        <a:pt x="12" y="3692"/>
                      </a:cubicBezTo>
                      <a:cubicBezTo>
                        <a:pt x="12" y="3763"/>
                        <a:pt x="12" y="3823"/>
                        <a:pt x="12" y="3894"/>
                      </a:cubicBezTo>
                      <a:cubicBezTo>
                        <a:pt x="12" y="3954"/>
                        <a:pt x="12" y="4025"/>
                        <a:pt x="12" y="4085"/>
                      </a:cubicBezTo>
                      <a:cubicBezTo>
                        <a:pt x="12" y="4156"/>
                        <a:pt x="12" y="4215"/>
                        <a:pt x="12" y="4275"/>
                      </a:cubicBezTo>
                      <a:cubicBezTo>
                        <a:pt x="12" y="4346"/>
                        <a:pt x="12" y="4406"/>
                        <a:pt x="12" y="4477"/>
                      </a:cubicBezTo>
                      <a:cubicBezTo>
                        <a:pt x="12" y="4537"/>
                        <a:pt x="12" y="4608"/>
                        <a:pt x="12" y="4668"/>
                      </a:cubicBezTo>
                      <a:cubicBezTo>
                        <a:pt x="12" y="4739"/>
                        <a:pt x="12" y="4799"/>
                        <a:pt x="12" y="4858"/>
                      </a:cubicBezTo>
                      <a:cubicBezTo>
                        <a:pt x="12" y="4930"/>
                        <a:pt x="12" y="4989"/>
                        <a:pt x="12" y="5061"/>
                      </a:cubicBezTo>
                      <a:cubicBezTo>
                        <a:pt x="12" y="5120"/>
                        <a:pt x="12" y="5192"/>
                        <a:pt x="12" y="5251"/>
                      </a:cubicBezTo>
                      <a:cubicBezTo>
                        <a:pt x="12" y="5323"/>
                        <a:pt x="12" y="5382"/>
                        <a:pt x="12" y="5442"/>
                      </a:cubicBezTo>
                      <a:cubicBezTo>
                        <a:pt x="12" y="5513"/>
                        <a:pt x="12" y="5573"/>
                        <a:pt x="12" y="5644"/>
                      </a:cubicBezTo>
                      <a:cubicBezTo>
                        <a:pt x="12" y="5704"/>
                        <a:pt x="12" y="5775"/>
                        <a:pt x="12" y="5835"/>
                      </a:cubicBezTo>
                      <a:cubicBezTo>
                        <a:pt x="12" y="5906"/>
                        <a:pt x="12" y="5966"/>
                        <a:pt x="12" y="6025"/>
                      </a:cubicBezTo>
                      <a:cubicBezTo>
                        <a:pt x="12" y="6097"/>
                        <a:pt x="12" y="6156"/>
                        <a:pt x="12" y="6228"/>
                      </a:cubicBezTo>
                      <a:cubicBezTo>
                        <a:pt x="12" y="6287"/>
                        <a:pt x="12" y="6359"/>
                        <a:pt x="12" y="6418"/>
                      </a:cubicBezTo>
                      <a:cubicBezTo>
                        <a:pt x="12" y="6490"/>
                        <a:pt x="12" y="6549"/>
                        <a:pt x="12" y="6609"/>
                      </a:cubicBezTo>
                      <a:cubicBezTo>
                        <a:pt x="12" y="6680"/>
                        <a:pt x="12" y="6740"/>
                        <a:pt x="12" y="6811"/>
                      </a:cubicBezTo>
                      <a:cubicBezTo>
                        <a:pt x="12" y="6871"/>
                        <a:pt x="12" y="6942"/>
                        <a:pt x="12" y="7002"/>
                      </a:cubicBezTo>
                      <a:cubicBezTo>
                        <a:pt x="12" y="7073"/>
                        <a:pt x="12" y="7132"/>
                        <a:pt x="12" y="7192"/>
                      </a:cubicBezTo>
                      <a:cubicBezTo>
                        <a:pt x="12" y="7263"/>
                        <a:pt x="12" y="7323"/>
                        <a:pt x="12" y="7394"/>
                      </a:cubicBezTo>
                      <a:cubicBezTo>
                        <a:pt x="12" y="7454"/>
                        <a:pt x="12" y="7525"/>
                        <a:pt x="12" y="7585"/>
                      </a:cubicBezTo>
                      <a:cubicBezTo>
                        <a:pt x="12" y="7656"/>
                        <a:pt x="12" y="7716"/>
                        <a:pt x="12" y="7775"/>
                      </a:cubicBezTo>
                      <a:cubicBezTo>
                        <a:pt x="12" y="7847"/>
                        <a:pt x="12" y="7906"/>
                        <a:pt x="12" y="7978"/>
                      </a:cubicBezTo>
                      <a:cubicBezTo>
                        <a:pt x="12" y="8037"/>
                        <a:pt x="12" y="8109"/>
                        <a:pt x="12" y="8168"/>
                      </a:cubicBezTo>
                      <a:cubicBezTo>
                        <a:pt x="12" y="8228"/>
                        <a:pt x="12" y="8299"/>
                        <a:pt x="12" y="8359"/>
                      </a:cubicBezTo>
                      <a:cubicBezTo>
                        <a:pt x="12" y="8430"/>
                        <a:pt x="12" y="8490"/>
                        <a:pt x="12" y="8561"/>
                      </a:cubicBezTo>
                      <a:cubicBezTo>
                        <a:pt x="12" y="8621"/>
                        <a:pt x="12" y="8692"/>
                        <a:pt x="12" y="8752"/>
                      </a:cubicBezTo>
                      <a:cubicBezTo>
                        <a:pt x="12" y="8811"/>
                        <a:pt x="12" y="8883"/>
                        <a:pt x="12" y="8942"/>
                      </a:cubicBezTo>
                      <a:cubicBezTo>
                        <a:pt x="12" y="9014"/>
                        <a:pt x="12" y="9073"/>
                        <a:pt x="12" y="9145"/>
                      </a:cubicBezTo>
                      <a:cubicBezTo>
                        <a:pt x="12" y="9204"/>
                        <a:pt x="12" y="9276"/>
                        <a:pt x="12" y="9335"/>
                      </a:cubicBezTo>
                      <a:cubicBezTo>
                        <a:pt x="12" y="9395"/>
                        <a:pt x="12" y="9466"/>
                        <a:pt x="12" y="9526"/>
                      </a:cubicBezTo>
                      <a:cubicBezTo>
                        <a:pt x="12" y="9597"/>
                        <a:pt x="12" y="9657"/>
                        <a:pt x="12" y="9728"/>
                      </a:cubicBezTo>
                      <a:cubicBezTo>
                        <a:pt x="12" y="9788"/>
                        <a:pt x="12" y="9859"/>
                        <a:pt x="12" y="9919"/>
                      </a:cubicBezTo>
                      <a:cubicBezTo>
                        <a:pt x="12" y="9978"/>
                        <a:pt x="12" y="10050"/>
                        <a:pt x="12" y="10109"/>
                      </a:cubicBezTo>
                      <a:cubicBezTo>
                        <a:pt x="12" y="10180"/>
                        <a:pt x="12" y="10240"/>
                        <a:pt x="12" y="10311"/>
                      </a:cubicBezTo>
                      <a:cubicBezTo>
                        <a:pt x="12" y="10371"/>
                        <a:pt x="12" y="10442"/>
                        <a:pt x="12" y="10502"/>
                      </a:cubicBezTo>
                      <a:cubicBezTo>
                        <a:pt x="12" y="10561"/>
                        <a:pt x="12" y="10633"/>
                        <a:pt x="12" y="10692"/>
                      </a:cubicBezTo>
                      <a:cubicBezTo>
                        <a:pt x="12" y="10764"/>
                        <a:pt x="12" y="10823"/>
                        <a:pt x="12" y="10895"/>
                      </a:cubicBezTo>
                      <a:cubicBezTo>
                        <a:pt x="12" y="10954"/>
                        <a:pt x="12" y="11026"/>
                        <a:pt x="12" y="11085"/>
                      </a:cubicBezTo>
                      <a:cubicBezTo>
                        <a:pt x="12" y="11145"/>
                        <a:pt x="12" y="11216"/>
                        <a:pt x="12" y="11276"/>
                      </a:cubicBezTo>
                      <a:cubicBezTo>
                        <a:pt x="12" y="11347"/>
                        <a:pt x="12" y="11407"/>
                        <a:pt x="12" y="11478"/>
                      </a:cubicBezTo>
                      <a:cubicBezTo>
                        <a:pt x="12" y="11538"/>
                        <a:pt x="12" y="11609"/>
                        <a:pt x="12" y="11669"/>
                      </a:cubicBezTo>
                      <a:cubicBezTo>
                        <a:pt x="12" y="11728"/>
                        <a:pt x="12" y="11800"/>
                        <a:pt x="12" y="11859"/>
                      </a:cubicBezTo>
                      <a:cubicBezTo>
                        <a:pt x="12" y="11931"/>
                        <a:pt x="12" y="11990"/>
                        <a:pt x="12" y="12062"/>
                      </a:cubicBezTo>
                      <a:cubicBezTo>
                        <a:pt x="12" y="12121"/>
                        <a:pt x="12" y="12193"/>
                        <a:pt x="12" y="12252"/>
                      </a:cubicBezTo>
                      <a:cubicBezTo>
                        <a:pt x="12" y="12312"/>
                        <a:pt x="12" y="12383"/>
                        <a:pt x="12" y="12443"/>
                      </a:cubicBezTo>
                      <a:cubicBezTo>
                        <a:pt x="12" y="12514"/>
                        <a:pt x="12" y="12574"/>
                        <a:pt x="12" y="12645"/>
                      </a:cubicBezTo>
                      <a:cubicBezTo>
                        <a:pt x="12" y="12705"/>
                        <a:pt x="12" y="12776"/>
                        <a:pt x="12" y="12836"/>
                      </a:cubicBezTo>
                      <a:cubicBezTo>
                        <a:pt x="12" y="12895"/>
                        <a:pt x="12" y="12967"/>
                        <a:pt x="12" y="13026"/>
                      </a:cubicBezTo>
                      <a:cubicBezTo>
                        <a:pt x="12" y="13098"/>
                        <a:pt x="12" y="13157"/>
                        <a:pt x="12" y="13228"/>
                      </a:cubicBezTo>
                      <a:cubicBezTo>
                        <a:pt x="12" y="13288"/>
                        <a:pt x="12" y="13359"/>
                        <a:pt x="12" y="13419"/>
                      </a:cubicBezTo>
                      <a:cubicBezTo>
                        <a:pt x="12" y="13479"/>
                        <a:pt x="12" y="13550"/>
                        <a:pt x="12" y="13609"/>
                      </a:cubicBezTo>
                      <a:cubicBezTo>
                        <a:pt x="12" y="13681"/>
                        <a:pt x="12" y="13740"/>
                        <a:pt x="12" y="13812"/>
                      </a:cubicBezTo>
                      <a:cubicBezTo>
                        <a:pt x="12" y="13871"/>
                        <a:pt x="12" y="13943"/>
                        <a:pt x="12" y="14002"/>
                      </a:cubicBezTo>
                      <a:cubicBezTo>
                        <a:pt x="12" y="14062"/>
                        <a:pt x="12" y="14133"/>
                        <a:pt x="12" y="14193"/>
                      </a:cubicBezTo>
                      <a:cubicBezTo>
                        <a:pt x="12" y="14264"/>
                        <a:pt x="12" y="14324"/>
                        <a:pt x="12" y="14395"/>
                      </a:cubicBezTo>
                      <a:cubicBezTo>
                        <a:pt x="12" y="14455"/>
                        <a:pt x="12" y="14526"/>
                        <a:pt x="12" y="14586"/>
                      </a:cubicBezTo>
                      <a:cubicBezTo>
                        <a:pt x="12" y="14645"/>
                        <a:pt x="12" y="14717"/>
                        <a:pt x="12" y="14776"/>
                      </a:cubicBezTo>
                      <a:cubicBezTo>
                        <a:pt x="12" y="14848"/>
                        <a:pt x="12" y="14907"/>
                        <a:pt x="12" y="14979"/>
                      </a:cubicBezTo>
                      <a:cubicBezTo>
                        <a:pt x="12" y="15038"/>
                        <a:pt x="12" y="15110"/>
                        <a:pt x="12" y="15169"/>
                      </a:cubicBezTo>
                      <a:cubicBezTo>
                        <a:pt x="12" y="15229"/>
                        <a:pt x="12" y="15300"/>
                        <a:pt x="12" y="15360"/>
                      </a:cubicBezTo>
                      <a:cubicBezTo>
                        <a:pt x="12" y="15431"/>
                        <a:pt x="12" y="15491"/>
                        <a:pt x="12" y="15562"/>
                      </a:cubicBezTo>
                      <a:cubicBezTo>
                        <a:pt x="12" y="15622"/>
                        <a:pt x="12" y="15693"/>
                        <a:pt x="12" y="15753"/>
                      </a:cubicBezTo>
                      <a:cubicBezTo>
                        <a:pt x="12" y="15812"/>
                        <a:pt x="12" y="15884"/>
                        <a:pt x="12" y="15943"/>
                      </a:cubicBezTo>
                      <a:cubicBezTo>
                        <a:pt x="12" y="16015"/>
                        <a:pt x="12" y="16074"/>
                        <a:pt x="12" y="16146"/>
                      </a:cubicBezTo>
                      <a:cubicBezTo>
                        <a:pt x="12" y="16205"/>
                        <a:pt x="12" y="16276"/>
                        <a:pt x="12" y="16336"/>
                      </a:cubicBezTo>
                      <a:cubicBezTo>
                        <a:pt x="12" y="16396"/>
                        <a:pt x="12" y="16467"/>
                        <a:pt x="12" y="16527"/>
                      </a:cubicBezTo>
                      <a:cubicBezTo>
                        <a:pt x="12" y="16598"/>
                        <a:pt x="12" y="16657"/>
                        <a:pt x="12" y="16729"/>
                      </a:cubicBezTo>
                      <a:cubicBezTo>
                        <a:pt x="12" y="16788"/>
                        <a:pt x="12" y="16860"/>
                        <a:pt x="12" y="16919"/>
                      </a:cubicBezTo>
                      <a:cubicBezTo>
                        <a:pt x="12" y="16979"/>
                        <a:pt x="12" y="17050"/>
                        <a:pt x="12" y="17110"/>
                      </a:cubicBezTo>
                      <a:cubicBezTo>
                        <a:pt x="12" y="17181"/>
                        <a:pt x="12" y="17241"/>
                        <a:pt x="12" y="17312"/>
                      </a:cubicBezTo>
                      <a:cubicBezTo>
                        <a:pt x="12" y="17372"/>
                        <a:pt x="12" y="17443"/>
                        <a:pt x="12" y="17503"/>
                      </a:cubicBezTo>
                      <a:cubicBezTo>
                        <a:pt x="12" y="17562"/>
                        <a:pt x="12" y="17634"/>
                        <a:pt x="12" y="17693"/>
                      </a:cubicBezTo>
                      <a:cubicBezTo>
                        <a:pt x="12" y="17765"/>
                        <a:pt x="12" y="17824"/>
                        <a:pt x="12" y="17896"/>
                      </a:cubicBezTo>
                      <a:cubicBezTo>
                        <a:pt x="12" y="17955"/>
                        <a:pt x="12" y="18015"/>
                        <a:pt x="12" y="18086"/>
                      </a:cubicBezTo>
                      <a:cubicBezTo>
                        <a:pt x="12" y="18146"/>
                        <a:pt x="12" y="18217"/>
                        <a:pt x="12" y="18277"/>
                      </a:cubicBezTo>
                      <a:cubicBezTo>
                        <a:pt x="12" y="18348"/>
                        <a:pt x="12" y="18408"/>
                        <a:pt x="12" y="18479"/>
                      </a:cubicBezTo>
                      <a:cubicBezTo>
                        <a:pt x="12" y="18539"/>
                        <a:pt x="12" y="18598"/>
                        <a:pt x="12" y="18670"/>
                      </a:cubicBezTo>
                      <a:cubicBezTo>
                        <a:pt x="12" y="18729"/>
                        <a:pt x="12" y="18801"/>
                        <a:pt x="12" y="18860"/>
                      </a:cubicBezTo>
                      <a:cubicBezTo>
                        <a:pt x="12" y="18932"/>
                        <a:pt x="12" y="18991"/>
                        <a:pt x="12" y="19063"/>
                      </a:cubicBezTo>
                      <a:cubicBezTo>
                        <a:pt x="12" y="19122"/>
                        <a:pt x="12" y="19182"/>
                        <a:pt x="12" y="19253"/>
                      </a:cubicBezTo>
                      <a:cubicBezTo>
                        <a:pt x="12" y="19313"/>
                        <a:pt x="12" y="19384"/>
                        <a:pt x="12" y="19444"/>
                      </a:cubicBezTo>
                      <a:cubicBezTo>
                        <a:pt x="12" y="19515"/>
                        <a:pt x="12" y="19575"/>
                        <a:pt x="12" y="19646"/>
                      </a:cubicBezTo>
                      <a:cubicBezTo>
                        <a:pt x="12" y="19705"/>
                        <a:pt x="12" y="19765"/>
                        <a:pt x="12" y="19836"/>
                      </a:cubicBezTo>
                      <a:cubicBezTo>
                        <a:pt x="12" y="19896"/>
                        <a:pt x="12" y="19967"/>
                        <a:pt x="12" y="20027"/>
                      </a:cubicBezTo>
                      <a:cubicBezTo>
                        <a:pt x="12" y="20098"/>
                        <a:pt x="12" y="20158"/>
                        <a:pt x="12" y="20229"/>
                      </a:cubicBezTo>
                      <a:cubicBezTo>
                        <a:pt x="12" y="20289"/>
                        <a:pt x="12" y="20348"/>
                        <a:pt x="12" y="20420"/>
                      </a:cubicBezTo>
                      <a:cubicBezTo>
                        <a:pt x="12" y="20479"/>
                        <a:pt x="12" y="20551"/>
                        <a:pt x="12" y="20610"/>
                      </a:cubicBezTo>
                      <a:cubicBezTo>
                        <a:pt x="12" y="20682"/>
                        <a:pt x="12" y="20741"/>
                        <a:pt x="12" y="20813"/>
                      </a:cubicBezTo>
                      <a:cubicBezTo>
                        <a:pt x="12" y="20872"/>
                        <a:pt x="12" y="20932"/>
                        <a:pt x="12" y="21003"/>
                      </a:cubicBezTo>
                      <a:cubicBezTo>
                        <a:pt x="12" y="21063"/>
                        <a:pt x="12" y="21134"/>
                        <a:pt x="12" y="21194"/>
                      </a:cubicBezTo>
                      <a:cubicBezTo>
                        <a:pt x="12" y="21265"/>
                        <a:pt x="12" y="21325"/>
                        <a:pt x="12" y="21396"/>
                      </a:cubicBezTo>
                      <a:cubicBezTo>
                        <a:pt x="12" y="21456"/>
                        <a:pt x="12" y="21515"/>
                        <a:pt x="12" y="21587"/>
                      </a:cubicBezTo>
                      <a:cubicBezTo>
                        <a:pt x="0" y="22515"/>
                        <a:pt x="500" y="23373"/>
                        <a:pt x="1310" y="23837"/>
                      </a:cubicBezTo>
                      <a:lnTo>
                        <a:pt x="36612" y="44208"/>
                      </a:lnTo>
                      <a:cubicBezTo>
                        <a:pt x="37416" y="44679"/>
                        <a:pt x="38315" y="44914"/>
                        <a:pt x="39215" y="44914"/>
                      </a:cubicBezTo>
                      <a:cubicBezTo>
                        <a:pt x="40115" y="44914"/>
                        <a:pt x="41017" y="44679"/>
                        <a:pt x="41827" y="44208"/>
                      </a:cubicBezTo>
                      <a:lnTo>
                        <a:pt x="77129" y="23837"/>
                      </a:lnTo>
                      <a:cubicBezTo>
                        <a:pt x="77939" y="23373"/>
                        <a:pt x="78439" y="22515"/>
                        <a:pt x="78427" y="21587"/>
                      </a:cubicBezTo>
                      <a:lnTo>
                        <a:pt x="78427" y="21384"/>
                      </a:lnTo>
                      <a:lnTo>
                        <a:pt x="78427" y="21194"/>
                      </a:lnTo>
                      <a:lnTo>
                        <a:pt x="78427" y="21003"/>
                      </a:lnTo>
                      <a:lnTo>
                        <a:pt x="78427" y="20801"/>
                      </a:lnTo>
                      <a:lnTo>
                        <a:pt x="78427" y="20610"/>
                      </a:lnTo>
                      <a:lnTo>
                        <a:pt x="78427" y="20420"/>
                      </a:lnTo>
                      <a:lnTo>
                        <a:pt x="78427" y="20217"/>
                      </a:lnTo>
                      <a:lnTo>
                        <a:pt x="78427" y="20027"/>
                      </a:lnTo>
                      <a:lnTo>
                        <a:pt x="78427" y="19836"/>
                      </a:lnTo>
                      <a:lnTo>
                        <a:pt x="78427" y="19634"/>
                      </a:lnTo>
                      <a:lnTo>
                        <a:pt x="78427" y="19444"/>
                      </a:lnTo>
                      <a:lnTo>
                        <a:pt x="78427" y="19253"/>
                      </a:lnTo>
                      <a:lnTo>
                        <a:pt x="78427" y="19051"/>
                      </a:lnTo>
                      <a:lnTo>
                        <a:pt x="78427" y="18860"/>
                      </a:lnTo>
                      <a:lnTo>
                        <a:pt x="78427" y="18670"/>
                      </a:lnTo>
                      <a:lnTo>
                        <a:pt x="78427" y="18467"/>
                      </a:lnTo>
                      <a:lnTo>
                        <a:pt x="78427" y="18277"/>
                      </a:lnTo>
                      <a:lnTo>
                        <a:pt x="78427" y="18086"/>
                      </a:lnTo>
                      <a:lnTo>
                        <a:pt x="78427" y="17884"/>
                      </a:lnTo>
                      <a:lnTo>
                        <a:pt x="78427" y="17693"/>
                      </a:lnTo>
                      <a:lnTo>
                        <a:pt x="78427" y="17503"/>
                      </a:lnTo>
                      <a:lnTo>
                        <a:pt x="78427" y="17300"/>
                      </a:lnTo>
                      <a:lnTo>
                        <a:pt x="78427" y="17110"/>
                      </a:lnTo>
                      <a:lnTo>
                        <a:pt x="78427" y="16919"/>
                      </a:lnTo>
                      <a:lnTo>
                        <a:pt x="78427" y="16717"/>
                      </a:lnTo>
                      <a:lnTo>
                        <a:pt x="78427" y="16527"/>
                      </a:lnTo>
                      <a:lnTo>
                        <a:pt x="78427" y="16336"/>
                      </a:lnTo>
                      <a:lnTo>
                        <a:pt x="78427" y="16146"/>
                      </a:lnTo>
                      <a:lnTo>
                        <a:pt x="78427" y="15943"/>
                      </a:lnTo>
                      <a:lnTo>
                        <a:pt x="78427" y="15753"/>
                      </a:lnTo>
                      <a:lnTo>
                        <a:pt x="78427" y="15562"/>
                      </a:lnTo>
                      <a:lnTo>
                        <a:pt x="78427" y="15360"/>
                      </a:lnTo>
                      <a:lnTo>
                        <a:pt x="78427" y="15169"/>
                      </a:lnTo>
                      <a:lnTo>
                        <a:pt x="78427" y="14979"/>
                      </a:lnTo>
                      <a:lnTo>
                        <a:pt x="78427" y="14776"/>
                      </a:lnTo>
                      <a:lnTo>
                        <a:pt x="78427" y="14586"/>
                      </a:lnTo>
                      <a:lnTo>
                        <a:pt x="78427" y="14395"/>
                      </a:lnTo>
                      <a:lnTo>
                        <a:pt x="78427" y="14193"/>
                      </a:lnTo>
                      <a:lnTo>
                        <a:pt x="78427" y="14002"/>
                      </a:lnTo>
                      <a:lnTo>
                        <a:pt x="78427" y="13812"/>
                      </a:lnTo>
                      <a:lnTo>
                        <a:pt x="78427" y="13609"/>
                      </a:lnTo>
                      <a:lnTo>
                        <a:pt x="78427" y="13419"/>
                      </a:lnTo>
                      <a:lnTo>
                        <a:pt x="78427" y="13228"/>
                      </a:lnTo>
                      <a:lnTo>
                        <a:pt x="78427" y="13026"/>
                      </a:lnTo>
                      <a:lnTo>
                        <a:pt x="78427" y="12836"/>
                      </a:lnTo>
                      <a:lnTo>
                        <a:pt x="78427" y="12645"/>
                      </a:lnTo>
                      <a:lnTo>
                        <a:pt x="78427" y="12443"/>
                      </a:lnTo>
                      <a:lnTo>
                        <a:pt x="78427" y="12252"/>
                      </a:lnTo>
                      <a:lnTo>
                        <a:pt x="78427" y="12062"/>
                      </a:lnTo>
                      <a:lnTo>
                        <a:pt x="78427" y="11859"/>
                      </a:lnTo>
                      <a:lnTo>
                        <a:pt x="78427" y="11669"/>
                      </a:lnTo>
                      <a:lnTo>
                        <a:pt x="78427" y="11478"/>
                      </a:lnTo>
                      <a:lnTo>
                        <a:pt x="78427" y="11276"/>
                      </a:lnTo>
                      <a:lnTo>
                        <a:pt x="78427" y="11085"/>
                      </a:lnTo>
                      <a:lnTo>
                        <a:pt x="78427" y="10895"/>
                      </a:lnTo>
                      <a:lnTo>
                        <a:pt x="78427" y="10692"/>
                      </a:lnTo>
                      <a:lnTo>
                        <a:pt x="78427" y="10502"/>
                      </a:lnTo>
                      <a:lnTo>
                        <a:pt x="78427" y="10311"/>
                      </a:lnTo>
                      <a:lnTo>
                        <a:pt x="78427" y="10109"/>
                      </a:lnTo>
                      <a:lnTo>
                        <a:pt x="78427" y="9919"/>
                      </a:lnTo>
                      <a:lnTo>
                        <a:pt x="78427" y="9728"/>
                      </a:lnTo>
                      <a:lnTo>
                        <a:pt x="78427" y="9526"/>
                      </a:lnTo>
                      <a:lnTo>
                        <a:pt x="78427" y="9335"/>
                      </a:lnTo>
                      <a:lnTo>
                        <a:pt x="78427" y="9145"/>
                      </a:lnTo>
                      <a:lnTo>
                        <a:pt x="78427" y="8942"/>
                      </a:lnTo>
                      <a:lnTo>
                        <a:pt x="78427" y="8752"/>
                      </a:lnTo>
                      <a:lnTo>
                        <a:pt x="78427" y="8561"/>
                      </a:lnTo>
                      <a:lnTo>
                        <a:pt x="78427" y="8359"/>
                      </a:lnTo>
                      <a:lnTo>
                        <a:pt x="78427" y="8168"/>
                      </a:lnTo>
                      <a:lnTo>
                        <a:pt x="78427" y="7978"/>
                      </a:lnTo>
                      <a:lnTo>
                        <a:pt x="78427" y="7775"/>
                      </a:lnTo>
                      <a:lnTo>
                        <a:pt x="78427" y="7585"/>
                      </a:lnTo>
                      <a:lnTo>
                        <a:pt x="78427" y="7394"/>
                      </a:lnTo>
                      <a:lnTo>
                        <a:pt x="78427" y="7192"/>
                      </a:lnTo>
                      <a:lnTo>
                        <a:pt x="78427" y="7002"/>
                      </a:lnTo>
                      <a:lnTo>
                        <a:pt x="78427" y="6811"/>
                      </a:lnTo>
                      <a:lnTo>
                        <a:pt x="78427" y="6609"/>
                      </a:lnTo>
                      <a:lnTo>
                        <a:pt x="78427" y="6418"/>
                      </a:lnTo>
                      <a:lnTo>
                        <a:pt x="78427" y="6228"/>
                      </a:lnTo>
                      <a:lnTo>
                        <a:pt x="78427" y="6025"/>
                      </a:lnTo>
                      <a:lnTo>
                        <a:pt x="78427" y="5835"/>
                      </a:lnTo>
                      <a:lnTo>
                        <a:pt x="78427" y="5644"/>
                      </a:lnTo>
                      <a:lnTo>
                        <a:pt x="78427" y="5442"/>
                      </a:lnTo>
                      <a:lnTo>
                        <a:pt x="78427" y="5251"/>
                      </a:lnTo>
                      <a:lnTo>
                        <a:pt x="78427" y="5061"/>
                      </a:lnTo>
                      <a:lnTo>
                        <a:pt x="78427" y="4858"/>
                      </a:lnTo>
                      <a:lnTo>
                        <a:pt x="78427" y="4668"/>
                      </a:lnTo>
                      <a:lnTo>
                        <a:pt x="78427" y="4477"/>
                      </a:lnTo>
                      <a:lnTo>
                        <a:pt x="78427" y="4275"/>
                      </a:lnTo>
                      <a:lnTo>
                        <a:pt x="78427" y="4085"/>
                      </a:lnTo>
                      <a:lnTo>
                        <a:pt x="78427" y="3894"/>
                      </a:lnTo>
                      <a:lnTo>
                        <a:pt x="78427" y="3692"/>
                      </a:lnTo>
                      <a:lnTo>
                        <a:pt x="78427" y="3501"/>
                      </a:lnTo>
                      <a:lnTo>
                        <a:pt x="78427" y="3311"/>
                      </a:lnTo>
                      <a:lnTo>
                        <a:pt x="78427" y="3108"/>
                      </a:lnTo>
                      <a:lnTo>
                        <a:pt x="78427" y="2918"/>
                      </a:lnTo>
                      <a:lnTo>
                        <a:pt x="78427" y="2727"/>
                      </a:lnTo>
                      <a:lnTo>
                        <a:pt x="78427" y="2525"/>
                      </a:lnTo>
                      <a:lnTo>
                        <a:pt x="78427" y="2334"/>
                      </a:lnTo>
                      <a:lnTo>
                        <a:pt x="78427" y="2144"/>
                      </a:lnTo>
                      <a:lnTo>
                        <a:pt x="78427" y="1941"/>
                      </a:lnTo>
                      <a:lnTo>
                        <a:pt x="78427" y="1751"/>
                      </a:lnTo>
                      <a:lnTo>
                        <a:pt x="78427" y="1560"/>
                      </a:lnTo>
                      <a:lnTo>
                        <a:pt x="78427" y="1358"/>
                      </a:lnTo>
                      <a:lnTo>
                        <a:pt x="78427" y="1167"/>
                      </a:lnTo>
                      <a:lnTo>
                        <a:pt x="78427" y="977"/>
                      </a:lnTo>
                      <a:lnTo>
                        <a:pt x="78427" y="775"/>
                      </a:lnTo>
                      <a:lnTo>
                        <a:pt x="78427" y="584"/>
                      </a:lnTo>
                      <a:lnTo>
                        <a:pt x="78427" y="394"/>
                      </a:lnTo>
                      <a:lnTo>
                        <a:pt x="78427" y="191"/>
                      </a:lnTo>
                      <a:lnTo>
                        <a:pt x="78427" y="1"/>
                      </a:lnTo>
                      <a:lnTo>
                        <a:pt x="78212" y="1"/>
                      </a:lnTo>
                      <a:cubicBezTo>
                        <a:pt x="78224" y="858"/>
                        <a:pt x="77760" y="1644"/>
                        <a:pt x="77022" y="2072"/>
                      </a:cubicBezTo>
                      <a:lnTo>
                        <a:pt x="41720" y="22444"/>
                      </a:lnTo>
                      <a:cubicBezTo>
                        <a:pt x="40946" y="22890"/>
                        <a:pt x="40083" y="23114"/>
                        <a:pt x="39218" y="23114"/>
                      </a:cubicBezTo>
                      <a:cubicBezTo>
                        <a:pt x="38353" y="23114"/>
                        <a:pt x="37487" y="22890"/>
                        <a:pt x="36707" y="22444"/>
                      </a:cubicBezTo>
                      <a:lnTo>
                        <a:pt x="1417" y="2072"/>
                      </a:lnTo>
                      <a:cubicBezTo>
                        <a:pt x="667" y="1644"/>
                        <a:pt x="215" y="858"/>
                        <a:pt x="226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A0FDF1">
                        <a:alpha val="41568"/>
                        <a:alpha val="41520"/>
                      </a:srgbClr>
                    </a:gs>
                    <a:gs pos="100000">
                      <a:srgbClr val="FFFFFF">
                        <a:alpha val="37254"/>
                        <a:alpha val="4152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32" name="Google Shape;2032;p21"/>
                <p:cNvSpPr/>
                <p:nvPr/>
              </p:nvSpPr>
              <p:spPr>
                <a:xfrm>
                  <a:off x="5553063" y="1487604"/>
                  <a:ext cx="1981525" cy="116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261" h="46572" extrusionOk="0">
                      <a:moveTo>
                        <a:pt x="39635" y="1"/>
                      </a:moveTo>
                      <a:cubicBezTo>
                        <a:pt x="38749" y="1"/>
                        <a:pt x="37862" y="230"/>
                        <a:pt x="37065" y="688"/>
                      </a:cubicBezTo>
                      <a:lnTo>
                        <a:pt x="1679" y="21119"/>
                      </a:lnTo>
                      <a:cubicBezTo>
                        <a:pt x="1" y="22084"/>
                        <a:pt x="1" y="24489"/>
                        <a:pt x="1679" y="25453"/>
                      </a:cubicBezTo>
                      <a:lnTo>
                        <a:pt x="37065" y="45884"/>
                      </a:lnTo>
                      <a:cubicBezTo>
                        <a:pt x="37862" y="46343"/>
                        <a:pt x="38749" y="46572"/>
                        <a:pt x="39635" y="46572"/>
                      </a:cubicBezTo>
                      <a:cubicBezTo>
                        <a:pt x="40520" y="46572"/>
                        <a:pt x="41405" y="46343"/>
                        <a:pt x="42196" y="45884"/>
                      </a:cubicBezTo>
                      <a:lnTo>
                        <a:pt x="77594" y="25453"/>
                      </a:lnTo>
                      <a:cubicBezTo>
                        <a:pt x="79260" y="24489"/>
                        <a:pt x="79260" y="22084"/>
                        <a:pt x="77594" y="21119"/>
                      </a:cubicBezTo>
                      <a:lnTo>
                        <a:pt x="42196" y="688"/>
                      </a:lnTo>
                      <a:cubicBezTo>
                        <a:pt x="41405" y="230"/>
                        <a:pt x="40520" y="1"/>
                        <a:pt x="39635" y="1"/>
                      </a:cubicBezTo>
                      <a:close/>
                    </a:path>
                  </a:pathLst>
                </a:custGeom>
                <a:solidFill>
                  <a:srgbClr val="A0FDF1">
                    <a:alpha val="4152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033" name="Google Shape;2033;p21"/>
            <p:cNvGrpSpPr/>
            <p:nvPr/>
          </p:nvGrpSpPr>
          <p:grpSpPr>
            <a:xfrm>
              <a:off x="3611125" y="2701588"/>
              <a:ext cx="598632" cy="805372"/>
              <a:chOff x="3478424" y="1308364"/>
              <a:chExt cx="2187185" cy="2942536"/>
            </a:xfrm>
          </p:grpSpPr>
          <p:sp>
            <p:nvSpPr>
              <p:cNvPr id="2034" name="Google Shape;2034;p21"/>
              <p:cNvSpPr/>
              <p:nvPr/>
            </p:nvSpPr>
            <p:spPr>
              <a:xfrm>
                <a:off x="3485139" y="2969821"/>
                <a:ext cx="2180470" cy="1281079"/>
              </a:xfrm>
              <a:custGeom>
                <a:avLst/>
                <a:gdLst/>
                <a:ahLst/>
                <a:cxnLst/>
                <a:rect l="l" t="t" r="r" b="b"/>
                <a:pathLst>
                  <a:path w="79261" h="46572" extrusionOk="0">
                    <a:moveTo>
                      <a:pt x="39635" y="1"/>
                    </a:moveTo>
                    <a:cubicBezTo>
                      <a:pt x="38749" y="1"/>
                      <a:pt x="37862" y="230"/>
                      <a:pt x="37065" y="688"/>
                    </a:cubicBezTo>
                    <a:lnTo>
                      <a:pt x="1679" y="21119"/>
                    </a:lnTo>
                    <a:cubicBezTo>
                      <a:pt x="1" y="22084"/>
                      <a:pt x="1" y="24489"/>
                      <a:pt x="1679" y="25453"/>
                    </a:cubicBezTo>
                    <a:lnTo>
                      <a:pt x="37065" y="45884"/>
                    </a:lnTo>
                    <a:cubicBezTo>
                      <a:pt x="37862" y="46343"/>
                      <a:pt x="38749" y="46572"/>
                      <a:pt x="39635" y="46572"/>
                    </a:cubicBezTo>
                    <a:cubicBezTo>
                      <a:pt x="40520" y="46572"/>
                      <a:pt x="41405" y="46343"/>
                      <a:pt x="42196" y="45884"/>
                    </a:cubicBezTo>
                    <a:lnTo>
                      <a:pt x="77594" y="25453"/>
                    </a:lnTo>
                    <a:cubicBezTo>
                      <a:pt x="79260" y="24489"/>
                      <a:pt x="79260" y="22084"/>
                      <a:pt x="77594" y="21119"/>
                    </a:cubicBezTo>
                    <a:lnTo>
                      <a:pt x="42196" y="688"/>
                    </a:lnTo>
                    <a:cubicBezTo>
                      <a:pt x="41405" y="230"/>
                      <a:pt x="40520" y="1"/>
                      <a:pt x="3963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5" name="Google Shape;2035;p21"/>
              <p:cNvSpPr/>
              <p:nvPr/>
            </p:nvSpPr>
            <p:spPr>
              <a:xfrm>
                <a:off x="3793045" y="1947520"/>
                <a:ext cx="1550129" cy="2096604"/>
              </a:xfrm>
              <a:custGeom>
                <a:avLst/>
                <a:gdLst/>
                <a:ahLst/>
                <a:cxnLst/>
                <a:rect l="l" t="t" r="r" b="b"/>
                <a:pathLst>
                  <a:path w="52721" h="71307" extrusionOk="0">
                    <a:moveTo>
                      <a:pt x="52709" y="0"/>
                    </a:moveTo>
                    <a:lnTo>
                      <a:pt x="0" y="0"/>
                    </a:lnTo>
                    <a:lnTo>
                      <a:pt x="0" y="55495"/>
                    </a:lnTo>
                    <a:cubicBezTo>
                      <a:pt x="0" y="56090"/>
                      <a:pt x="321" y="56650"/>
                      <a:pt x="845" y="56948"/>
                    </a:cubicBezTo>
                    <a:lnTo>
                      <a:pt x="24646" y="70699"/>
                    </a:lnTo>
                    <a:cubicBezTo>
                      <a:pt x="25706" y="71306"/>
                      <a:pt x="27027" y="71306"/>
                      <a:pt x="28087" y="70699"/>
                    </a:cubicBezTo>
                    <a:lnTo>
                      <a:pt x="51876" y="56948"/>
                    </a:lnTo>
                    <a:cubicBezTo>
                      <a:pt x="52399" y="56650"/>
                      <a:pt x="52721" y="56090"/>
                      <a:pt x="52721" y="55495"/>
                    </a:cubicBezTo>
                    <a:lnTo>
                      <a:pt x="52721" y="5549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6" name="Google Shape;2036;p21"/>
              <p:cNvSpPr/>
              <p:nvPr/>
            </p:nvSpPr>
            <p:spPr>
              <a:xfrm>
                <a:off x="3784988" y="1482593"/>
                <a:ext cx="1566242" cy="929825"/>
              </a:xfrm>
              <a:custGeom>
                <a:avLst/>
                <a:gdLst/>
                <a:ahLst/>
                <a:cxnLst/>
                <a:rect l="l" t="t" r="r" b="b"/>
                <a:pathLst>
                  <a:path w="53269" h="31624" extrusionOk="0">
                    <a:moveTo>
                      <a:pt x="24920" y="31004"/>
                    </a:moveTo>
                    <a:lnTo>
                      <a:pt x="1119" y="17265"/>
                    </a:lnTo>
                    <a:cubicBezTo>
                      <a:pt x="0" y="16622"/>
                      <a:pt x="0" y="15002"/>
                      <a:pt x="1119" y="14359"/>
                    </a:cubicBezTo>
                    <a:lnTo>
                      <a:pt x="24920" y="620"/>
                    </a:lnTo>
                    <a:cubicBezTo>
                      <a:pt x="25980" y="1"/>
                      <a:pt x="27301" y="1"/>
                      <a:pt x="28361" y="620"/>
                    </a:cubicBezTo>
                    <a:lnTo>
                      <a:pt x="52150" y="14359"/>
                    </a:lnTo>
                    <a:cubicBezTo>
                      <a:pt x="53269" y="15002"/>
                      <a:pt x="53269" y="16622"/>
                      <a:pt x="52150" y="17265"/>
                    </a:cubicBezTo>
                    <a:lnTo>
                      <a:pt x="28361" y="31004"/>
                    </a:lnTo>
                    <a:cubicBezTo>
                      <a:pt x="27289" y="31624"/>
                      <a:pt x="25980" y="31624"/>
                      <a:pt x="24920" y="3100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7" name="Google Shape;2037;p21"/>
              <p:cNvSpPr/>
              <p:nvPr/>
            </p:nvSpPr>
            <p:spPr>
              <a:xfrm>
                <a:off x="3818244" y="2089627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7"/>
                    </a:moveTo>
                    <a:lnTo>
                      <a:pt x="0" y="1561"/>
                    </a:lnTo>
                    <a:lnTo>
                      <a:pt x="0" y="1"/>
                    </a:lnTo>
                    <a:lnTo>
                      <a:pt x="24194" y="1395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8" name="Google Shape;2038;p21"/>
              <p:cNvSpPr/>
              <p:nvPr/>
            </p:nvSpPr>
            <p:spPr>
              <a:xfrm>
                <a:off x="3818244" y="2153697"/>
                <a:ext cx="711364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9" extrusionOk="0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9" name="Google Shape;2039;p21"/>
              <p:cNvSpPr/>
              <p:nvPr/>
            </p:nvSpPr>
            <p:spPr>
              <a:xfrm>
                <a:off x="3818244" y="2218120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0" name="Google Shape;2040;p21"/>
              <p:cNvSpPr/>
              <p:nvPr/>
            </p:nvSpPr>
            <p:spPr>
              <a:xfrm>
                <a:off x="3818244" y="2282543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1" name="Google Shape;2041;p21"/>
              <p:cNvSpPr/>
              <p:nvPr/>
            </p:nvSpPr>
            <p:spPr>
              <a:xfrm>
                <a:off x="3818244" y="2346966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2" name="Google Shape;2042;p21"/>
              <p:cNvSpPr/>
              <p:nvPr/>
            </p:nvSpPr>
            <p:spPr>
              <a:xfrm>
                <a:off x="3818244" y="246178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3" name="Google Shape;2043;p21"/>
              <p:cNvSpPr/>
              <p:nvPr/>
            </p:nvSpPr>
            <p:spPr>
              <a:xfrm>
                <a:off x="3818244" y="2526209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4" name="Google Shape;2044;p21"/>
              <p:cNvSpPr/>
              <p:nvPr/>
            </p:nvSpPr>
            <p:spPr>
              <a:xfrm>
                <a:off x="3818244" y="2590250"/>
                <a:ext cx="711364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9" extrusionOk="0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5" name="Google Shape;2045;p21"/>
              <p:cNvSpPr/>
              <p:nvPr/>
            </p:nvSpPr>
            <p:spPr>
              <a:xfrm>
                <a:off x="3818244" y="2654673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6" name="Google Shape;2046;p21"/>
              <p:cNvSpPr/>
              <p:nvPr/>
            </p:nvSpPr>
            <p:spPr>
              <a:xfrm>
                <a:off x="3818244" y="271909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7" name="Google Shape;2047;p21"/>
              <p:cNvSpPr/>
              <p:nvPr/>
            </p:nvSpPr>
            <p:spPr>
              <a:xfrm>
                <a:off x="3818244" y="283391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8" name="Google Shape;2048;p21"/>
              <p:cNvSpPr/>
              <p:nvPr/>
            </p:nvSpPr>
            <p:spPr>
              <a:xfrm>
                <a:off x="3818244" y="2898339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9" name="Google Shape;2049;p21"/>
              <p:cNvSpPr/>
              <p:nvPr/>
            </p:nvSpPr>
            <p:spPr>
              <a:xfrm>
                <a:off x="3818244" y="2962762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0" name="Google Shape;2050;p21"/>
              <p:cNvSpPr/>
              <p:nvPr/>
            </p:nvSpPr>
            <p:spPr>
              <a:xfrm>
                <a:off x="3818244" y="3026803"/>
                <a:ext cx="711364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9" extrusionOk="0">
                    <a:moveTo>
                      <a:pt x="24194" y="15539"/>
                    </a:moveTo>
                    <a:lnTo>
                      <a:pt x="0" y="1573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1" name="Google Shape;2051;p21"/>
              <p:cNvSpPr/>
              <p:nvPr/>
            </p:nvSpPr>
            <p:spPr>
              <a:xfrm>
                <a:off x="3818244" y="309122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2" name="Google Shape;2052;p21"/>
              <p:cNvSpPr/>
              <p:nvPr/>
            </p:nvSpPr>
            <p:spPr>
              <a:xfrm>
                <a:off x="3818244" y="320604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7"/>
                    </a:moveTo>
                    <a:lnTo>
                      <a:pt x="0" y="1573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3" name="Google Shape;2053;p21"/>
              <p:cNvSpPr/>
              <p:nvPr/>
            </p:nvSpPr>
            <p:spPr>
              <a:xfrm>
                <a:off x="3818244" y="3270469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4" name="Google Shape;2054;p21"/>
              <p:cNvSpPr/>
              <p:nvPr/>
            </p:nvSpPr>
            <p:spPr>
              <a:xfrm>
                <a:off x="3818244" y="3334892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5" name="Google Shape;2055;p21"/>
              <p:cNvSpPr/>
              <p:nvPr/>
            </p:nvSpPr>
            <p:spPr>
              <a:xfrm>
                <a:off x="3818244" y="3399315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6" name="Google Shape;2056;p21"/>
              <p:cNvSpPr/>
              <p:nvPr/>
            </p:nvSpPr>
            <p:spPr>
              <a:xfrm>
                <a:off x="3818244" y="3463385"/>
                <a:ext cx="711364" cy="456856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8" extrusionOk="0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7" name="Google Shape;2057;p21"/>
              <p:cNvSpPr/>
              <p:nvPr/>
            </p:nvSpPr>
            <p:spPr>
              <a:xfrm>
                <a:off x="4606639" y="2089627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7"/>
                    </a:moveTo>
                    <a:lnTo>
                      <a:pt x="24182" y="1561"/>
                    </a:lnTo>
                    <a:lnTo>
                      <a:pt x="24182" y="1"/>
                    </a:lnTo>
                    <a:lnTo>
                      <a:pt x="0" y="1395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8" name="Google Shape;2058;p21"/>
              <p:cNvSpPr/>
              <p:nvPr/>
            </p:nvSpPr>
            <p:spPr>
              <a:xfrm>
                <a:off x="4606639" y="2153697"/>
                <a:ext cx="711011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9" extrusionOk="0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9" name="Google Shape;2059;p21"/>
              <p:cNvSpPr/>
              <p:nvPr/>
            </p:nvSpPr>
            <p:spPr>
              <a:xfrm>
                <a:off x="4606639" y="2218120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0" name="Google Shape;2060;p21"/>
              <p:cNvSpPr/>
              <p:nvPr/>
            </p:nvSpPr>
            <p:spPr>
              <a:xfrm>
                <a:off x="4606639" y="2282543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1" name="Google Shape;2061;p21"/>
              <p:cNvSpPr/>
              <p:nvPr/>
            </p:nvSpPr>
            <p:spPr>
              <a:xfrm>
                <a:off x="4606639" y="2346966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2" name="Google Shape;2062;p21"/>
              <p:cNvSpPr/>
              <p:nvPr/>
            </p:nvSpPr>
            <p:spPr>
              <a:xfrm>
                <a:off x="4606639" y="246178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3" name="Google Shape;2063;p21"/>
              <p:cNvSpPr/>
              <p:nvPr/>
            </p:nvSpPr>
            <p:spPr>
              <a:xfrm>
                <a:off x="4606639" y="2526209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4" name="Google Shape;2064;p21"/>
              <p:cNvSpPr/>
              <p:nvPr/>
            </p:nvSpPr>
            <p:spPr>
              <a:xfrm>
                <a:off x="4606639" y="2590250"/>
                <a:ext cx="711011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9" extrusionOk="0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5" name="Google Shape;2065;p21"/>
              <p:cNvSpPr/>
              <p:nvPr/>
            </p:nvSpPr>
            <p:spPr>
              <a:xfrm>
                <a:off x="4606639" y="2654673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6" name="Google Shape;2066;p21"/>
              <p:cNvSpPr/>
              <p:nvPr/>
            </p:nvSpPr>
            <p:spPr>
              <a:xfrm>
                <a:off x="4606639" y="271909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7" name="Google Shape;2067;p21"/>
              <p:cNvSpPr/>
              <p:nvPr/>
            </p:nvSpPr>
            <p:spPr>
              <a:xfrm>
                <a:off x="4606639" y="283391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8" name="Google Shape;2068;p21"/>
              <p:cNvSpPr/>
              <p:nvPr/>
            </p:nvSpPr>
            <p:spPr>
              <a:xfrm>
                <a:off x="4606639" y="2898339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9" name="Google Shape;2069;p21"/>
              <p:cNvSpPr/>
              <p:nvPr/>
            </p:nvSpPr>
            <p:spPr>
              <a:xfrm>
                <a:off x="4606639" y="2962762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0" name="Google Shape;2070;p21"/>
              <p:cNvSpPr/>
              <p:nvPr/>
            </p:nvSpPr>
            <p:spPr>
              <a:xfrm>
                <a:off x="4606639" y="3026803"/>
                <a:ext cx="711011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9" extrusionOk="0">
                    <a:moveTo>
                      <a:pt x="0" y="15539"/>
                    </a:moveTo>
                    <a:lnTo>
                      <a:pt x="24182" y="1573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1" name="Google Shape;2071;p21"/>
              <p:cNvSpPr/>
              <p:nvPr/>
            </p:nvSpPr>
            <p:spPr>
              <a:xfrm>
                <a:off x="4606639" y="309122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2" name="Google Shape;2072;p21"/>
              <p:cNvSpPr/>
              <p:nvPr/>
            </p:nvSpPr>
            <p:spPr>
              <a:xfrm>
                <a:off x="4606639" y="320604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7"/>
                    </a:moveTo>
                    <a:lnTo>
                      <a:pt x="24182" y="1573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3" name="Google Shape;2073;p21"/>
              <p:cNvSpPr/>
              <p:nvPr/>
            </p:nvSpPr>
            <p:spPr>
              <a:xfrm>
                <a:off x="4606639" y="3270469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4" name="Google Shape;2074;p21"/>
              <p:cNvSpPr/>
              <p:nvPr/>
            </p:nvSpPr>
            <p:spPr>
              <a:xfrm>
                <a:off x="4606639" y="3334892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5" name="Google Shape;2075;p21"/>
              <p:cNvSpPr/>
              <p:nvPr/>
            </p:nvSpPr>
            <p:spPr>
              <a:xfrm>
                <a:off x="4606639" y="3399315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6" name="Google Shape;2076;p21"/>
              <p:cNvSpPr/>
              <p:nvPr/>
            </p:nvSpPr>
            <p:spPr>
              <a:xfrm>
                <a:off x="4606639" y="3463385"/>
                <a:ext cx="711011" cy="456856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8" extrusionOk="0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077" name="Google Shape;2077;p21"/>
              <p:cNvGrpSpPr/>
              <p:nvPr/>
            </p:nvGrpSpPr>
            <p:grpSpPr>
              <a:xfrm>
                <a:off x="3478424" y="1308364"/>
                <a:ext cx="2180470" cy="1878295"/>
                <a:chOff x="5553063" y="1487604"/>
                <a:chExt cx="1981525" cy="1707075"/>
              </a:xfrm>
            </p:grpSpPr>
            <p:sp>
              <p:nvSpPr>
                <p:cNvPr id="2078" name="Google Shape;2078;p21"/>
                <p:cNvSpPr/>
                <p:nvPr/>
              </p:nvSpPr>
              <p:spPr>
                <a:xfrm>
                  <a:off x="5563488" y="2071829"/>
                  <a:ext cx="1960975" cy="1122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439" h="44914" extrusionOk="0">
                      <a:moveTo>
                        <a:pt x="12" y="1"/>
                      </a:moveTo>
                      <a:cubicBezTo>
                        <a:pt x="12" y="72"/>
                        <a:pt x="12" y="132"/>
                        <a:pt x="12" y="191"/>
                      </a:cubicBezTo>
                      <a:cubicBezTo>
                        <a:pt x="12" y="263"/>
                        <a:pt x="12" y="322"/>
                        <a:pt x="12" y="394"/>
                      </a:cubicBezTo>
                      <a:cubicBezTo>
                        <a:pt x="12" y="453"/>
                        <a:pt x="12" y="525"/>
                        <a:pt x="12" y="584"/>
                      </a:cubicBezTo>
                      <a:cubicBezTo>
                        <a:pt x="12" y="656"/>
                        <a:pt x="12" y="715"/>
                        <a:pt x="12" y="775"/>
                      </a:cubicBezTo>
                      <a:cubicBezTo>
                        <a:pt x="12" y="846"/>
                        <a:pt x="12" y="906"/>
                        <a:pt x="12" y="977"/>
                      </a:cubicBezTo>
                      <a:cubicBezTo>
                        <a:pt x="12" y="1037"/>
                        <a:pt x="12" y="1108"/>
                        <a:pt x="12" y="1167"/>
                      </a:cubicBezTo>
                      <a:cubicBezTo>
                        <a:pt x="12" y="1239"/>
                        <a:pt x="12" y="1298"/>
                        <a:pt x="12" y="1358"/>
                      </a:cubicBezTo>
                      <a:cubicBezTo>
                        <a:pt x="12" y="1429"/>
                        <a:pt x="12" y="1489"/>
                        <a:pt x="12" y="1560"/>
                      </a:cubicBezTo>
                      <a:cubicBezTo>
                        <a:pt x="12" y="1620"/>
                        <a:pt x="12" y="1691"/>
                        <a:pt x="12" y="1751"/>
                      </a:cubicBezTo>
                      <a:cubicBezTo>
                        <a:pt x="12" y="1822"/>
                        <a:pt x="12" y="1882"/>
                        <a:pt x="12" y="1941"/>
                      </a:cubicBezTo>
                      <a:cubicBezTo>
                        <a:pt x="12" y="2013"/>
                        <a:pt x="12" y="2072"/>
                        <a:pt x="12" y="2144"/>
                      </a:cubicBezTo>
                      <a:cubicBezTo>
                        <a:pt x="12" y="2203"/>
                        <a:pt x="12" y="2275"/>
                        <a:pt x="12" y="2334"/>
                      </a:cubicBezTo>
                      <a:cubicBezTo>
                        <a:pt x="12" y="2406"/>
                        <a:pt x="12" y="2465"/>
                        <a:pt x="12" y="2525"/>
                      </a:cubicBezTo>
                      <a:cubicBezTo>
                        <a:pt x="12" y="2596"/>
                        <a:pt x="12" y="2656"/>
                        <a:pt x="12" y="2727"/>
                      </a:cubicBezTo>
                      <a:cubicBezTo>
                        <a:pt x="12" y="2787"/>
                        <a:pt x="12" y="2858"/>
                        <a:pt x="12" y="2918"/>
                      </a:cubicBezTo>
                      <a:cubicBezTo>
                        <a:pt x="12" y="2989"/>
                        <a:pt x="12" y="3049"/>
                        <a:pt x="12" y="3108"/>
                      </a:cubicBezTo>
                      <a:cubicBezTo>
                        <a:pt x="12" y="3180"/>
                        <a:pt x="12" y="3239"/>
                        <a:pt x="12" y="3311"/>
                      </a:cubicBezTo>
                      <a:cubicBezTo>
                        <a:pt x="12" y="3370"/>
                        <a:pt x="12" y="3442"/>
                        <a:pt x="12" y="3501"/>
                      </a:cubicBezTo>
                      <a:cubicBezTo>
                        <a:pt x="12" y="3573"/>
                        <a:pt x="12" y="3632"/>
                        <a:pt x="12" y="3692"/>
                      </a:cubicBezTo>
                      <a:cubicBezTo>
                        <a:pt x="12" y="3763"/>
                        <a:pt x="12" y="3823"/>
                        <a:pt x="12" y="3894"/>
                      </a:cubicBezTo>
                      <a:cubicBezTo>
                        <a:pt x="12" y="3954"/>
                        <a:pt x="12" y="4025"/>
                        <a:pt x="12" y="4085"/>
                      </a:cubicBezTo>
                      <a:cubicBezTo>
                        <a:pt x="12" y="4156"/>
                        <a:pt x="12" y="4215"/>
                        <a:pt x="12" y="4275"/>
                      </a:cubicBezTo>
                      <a:cubicBezTo>
                        <a:pt x="12" y="4346"/>
                        <a:pt x="12" y="4406"/>
                        <a:pt x="12" y="4477"/>
                      </a:cubicBezTo>
                      <a:cubicBezTo>
                        <a:pt x="12" y="4537"/>
                        <a:pt x="12" y="4608"/>
                        <a:pt x="12" y="4668"/>
                      </a:cubicBezTo>
                      <a:cubicBezTo>
                        <a:pt x="12" y="4739"/>
                        <a:pt x="12" y="4799"/>
                        <a:pt x="12" y="4858"/>
                      </a:cubicBezTo>
                      <a:cubicBezTo>
                        <a:pt x="12" y="4930"/>
                        <a:pt x="12" y="4989"/>
                        <a:pt x="12" y="5061"/>
                      </a:cubicBezTo>
                      <a:cubicBezTo>
                        <a:pt x="12" y="5120"/>
                        <a:pt x="12" y="5192"/>
                        <a:pt x="12" y="5251"/>
                      </a:cubicBezTo>
                      <a:cubicBezTo>
                        <a:pt x="12" y="5323"/>
                        <a:pt x="12" y="5382"/>
                        <a:pt x="12" y="5442"/>
                      </a:cubicBezTo>
                      <a:cubicBezTo>
                        <a:pt x="12" y="5513"/>
                        <a:pt x="12" y="5573"/>
                        <a:pt x="12" y="5644"/>
                      </a:cubicBezTo>
                      <a:cubicBezTo>
                        <a:pt x="12" y="5704"/>
                        <a:pt x="12" y="5775"/>
                        <a:pt x="12" y="5835"/>
                      </a:cubicBezTo>
                      <a:cubicBezTo>
                        <a:pt x="12" y="5906"/>
                        <a:pt x="12" y="5966"/>
                        <a:pt x="12" y="6025"/>
                      </a:cubicBezTo>
                      <a:cubicBezTo>
                        <a:pt x="12" y="6097"/>
                        <a:pt x="12" y="6156"/>
                        <a:pt x="12" y="6228"/>
                      </a:cubicBezTo>
                      <a:cubicBezTo>
                        <a:pt x="12" y="6287"/>
                        <a:pt x="12" y="6359"/>
                        <a:pt x="12" y="6418"/>
                      </a:cubicBezTo>
                      <a:cubicBezTo>
                        <a:pt x="12" y="6490"/>
                        <a:pt x="12" y="6549"/>
                        <a:pt x="12" y="6609"/>
                      </a:cubicBezTo>
                      <a:cubicBezTo>
                        <a:pt x="12" y="6680"/>
                        <a:pt x="12" y="6740"/>
                        <a:pt x="12" y="6811"/>
                      </a:cubicBezTo>
                      <a:cubicBezTo>
                        <a:pt x="12" y="6871"/>
                        <a:pt x="12" y="6942"/>
                        <a:pt x="12" y="7002"/>
                      </a:cubicBezTo>
                      <a:cubicBezTo>
                        <a:pt x="12" y="7073"/>
                        <a:pt x="12" y="7132"/>
                        <a:pt x="12" y="7192"/>
                      </a:cubicBezTo>
                      <a:cubicBezTo>
                        <a:pt x="12" y="7263"/>
                        <a:pt x="12" y="7323"/>
                        <a:pt x="12" y="7394"/>
                      </a:cubicBezTo>
                      <a:cubicBezTo>
                        <a:pt x="12" y="7454"/>
                        <a:pt x="12" y="7525"/>
                        <a:pt x="12" y="7585"/>
                      </a:cubicBezTo>
                      <a:cubicBezTo>
                        <a:pt x="12" y="7656"/>
                        <a:pt x="12" y="7716"/>
                        <a:pt x="12" y="7775"/>
                      </a:cubicBezTo>
                      <a:cubicBezTo>
                        <a:pt x="12" y="7847"/>
                        <a:pt x="12" y="7906"/>
                        <a:pt x="12" y="7978"/>
                      </a:cubicBezTo>
                      <a:cubicBezTo>
                        <a:pt x="12" y="8037"/>
                        <a:pt x="12" y="8109"/>
                        <a:pt x="12" y="8168"/>
                      </a:cubicBezTo>
                      <a:cubicBezTo>
                        <a:pt x="12" y="8228"/>
                        <a:pt x="12" y="8299"/>
                        <a:pt x="12" y="8359"/>
                      </a:cubicBezTo>
                      <a:cubicBezTo>
                        <a:pt x="12" y="8430"/>
                        <a:pt x="12" y="8490"/>
                        <a:pt x="12" y="8561"/>
                      </a:cubicBezTo>
                      <a:cubicBezTo>
                        <a:pt x="12" y="8621"/>
                        <a:pt x="12" y="8692"/>
                        <a:pt x="12" y="8752"/>
                      </a:cubicBezTo>
                      <a:cubicBezTo>
                        <a:pt x="12" y="8811"/>
                        <a:pt x="12" y="8883"/>
                        <a:pt x="12" y="8942"/>
                      </a:cubicBezTo>
                      <a:cubicBezTo>
                        <a:pt x="12" y="9014"/>
                        <a:pt x="12" y="9073"/>
                        <a:pt x="12" y="9145"/>
                      </a:cubicBezTo>
                      <a:cubicBezTo>
                        <a:pt x="12" y="9204"/>
                        <a:pt x="12" y="9276"/>
                        <a:pt x="12" y="9335"/>
                      </a:cubicBezTo>
                      <a:cubicBezTo>
                        <a:pt x="12" y="9395"/>
                        <a:pt x="12" y="9466"/>
                        <a:pt x="12" y="9526"/>
                      </a:cubicBezTo>
                      <a:cubicBezTo>
                        <a:pt x="12" y="9597"/>
                        <a:pt x="12" y="9657"/>
                        <a:pt x="12" y="9728"/>
                      </a:cubicBezTo>
                      <a:cubicBezTo>
                        <a:pt x="12" y="9788"/>
                        <a:pt x="12" y="9859"/>
                        <a:pt x="12" y="9919"/>
                      </a:cubicBezTo>
                      <a:cubicBezTo>
                        <a:pt x="12" y="9978"/>
                        <a:pt x="12" y="10050"/>
                        <a:pt x="12" y="10109"/>
                      </a:cubicBezTo>
                      <a:cubicBezTo>
                        <a:pt x="12" y="10180"/>
                        <a:pt x="12" y="10240"/>
                        <a:pt x="12" y="10311"/>
                      </a:cubicBezTo>
                      <a:cubicBezTo>
                        <a:pt x="12" y="10371"/>
                        <a:pt x="12" y="10442"/>
                        <a:pt x="12" y="10502"/>
                      </a:cubicBezTo>
                      <a:cubicBezTo>
                        <a:pt x="12" y="10561"/>
                        <a:pt x="12" y="10633"/>
                        <a:pt x="12" y="10692"/>
                      </a:cubicBezTo>
                      <a:cubicBezTo>
                        <a:pt x="12" y="10764"/>
                        <a:pt x="12" y="10823"/>
                        <a:pt x="12" y="10895"/>
                      </a:cubicBezTo>
                      <a:cubicBezTo>
                        <a:pt x="12" y="10954"/>
                        <a:pt x="12" y="11026"/>
                        <a:pt x="12" y="11085"/>
                      </a:cubicBezTo>
                      <a:cubicBezTo>
                        <a:pt x="12" y="11145"/>
                        <a:pt x="12" y="11216"/>
                        <a:pt x="12" y="11276"/>
                      </a:cubicBezTo>
                      <a:cubicBezTo>
                        <a:pt x="12" y="11347"/>
                        <a:pt x="12" y="11407"/>
                        <a:pt x="12" y="11478"/>
                      </a:cubicBezTo>
                      <a:cubicBezTo>
                        <a:pt x="12" y="11538"/>
                        <a:pt x="12" y="11609"/>
                        <a:pt x="12" y="11669"/>
                      </a:cubicBezTo>
                      <a:cubicBezTo>
                        <a:pt x="12" y="11728"/>
                        <a:pt x="12" y="11800"/>
                        <a:pt x="12" y="11859"/>
                      </a:cubicBezTo>
                      <a:cubicBezTo>
                        <a:pt x="12" y="11931"/>
                        <a:pt x="12" y="11990"/>
                        <a:pt x="12" y="12062"/>
                      </a:cubicBezTo>
                      <a:cubicBezTo>
                        <a:pt x="12" y="12121"/>
                        <a:pt x="12" y="12193"/>
                        <a:pt x="12" y="12252"/>
                      </a:cubicBezTo>
                      <a:cubicBezTo>
                        <a:pt x="12" y="12312"/>
                        <a:pt x="12" y="12383"/>
                        <a:pt x="12" y="12443"/>
                      </a:cubicBezTo>
                      <a:cubicBezTo>
                        <a:pt x="12" y="12514"/>
                        <a:pt x="12" y="12574"/>
                        <a:pt x="12" y="12645"/>
                      </a:cubicBezTo>
                      <a:cubicBezTo>
                        <a:pt x="12" y="12705"/>
                        <a:pt x="12" y="12776"/>
                        <a:pt x="12" y="12836"/>
                      </a:cubicBezTo>
                      <a:cubicBezTo>
                        <a:pt x="12" y="12895"/>
                        <a:pt x="12" y="12967"/>
                        <a:pt x="12" y="13026"/>
                      </a:cubicBezTo>
                      <a:cubicBezTo>
                        <a:pt x="12" y="13098"/>
                        <a:pt x="12" y="13157"/>
                        <a:pt x="12" y="13228"/>
                      </a:cubicBezTo>
                      <a:cubicBezTo>
                        <a:pt x="12" y="13288"/>
                        <a:pt x="12" y="13359"/>
                        <a:pt x="12" y="13419"/>
                      </a:cubicBezTo>
                      <a:cubicBezTo>
                        <a:pt x="12" y="13479"/>
                        <a:pt x="12" y="13550"/>
                        <a:pt x="12" y="13609"/>
                      </a:cubicBezTo>
                      <a:cubicBezTo>
                        <a:pt x="12" y="13681"/>
                        <a:pt x="12" y="13740"/>
                        <a:pt x="12" y="13812"/>
                      </a:cubicBezTo>
                      <a:cubicBezTo>
                        <a:pt x="12" y="13871"/>
                        <a:pt x="12" y="13943"/>
                        <a:pt x="12" y="14002"/>
                      </a:cubicBezTo>
                      <a:cubicBezTo>
                        <a:pt x="12" y="14062"/>
                        <a:pt x="12" y="14133"/>
                        <a:pt x="12" y="14193"/>
                      </a:cubicBezTo>
                      <a:cubicBezTo>
                        <a:pt x="12" y="14264"/>
                        <a:pt x="12" y="14324"/>
                        <a:pt x="12" y="14395"/>
                      </a:cubicBezTo>
                      <a:cubicBezTo>
                        <a:pt x="12" y="14455"/>
                        <a:pt x="12" y="14526"/>
                        <a:pt x="12" y="14586"/>
                      </a:cubicBezTo>
                      <a:cubicBezTo>
                        <a:pt x="12" y="14645"/>
                        <a:pt x="12" y="14717"/>
                        <a:pt x="12" y="14776"/>
                      </a:cubicBezTo>
                      <a:cubicBezTo>
                        <a:pt x="12" y="14848"/>
                        <a:pt x="12" y="14907"/>
                        <a:pt x="12" y="14979"/>
                      </a:cubicBezTo>
                      <a:cubicBezTo>
                        <a:pt x="12" y="15038"/>
                        <a:pt x="12" y="15110"/>
                        <a:pt x="12" y="15169"/>
                      </a:cubicBezTo>
                      <a:cubicBezTo>
                        <a:pt x="12" y="15229"/>
                        <a:pt x="12" y="15300"/>
                        <a:pt x="12" y="15360"/>
                      </a:cubicBezTo>
                      <a:cubicBezTo>
                        <a:pt x="12" y="15431"/>
                        <a:pt x="12" y="15491"/>
                        <a:pt x="12" y="15562"/>
                      </a:cubicBezTo>
                      <a:cubicBezTo>
                        <a:pt x="12" y="15622"/>
                        <a:pt x="12" y="15693"/>
                        <a:pt x="12" y="15753"/>
                      </a:cubicBezTo>
                      <a:cubicBezTo>
                        <a:pt x="12" y="15812"/>
                        <a:pt x="12" y="15884"/>
                        <a:pt x="12" y="15943"/>
                      </a:cubicBezTo>
                      <a:cubicBezTo>
                        <a:pt x="12" y="16015"/>
                        <a:pt x="12" y="16074"/>
                        <a:pt x="12" y="16146"/>
                      </a:cubicBezTo>
                      <a:cubicBezTo>
                        <a:pt x="12" y="16205"/>
                        <a:pt x="12" y="16276"/>
                        <a:pt x="12" y="16336"/>
                      </a:cubicBezTo>
                      <a:cubicBezTo>
                        <a:pt x="12" y="16396"/>
                        <a:pt x="12" y="16467"/>
                        <a:pt x="12" y="16527"/>
                      </a:cubicBezTo>
                      <a:cubicBezTo>
                        <a:pt x="12" y="16598"/>
                        <a:pt x="12" y="16657"/>
                        <a:pt x="12" y="16729"/>
                      </a:cubicBezTo>
                      <a:cubicBezTo>
                        <a:pt x="12" y="16788"/>
                        <a:pt x="12" y="16860"/>
                        <a:pt x="12" y="16919"/>
                      </a:cubicBezTo>
                      <a:cubicBezTo>
                        <a:pt x="12" y="16979"/>
                        <a:pt x="12" y="17050"/>
                        <a:pt x="12" y="17110"/>
                      </a:cubicBezTo>
                      <a:cubicBezTo>
                        <a:pt x="12" y="17181"/>
                        <a:pt x="12" y="17241"/>
                        <a:pt x="12" y="17312"/>
                      </a:cubicBezTo>
                      <a:cubicBezTo>
                        <a:pt x="12" y="17372"/>
                        <a:pt x="12" y="17443"/>
                        <a:pt x="12" y="17503"/>
                      </a:cubicBezTo>
                      <a:cubicBezTo>
                        <a:pt x="12" y="17562"/>
                        <a:pt x="12" y="17634"/>
                        <a:pt x="12" y="17693"/>
                      </a:cubicBezTo>
                      <a:cubicBezTo>
                        <a:pt x="12" y="17765"/>
                        <a:pt x="12" y="17824"/>
                        <a:pt x="12" y="17896"/>
                      </a:cubicBezTo>
                      <a:cubicBezTo>
                        <a:pt x="12" y="17955"/>
                        <a:pt x="12" y="18015"/>
                        <a:pt x="12" y="18086"/>
                      </a:cubicBezTo>
                      <a:cubicBezTo>
                        <a:pt x="12" y="18146"/>
                        <a:pt x="12" y="18217"/>
                        <a:pt x="12" y="18277"/>
                      </a:cubicBezTo>
                      <a:cubicBezTo>
                        <a:pt x="12" y="18348"/>
                        <a:pt x="12" y="18408"/>
                        <a:pt x="12" y="18479"/>
                      </a:cubicBezTo>
                      <a:cubicBezTo>
                        <a:pt x="12" y="18539"/>
                        <a:pt x="12" y="18598"/>
                        <a:pt x="12" y="18670"/>
                      </a:cubicBezTo>
                      <a:cubicBezTo>
                        <a:pt x="12" y="18729"/>
                        <a:pt x="12" y="18801"/>
                        <a:pt x="12" y="18860"/>
                      </a:cubicBezTo>
                      <a:cubicBezTo>
                        <a:pt x="12" y="18932"/>
                        <a:pt x="12" y="18991"/>
                        <a:pt x="12" y="19063"/>
                      </a:cubicBezTo>
                      <a:cubicBezTo>
                        <a:pt x="12" y="19122"/>
                        <a:pt x="12" y="19182"/>
                        <a:pt x="12" y="19253"/>
                      </a:cubicBezTo>
                      <a:cubicBezTo>
                        <a:pt x="12" y="19313"/>
                        <a:pt x="12" y="19384"/>
                        <a:pt x="12" y="19444"/>
                      </a:cubicBezTo>
                      <a:cubicBezTo>
                        <a:pt x="12" y="19515"/>
                        <a:pt x="12" y="19575"/>
                        <a:pt x="12" y="19646"/>
                      </a:cubicBezTo>
                      <a:cubicBezTo>
                        <a:pt x="12" y="19705"/>
                        <a:pt x="12" y="19765"/>
                        <a:pt x="12" y="19836"/>
                      </a:cubicBezTo>
                      <a:cubicBezTo>
                        <a:pt x="12" y="19896"/>
                        <a:pt x="12" y="19967"/>
                        <a:pt x="12" y="20027"/>
                      </a:cubicBezTo>
                      <a:cubicBezTo>
                        <a:pt x="12" y="20098"/>
                        <a:pt x="12" y="20158"/>
                        <a:pt x="12" y="20229"/>
                      </a:cubicBezTo>
                      <a:cubicBezTo>
                        <a:pt x="12" y="20289"/>
                        <a:pt x="12" y="20348"/>
                        <a:pt x="12" y="20420"/>
                      </a:cubicBezTo>
                      <a:cubicBezTo>
                        <a:pt x="12" y="20479"/>
                        <a:pt x="12" y="20551"/>
                        <a:pt x="12" y="20610"/>
                      </a:cubicBezTo>
                      <a:cubicBezTo>
                        <a:pt x="12" y="20682"/>
                        <a:pt x="12" y="20741"/>
                        <a:pt x="12" y="20813"/>
                      </a:cubicBezTo>
                      <a:cubicBezTo>
                        <a:pt x="12" y="20872"/>
                        <a:pt x="12" y="20932"/>
                        <a:pt x="12" y="21003"/>
                      </a:cubicBezTo>
                      <a:cubicBezTo>
                        <a:pt x="12" y="21063"/>
                        <a:pt x="12" y="21134"/>
                        <a:pt x="12" y="21194"/>
                      </a:cubicBezTo>
                      <a:cubicBezTo>
                        <a:pt x="12" y="21265"/>
                        <a:pt x="12" y="21325"/>
                        <a:pt x="12" y="21396"/>
                      </a:cubicBezTo>
                      <a:cubicBezTo>
                        <a:pt x="12" y="21456"/>
                        <a:pt x="12" y="21515"/>
                        <a:pt x="12" y="21587"/>
                      </a:cubicBezTo>
                      <a:cubicBezTo>
                        <a:pt x="0" y="22515"/>
                        <a:pt x="500" y="23373"/>
                        <a:pt x="1310" y="23837"/>
                      </a:cubicBezTo>
                      <a:lnTo>
                        <a:pt x="36612" y="44208"/>
                      </a:lnTo>
                      <a:cubicBezTo>
                        <a:pt x="37416" y="44679"/>
                        <a:pt x="38315" y="44914"/>
                        <a:pt x="39215" y="44914"/>
                      </a:cubicBezTo>
                      <a:cubicBezTo>
                        <a:pt x="40115" y="44914"/>
                        <a:pt x="41017" y="44679"/>
                        <a:pt x="41827" y="44208"/>
                      </a:cubicBezTo>
                      <a:lnTo>
                        <a:pt x="77129" y="23837"/>
                      </a:lnTo>
                      <a:cubicBezTo>
                        <a:pt x="77939" y="23373"/>
                        <a:pt x="78439" y="22515"/>
                        <a:pt x="78427" y="21587"/>
                      </a:cubicBezTo>
                      <a:lnTo>
                        <a:pt x="78427" y="21384"/>
                      </a:lnTo>
                      <a:lnTo>
                        <a:pt x="78427" y="21194"/>
                      </a:lnTo>
                      <a:lnTo>
                        <a:pt x="78427" y="21003"/>
                      </a:lnTo>
                      <a:lnTo>
                        <a:pt x="78427" y="20801"/>
                      </a:lnTo>
                      <a:lnTo>
                        <a:pt x="78427" y="20610"/>
                      </a:lnTo>
                      <a:lnTo>
                        <a:pt x="78427" y="20420"/>
                      </a:lnTo>
                      <a:lnTo>
                        <a:pt x="78427" y="20217"/>
                      </a:lnTo>
                      <a:lnTo>
                        <a:pt x="78427" y="20027"/>
                      </a:lnTo>
                      <a:lnTo>
                        <a:pt x="78427" y="19836"/>
                      </a:lnTo>
                      <a:lnTo>
                        <a:pt x="78427" y="19634"/>
                      </a:lnTo>
                      <a:lnTo>
                        <a:pt x="78427" y="19444"/>
                      </a:lnTo>
                      <a:lnTo>
                        <a:pt x="78427" y="19253"/>
                      </a:lnTo>
                      <a:lnTo>
                        <a:pt x="78427" y="19051"/>
                      </a:lnTo>
                      <a:lnTo>
                        <a:pt x="78427" y="18860"/>
                      </a:lnTo>
                      <a:lnTo>
                        <a:pt x="78427" y="18670"/>
                      </a:lnTo>
                      <a:lnTo>
                        <a:pt x="78427" y="18467"/>
                      </a:lnTo>
                      <a:lnTo>
                        <a:pt x="78427" y="18277"/>
                      </a:lnTo>
                      <a:lnTo>
                        <a:pt x="78427" y="18086"/>
                      </a:lnTo>
                      <a:lnTo>
                        <a:pt x="78427" y="17884"/>
                      </a:lnTo>
                      <a:lnTo>
                        <a:pt x="78427" y="17693"/>
                      </a:lnTo>
                      <a:lnTo>
                        <a:pt x="78427" y="17503"/>
                      </a:lnTo>
                      <a:lnTo>
                        <a:pt x="78427" y="17300"/>
                      </a:lnTo>
                      <a:lnTo>
                        <a:pt x="78427" y="17110"/>
                      </a:lnTo>
                      <a:lnTo>
                        <a:pt x="78427" y="16919"/>
                      </a:lnTo>
                      <a:lnTo>
                        <a:pt x="78427" y="16717"/>
                      </a:lnTo>
                      <a:lnTo>
                        <a:pt x="78427" y="16527"/>
                      </a:lnTo>
                      <a:lnTo>
                        <a:pt x="78427" y="16336"/>
                      </a:lnTo>
                      <a:lnTo>
                        <a:pt x="78427" y="16146"/>
                      </a:lnTo>
                      <a:lnTo>
                        <a:pt x="78427" y="15943"/>
                      </a:lnTo>
                      <a:lnTo>
                        <a:pt x="78427" y="15753"/>
                      </a:lnTo>
                      <a:lnTo>
                        <a:pt x="78427" y="15562"/>
                      </a:lnTo>
                      <a:lnTo>
                        <a:pt x="78427" y="15360"/>
                      </a:lnTo>
                      <a:lnTo>
                        <a:pt x="78427" y="15169"/>
                      </a:lnTo>
                      <a:lnTo>
                        <a:pt x="78427" y="14979"/>
                      </a:lnTo>
                      <a:lnTo>
                        <a:pt x="78427" y="14776"/>
                      </a:lnTo>
                      <a:lnTo>
                        <a:pt x="78427" y="14586"/>
                      </a:lnTo>
                      <a:lnTo>
                        <a:pt x="78427" y="14395"/>
                      </a:lnTo>
                      <a:lnTo>
                        <a:pt x="78427" y="14193"/>
                      </a:lnTo>
                      <a:lnTo>
                        <a:pt x="78427" y="14002"/>
                      </a:lnTo>
                      <a:lnTo>
                        <a:pt x="78427" y="13812"/>
                      </a:lnTo>
                      <a:lnTo>
                        <a:pt x="78427" y="13609"/>
                      </a:lnTo>
                      <a:lnTo>
                        <a:pt x="78427" y="13419"/>
                      </a:lnTo>
                      <a:lnTo>
                        <a:pt x="78427" y="13228"/>
                      </a:lnTo>
                      <a:lnTo>
                        <a:pt x="78427" y="13026"/>
                      </a:lnTo>
                      <a:lnTo>
                        <a:pt x="78427" y="12836"/>
                      </a:lnTo>
                      <a:lnTo>
                        <a:pt x="78427" y="12645"/>
                      </a:lnTo>
                      <a:lnTo>
                        <a:pt x="78427" y="12443"/>
                      </a:lnTo>
                      <a:lnTo>
                        <a:pt x="78427" y="12252"/>
                      </a:lnTo>
                      <a:lnTo>
                        <a:pt x="78427" y="12062"/>
                      </a:lnTo>
                      <a:lnTo>
                        <a:pt x="78427" y="11859"/>
                      </a:lnTo>
                      <a:lnTo>
                        <a:pt x="78427" y="11669"/>
                      </a:lnTo>
                      <a:lnTo>
                        <a:pt x="78427" y="11478"/>
                      </a:lnTo>
                      <a:lnTo>
                        <a:pt x="78427" y="11276"/>
                      </a:lnTo>
                      <a:lnTo>
                        <a:pt x="78427" y="11085"/>
                      </a:lnTo>
                      <a:lnTo>
                        <a:pt x="78427" y="10895"/>
                      </a:lnTo>
                      <a:lnTo>
                        <a:pt x="78427" y="10692"/>
                      </a:lnTo>
                      <a:lnTo>
                        <a:pt x="78427" y="10502"/>
                      </a:lnTo>
                      <a:lnTo>
                        <a:pt x="78427" y="10311"/>
                      </a:lnTo>
                      <a:lnTo>
                        <a:pt x="78427" y="10109"/>
                      </a:lnTo>
                      <a:lnTo>
                        <a:pt x="78427" y="9919"/>
                      </a:lnTo>
                      <a:lnTo>
                        <a:pt x="78427" y="9728"/>
                      </a:lnTo>
                      <a:lnTo>
                        <a:pt x="78427" y="9526"/>
                      </a:lnTo>
                      <a:lnTo>
                        <a:pt x="78427" y="9335"/>
                      </a:lnTo>
                      <a:lnTo>
                        <a:pt x="78427" y="9145"/>
                      </a:lnTo>
                      <a:lnTo>
                        <a:pt x="78427" y="8942"/>
                      </a:lnTo>
                      <a:lnTo>
                        <a:pt x="78427" y="8752"/>
                      </a:lnTo>
                      <a:lnTo>
                        <a:pt x="78427" y="8561"/>
                      </a:lnTo>
                      <a:lnTo>
                        <a:pt x="78427" y="8359"/>
                      </a:lnTo>
                      <a:lnTo>
                        <a:pt x="78427" y="8168"/>
                      </a:lnTo>
                      <a:lnTo>
                        <a:pt x="78427" y="7978"/>
                      </a:lnTo>
                      <a:lnTo>
                        <a:pt x="78427" y="7775"/>
                      </a:lnTo>
                      <a:lnTo>
                        <a:pt x="78427" y="7585"/>
                      </a:lnTo>
                      <a:lnTo>
                        <a:pt x="78427" y="7394"/>
                      </a:lnTo>
                      <a:lnTo>
                        <a:pt x="78427" y="7192"/>
                      </a:lnTo>
                      <a:lnTo>
                        <a:pt x="78427" y="7002"/>
                      </a:lnTo>
                      <a:lnTo>
                        <a:pt x="78427" y="6811"/>
                      </a:lnTo>
                      <a:lnTo>
                        <a:pt x="78427" y="6609"/>
                      </a:lnTo>
                      <a:lnTo>
                        <a:pt x="78427" y="6418"/>
                      </a:lnTo>
                      <a:lnTo>
                        <a:pt x="78427" y="6228"/>
                      </a:lnTo>
                      <a:lnTo>
                        <a:pt x="78427" y="6025"/>
                      </a:lnTo>
                      <a:lnTo>
                        <a:pt x="78427" y="5835"/>
                      </a:lnTo>
                      <a:lnTo>
                        <a:pt x="78427" y="5644"/>
                      </a:lnTo>
                      <a:lnTo>
                        <a:pt x="78427" y="5442"/>
                      </a:lnTo>
                      <a:lnTo>
                        <a:pt x="78427" y="5251"/>
                      </a:lnTo>
                      <a:lnTo>
                        <a:pt x="78427" y="5061"/>
                      </a:lnTo>
                      <a:lnTo>
                        <a:pt x="78427" y="4858"/>
                      </a:lnTo>
                      <a:lnTo>
                        <a:pt x="78427" y="4668"/>
                      </a:lnTo>
                      <a:lnTo>
                        <a:pt x="78427" y="4477"/>
                      </a:lnTo>
                      <a:lnTo>
                        <a:pt x="78427" y="4275"/>
                      </a:lnTo>
                      <a:lnTo>
                        <a:pt x="78427" y="4085"/>
                      </a:lnTo>
                      <a:lnTo>
                        <a:pt x="78427" y="3894"/>
                      </a:lnTo>
                      <a:lnTo>
                        <a:pt x="78427" y="3692"/>
                      </a:lnTo>
                      <a:lnTo>
                        <a:pt x="78427" y="3501"/>
                      </a:lnTo>
                      <a:lnTo>
                        <a:pt x="78427" y="3311"/>
                      </a:lnTo>
                      <a:lnTo>
                        <a:pt x="78427" y="3108"/>
                      </a:lnTo>
                      <a:lnTo>
                        <a:pt x="78427" y="2918"/>
                      </a:lnTo>
                      <a:lnTo>
                        <a:pt x="78427" y="2727"/>
                      </a:lnTo>
                      <a:lnTo>
                        <a:pt x="78427" y="2525"/>
                      </a:lnTo>
                      <a:lnTo>
                        <a:pt x="78427" y="2334"/>
                      </a:lnTo>
                      <a:lnTo>
                        <a:pt x="78427" y="2144"/>
                      </a:lnTo>
                      <a:lnTo>
                        <a:pt x="78427" y="1941"/>
                      </a:lnTo>
                      <a:lnTo>
                        <a:pt x="78427" y="1751"/>
                      </a:lnTo>
                      <a:lnTo>
                        <a:pt x="78427" y="1560"/>
                      </a:lnTo>
                      <a:lnTo>
                        <a:pt x="78427" y="1358"/>
                      </a:lnTo>
                      <a:lnTo>
                        <a:pt x="78427" y="1167"/>
                      </a:lnTo>
                      <a:lnTo>
                        <a:pt x="78427" y="977"/>
                      </a:lnTo>
                      <a:lnTo>
                        <a:pt x="78427" y="775"/>
                      </a:lnTo>
                      <a:lnTo>
                        <a:pt x="78427" y="584"/>
                      </a:lnTo>
                      <a:lnTo>
                        <a:pt x="78427" y="394"/>
                      </a:lnTo>
                      <a:lnTo>
                        <a:pt x="78427" y="191"/>
                      </a:lnTo>
                      <a:lnTo>
                        <a:pt x="78427" y="1"/>
                      </a:lnTo>
                      <a:lnTo>
                        <a:pt x="78212" y="1"/>
                      </a:lnTo>
                      <a:cubicBezTo>
                        <a:pt x="78224" y="858"/>
                        <a:pt x="77760" y="1644"/>
                        <a:pt x="77022" y="2072"/>
                      </a:cubicBezTo>
                      <a:lnTo>
                        <a:pt x="41720" y="22444"/>
                      </a:lnTo>
                      <a:cubicBezTo>
                        <a:pt x="40946" y="22890"/>
                        <a:pt x="40083" y="23114"/>
                        <a:pt x="39218" y="23114"/>
                      </a:cubicBezTo>
                      <a:cubicBezTo>
                        <a:pt x="38353" y="23114"/>
                        <a:pt x="37487" y="22890"/>
                        <a:pt x="36707" y="22444"/>
                      </a:cubicBezTo>
                      <a:lnTo>
                        <a:pt x="1417" y="2072"/>
                      </a:lnTo>
                      <a:cubicBezTo>
                        <a:pt x="667" y="1644"/>
                        <a:pt x="215" y="858"/>
                        <a:pt x="226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A0FDF1">
                        <a:alpha val="41568"/>
                        <a:alpha val="41520"/>
                      </a:srgbClr>
                    </a:gs>
                    <a:gs pos="100000">
                      <a:srgbClr val="FFFFFF">
                        <a:alpha val="37254"/>
                        <a:alpha val="4152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79" name="Google Shape;2079;p21"/>
                <p:cNvSpPr/>
                <p:nvPr/>
              </p:nvSpPr>
              <p:spPr>
                <a:xfrm>
                  <a:off x="5553063" y="1487604"/>
                  <a:ext cx="1981525" cy="116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261" h="46572" extrusionOk="0">
                      <a:moveTo>
                        <a:pt x="39635" y="1"/>
                      </a:moveTo>
                      <a:cubicBezTo>
                        <a:pt x="38749" y="1"/>
                        <a:pt x="37862" y="230"/>
                        <a:pt x="37065" y="688"/>
                      </a:cubicBezTo>
                      <a:lnTo>
                        <a:pt x="1679" y="21119"/>
                      </a:lnTo>
                      <a:cubicBezTo>
                        <a:pt x="1" y="22084"/>
                        <a:pt x="1" y="24489"/>
                        <a:pt x="1679" y="25453"/>
                      </a:cubicBezTo>
                      <a:lnTo>
                        <a:pt x="37065" y="45884"/>
                      </a:lnTo>
                      <a:cubicBezTo>
                        <a:pt x="37862" y="46343"/>
                        <a:pt x="38749" y="46572"/>
                        <a:pt x="39635" y="46572"/>
                      </a:cubicBezTo>
                      <a:cubicBezTo>
                        <a:pt x="40520" y="46572"/>
                        <a:pt x="41405" y="46343"/>
                        <a:pt x="42196" y="45884"/>
                      </a:cubicBezTo>
                      <a:lnTo>
                        <a:pt x="77594" y="25453"/>
                      </a:lnTo>
                      <a:cubicBezTo>
                        <a:pt x="79260" y="24489"/>
                        <a:pt x="79260" y="22084"/>
                        <a:pt x="77594" y="21119"/>
                      </a:cubicBezTo>
                      <a:lnTo>
                        <a:pt x="42196" y="688"/>
                      </a:lnTo>
                      <a:cubicBezTo>
                        <a:pt x="41405" y="230"/>
                        <a:pt x="40520" y="1"/>
                        <a:pt x="39635" y="1"/>
                      </a:cubicBezTo>
                      <a:close/>
                    </a:path>
                  </a:pathLst>
                </a:custGeom>
                <a:solidFill>
                  <a:srgbClr val="A0FDF1">
                    <a:alpha val="4152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080" name="Google Shape;2080;p21"/>
            <p:cNvGrpSpPr/>
            <p:nvPr/>
          </p:nvGrpSpPr>
          <p:grpSpPr>
            <a:xfrm>
              <a:off x="4261254" y="3082226"/>
              <a:ext cx="598632" cy="805372"/>
              <a:chOff x="3478424" y="1308364"/>
              <a:chExt cx="2187185" cy="2942536"/>
            </a:xfrm>
          </p:grpSpPr>
          <p:sp>
            <p:nvSpPr>
              <p:cNvPr id="2081" name="Google Shape;2081;p21"/>
              <p:cNvSpPr/>
              <p:nvPr/>
            </p:nvSpPr>
            <p:spPr>
              <a:xfrm>
                <a:off x="3485139" y="2969821"/>
                <a:ext cx="2180470" cy="1281079"/>
              </a:xfrm>
              <a:custGeom>
                <a:avLst/>
                <a:gdLst/>
                <a:ahLst/>
                <a:cxnLst/>
                <a:rect l="l" t="t" r="r" b="b"/>
                <a:pathLst>
                  <a:path w="79261" h="46572" extrusionOk="0">
                    <a:moveTo>
                      <a:pt x="39635" y="1"/>
                    </a:moveTo>
                    <a:cubicBezTo>
                      <a:pt x="38749" y="1"/>
                      <a:pt x="37862" y="230"/>
                      <a:pt x="37065" y="688"/>
                    </a:cubicBezTo>
                    <a:lnTo>
                      <a:pt x="1679" y="21119"/>
                    </a:lnTo>
                    <a:cubicBezTo>
                      <a:pt x="1" y="22084"/>
                      <a:pt x="1" y="24489"/>
                      <a:pt x="1679" y="25453"/>
                    </a:cubicBezTo>
                    <a:lnTo>
                      <a:pt x="37065" y="45884"/>
                    </a:lnTo>
                    <a:cubicBezTo>
                      <a:pt x="37862" y="46343"/>
                      <a:pt x="38749" y="46572"/>
                      <a:pt x="39635" y="46572"/>
                    </a:cubicBezTo>
                    <a:cubicBezTo>
                      <a:pt x="40520" y="46572"/>
                      <a:pt x="41405" y="46343"/>
                      <a:pt x="42196" y="45884"/>
                    </a:cubicBezTo>
                    <a:lnTo>
                      <a:pt x="77594" y="25453"/>
                    </a:lnTo>
                    <a:cubicBezTo>
                      <a:pt x="79260" y="24489"/>
                      <a:pt x="79260" y="22084"/>
                      <a:pt x="77594" y="21119"/>
                    </a:cubicBezTo>
                    <a:lnTo>
                      <a:pt x="42196" y="688"/>
                    </a:lnTo>
                    <a:cubicBezTo>
                      <a:pt x="41405" y="230"/>
                      <a:pt x="40520" y="1"/>
                      <a:pt x="3963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2" name="Google Shape;2082;p21"/>
              <p:cNvSpPr/>
              <p:nvPr/>
            </p:nvSpPr>
            <p:spPr>
              <a:xfrm>
                <a:off x="3793045" y="1947520"/>
                <a:ext cx="1550129" cy="2096604"/>
              </a:xfrm>
              <a:custGeom>
                <a:avLst/>
                <a:gdLst/>
                <a:ahLst/>
                <a:cxnLst/>
                <a:rect l="l" t="t" r="r" b="b"/>
                <a:pathLst>
                  <a:path w="52721" h="71307" extrusionOk="0">
                    <a:moveTo>
                      <a:pt x="52709" y="0"/>
                    </a:moveTo>
                    <a:lnTo>
                      <a:pt x="0" y="0"/>
                    </a:lnTo>
                    <a:lnTo>
                      <a:pt x="0" y="55495"/>
                    </a:lnTo>
                    <a:cubicBezTo>
                      <a:pt x="0" y="56090"/>
                      <a:pt x="321" y="56650"/>
                      <a:pt x="845" y="56948"/>
                    </a:cubicBezTo>
                    <a:lnTo>
                      <a:pt x="24646" y="70699"/>
                    </a:lnTo>
                    <a:cubicBezTo>
                      <a:pt x="25706" y="71306"/>
                      <a:pt x="27027" y="71306"/>
                      <a:pt x="28087" y="70699"/>
                    </a:cubicBezTo>
                    <a:lnTo>
                      <a:pt x="51876" y="56948"/>
                    </a:lnTo>
                    <a:cubicBezTo>
                      <a:pt x="52399" y="56650"/>
                      <a:pt x="52721" y="56090"/>
                      <a:pt x="52721" y="55495"/>
                    </a:cubicBezTo>
                    <a:lnTo>
                      <a:pt x="52721" y="5549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3" name="Google Shape;2083;p21"/>
              <p:cNvSpPr/>
              <p:nvPr/>
            </p:nvSpPr>
            <p:spPr>
              <a:xfrm>
                <a:off x="3784988" y="1482593"/>
                <a:ext cx="1566242" cy="929825"/>
              </a:xfrm>
              <a:custGeom>
                <a:avLst/>
                <a:gdLst/>
                <a:ahLst/>
                <a:cxnLst/>
                <a:rect l="l" t="t" r="r" b="b"/>
                <a:pathLst>
                  <a:path w="53269" h="31624" extrusionOk="0">
                    <a:moveTo>
                      <a:pt x="24920" y="31004"/>
                    </a:moveTo>
                    <a:lnTo>
                      <a:pt x="1119" y="17265"/>
                    </a:lnTo>
                    <a:cubicBezTo>
                      <a:pt x="0" y="16622"/>
                      <a:pt x="0" y="15002"/>
                      <a:pt x="1119" y="14359"/>
                    </a:cubicBezTo>
                    <a:lnTo>
                      <a:pt x="24920" y="620"/>
                    </a:lnTo>
                    <a:cubicBezTo>
                      <a:pt x="25980" y="1"/>
                      <a:pt x="27301" y="1"/>
                      <a:pt x="28361" y="620"/>
                    </a:cubicBezTo>
                    <a:lnTo>
                      <a:pt x="52150" y="14359"/>
                    </a:lnTo>
                    <a:cubicBezTo>
                      <a:pt x="53269" y="15002"/>
                      <a:pt x="53269" y="16622"/>
                      <a:pt x="52150" y="17265"/>
                    </a:cubicBezTo>
                    <a:lnTo>
                      <a:pt x="28361" y="31004"/>
                    </a:lnTo>
                    <a:cubicBezTo>
                      <a:pt x="27289" y="31624"/>
                      <a:pt x="25980" y="31624"/>
                      <a:pt x="24920" y="3100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4" name="Google Shape;2084;p21"/>
              <p:cNvSpPr/>
              <p:nvPr/>
            </p:nvSpPr>
            <p:spPr>
              <a:xfrm>
                <a:off x="3818244" y="2089627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7"/>
                    </a:moveTo>
                    <a:lnTo>
                      <a:pt x="0" y="1561"/>
                    </a:lnTo>
                    <a:lnTo>
                      <a:pt x="0" y="1"/>
                    </a:lnTo>
                    <a:lnTo>
                      <a:pt x="24194" y="1395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5" name="Google Shape;2085;p21"/>
              <p:cNvSpPr/>
              <p:nvPr/>
            </p:nvSpPr>
            <p:spPr>
              <a:xfrm>
                <a:off x="3818244" y="2153697"/>
                <a:ext cx="711364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9" extrusionOk="0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6" name="Google Shape;2086;p21"/>
              <p:cNvSpPr/>
              <p:nvPr/>
            </p:nvSpPr>
            <p:spPr>
              <a:xfrm>
                <a:off x="3818244" y="2218120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7" name="Google Shape;2087;p21"/>
              <p:cNvSpPr/>
              <p:nvPr/>
            </p:nvSpPr>
            <p:spPr>
              <a:xfrm>
                <a:off x="3818244" y="2282543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8" name="Google Shape;2088;p21"/>
              <p:cNvSpPr/>
              <p:nvPr/>
            </p:nvSpPr>
            <p:spPr>
              <a:xfrm>
                <a:off x="3818244" y="2346966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9" name="Google Shape;2089;p21"/>
              <p:cNvSpPr/>
              <p:nvPr/>
            </p:nvSpPr>
            <p:spPr>
              <a:xfrm>
                <a:off x="3818244" y="246178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0" name="Google Shape;2090;p21"/>
              <p:cNvSpPr/>
              <p:nvPr/>
            </p:nvSpPr>
            <p:spPr>
              <a:xfrm>
                <a:off x="3818244" y="2526209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1" name="Google Shape;2091;p21"/>
              <p:cNvSpPr/>
              <p:nvPr/>
            </p:nvSpPr>
            <p:spPr>
              <a:xfrm>
                <a:off x="3818244" y="2590250"/>
                <a:ext cx="711364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9" extrusionOk="0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2" name="Google Shape;2092;p21"/>
              <p:cNvSpPr/>
              <p:nvPr/>
            </p:nvSpPr>
            <p:spPr>
              <a:xfrm>
                <a:off x="3818244" y="2654673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3" name="Google Shape;2093;p21"/>
              <p:cNvSpPr/>
              <p:nvPr/>
            </p:nvSpPr>
            <p:spPr>
              <a:xfrm>
                <a:off x="3818244" y="271909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4" name="Google Shape;2094;p21"/>
              <p:cNvSpPr/>
              <p:nvPr/>
            </p:nvSpPr>
            <p:spPr>
              <a:xfrm>
                <a:off x="3818244" y="283391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5" name="Google Shape;2095;p21"/>
              <p:cNvSpPr/>
              <p:nvPr/>
            </p:nvSpPr>
            <p:spPr>
              <a:xfrm>
                <a:off x="3818244" y="2898339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6" name="Google Shape;2096;p21"/>
              <p:cNvSpPr/>
              <p:nvPr/>
            </p:nvSpPr>
            <p:spPr>
              <a:xfrm>
                <a:off x="3818244" y="2962762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7" name="Google Shape;2097;p21"/>
              <p:cNvSpPr/>
              <p:nvPr/>
            </p:nvSpPr>
            <p:spPr>
              <a:xfrm>
                <a:off x="3818244" y="3026803"/>
                <a:ext cx="711364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9" extrusionOk="0">
                    <a:moveTo>
                      <a:pt x="24194" y="15539"/>
                    </a:moveTo>
                    <a:lnTo>
                      <a:pt x="0" y="1573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8" name="Google Shape;2098;p21"/>
              <p:cNvSpPr/>
              <p:nvPr/>
            </p:nvSpPr>
            <p:spPr>
              <a:xfrm>
                <a:off x="3818244" y="309122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9" name="Google Shape;2099;p21"/>
              <p:cNvSpPr/>
              <p:nvPr/>
            </p:nvSpPr>
            <p:spPr>
              <a:xfrm>
                <a:off x="3818244" y="320604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7"/>
                    </a:moveTo>
                    <a:lnTo>
                      <a:pt x="0" y="1573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0" name="Google Shape;2100;p21"/>
              <p:cNvSpPr/>
              <p:nvPr/>
            </p:nvSpPr>
            <p:spPr>
              <a:xfrm>
                <a:off x="3818244" y="3270469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1" name="Google Shape;2101;p21"/>
              <p:cNvSpPr/>
              <p:nvPr/>
            </p:nvSpPr>
            <p:spPr>
              <a:xfrm>
                <a:off x="3818244" y="3334892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2" name="Google Shape;2102;p21"/>
              <p:cNvSpPr/>
              <p:nvPr/>
            </p:nvSpPr>
            <p:spPr>
              <a:xfrm>
                <a:off x="3818244" y="3399315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3" name="Google Shape;2103;p21"/>
              <p:cNvSpPr/>
              <p:nvPr/>
            </p:nvSpPr>
            <p:spPr>
              <a:xfrm>
                <a:off x="3818244" y="3463385"/>
                <a:ext cx="711364" cy="456856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8" extrusionOk="0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4" name="Google Shape;2104;p21"/>
              <p:cNvSpPr/>
              <p:nvPr/>
            </p:nvSpPr>
            <p:spPr>
              <a:xfrm>
                <a:off x="4606639" y="2089627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7"/>
                    </a:moveTo>
                    <a:lnTo>
                      <a:pt x="24182" y="1561"/>
                    </a:lnTo>
                    <a:lnTo>
                      <a:pt x="24182" y="1"/>
                    </a:lnTo>
                    <a:lnTo>
                      <a:pt x="0" y="1395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5" name="Google Shape;2105;p21"/>
              <p:cNvSpPr/>
              <p:nvPr/>
            </p:nvSpPr>
            <p:spPr>
              <a:xfrm>
                <a:off x="4606639" y="2153697"/>
                <a:ext cx="711011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9" extrusionOk="0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6" name="Google Shape;2106;p21"/>
              <p:cNvSpPr/>
              <p:nvPr/>
            </p:nvSpPr>
            <p:spPr>
              <a:xfrm>
                <a:off x="4606639" y="2218120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7" name="Google Shape;2107;p21"/>
              <p:cNvSpPr/>
              <p:nvPr/>
            </p:nvSpPr>
            <p:spPr>
              <a:xfrm>
                <a:off x="4606639" y="2282543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8" name="Google Shape;2108;p21"/>
              <p:cNvSpPr/>
              <p:nvPr/>
            </p:nvSpPr>
            <p:spPr>
              <a:xfrm>
                <a:off x="4606639" y="2346966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9" name="Google Shape;2109;p21"/>
              <p:cNvSpPr/>
              <p:nvPr/>
            </p:nvSpPr>
            <p:spPr>
              <a:xfrm>
                <a:off x="4606639" y="246178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0" name="Google Shape;2110;p21"/>
              <p:cNvSpPr/>
              <p:nvPr/>
            </p:nvSpPr>
            <p:spPr>
              <a:xfrm>
                <a:off x="4606639" y="2526209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1" name="Google Shape;2111;p21"/>
              <p:cNvSpPr/>
              <p:nvPr/>
            </p:nvSpPr>
            <p:spPr>
              <a:xfrm>
                <a:off x="4606639" y="2590250"/>
                <a:ext cx="711011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9" extrusionOk="0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2" name="Google Shape;2112;p21"/>
              <p:cNvSpPr/>
              <p:nvPr/>
            </p:nvSpPr>
            <p:spPr>
              <a:xfrm>
                <a:off x="4606639" y="2654673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3" name="Google Shape;2113;p21"/>
              <p:cNvSpPr/>
              <p:nvPr/>
            </p:nvSpPr>
            <p:spPr>
              <a:xfrm>
                <a:off x="4606639" y="271909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4" name="Google Shape;2114;p21"/>
              <p:cNvSpPr/>
              <p:nvPr/>
            </p:nvSpPr>
            <p:spPr>
              <a:xfrm>
                <a:off x="4606639" y="283391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5" name="Google Shape;2115;p21"/>
              <p:cNvSpPr/>
              <p:nvPr/>
            </p:nvSpPr>
            <p:spPr>
              <a:xfrm>
                <a:off x="4606639" y="2898339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6" name="Google Shape;2116;p21"/>
              <p:cNvSpPr/>
              <p:nvPr/>
            </p:nvSpPr>
            <p:spPr>
              <a:xfrm>
                <a:off x="4606639" y="2962762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7" name="Google Shape;2117;p21"/>
              <p:cNvSpPr/>
              <p:nvPr/>
            </p:nvSpPr>
            <p:spPr>
              <a:xfrm>
                <a:off x="4606639" y="3026803"/>
                <a:ext cx="711011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9" extrusionOk="0">
                    <a:moveTo>
                      <a:pt x="0" y="15539"/>
                    </a:moveTo>
                    <a:lnTo>
                      <a:pt x="24182" y="1573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8" name="Google Shape;2118;p21"/>
              <p:cNvSpPr/>
              <p:nvPr/>
            </p:nvSpPr>
            <p:spPr>
              <a:xfrm>
                <a:off x="4606639" y="309122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9" name="Google Shape;2119;p21"/>
              <p:cNvSpPr/>
              <p:nvPr/>
            </p:nvSpPr>
            <p:spPr>
              <a:xfrm>
                <a:off x="4606639" y="320604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7"/>
                    </a:moveTo>
                    <a:lnTo>
                      <a:pt x="24182" y="1573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0" name="Google Shape;2120;p21"/>
              <p:cNvSpPr/>
              <p:nvPr/>
            </p:nvSpPr>
            <p:spPr>
              <a:xfrm>
                <a:off x="4606639" y="3270469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1" name="Google Shape;2121;p21"/>
              <p:cNvSpPr/>
              <p:nvPr/>
            </p:nvSpPr>
            <p:spPr>
              <a:xfrm>
                <a:off x="4606639" y="3334892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2" name="Google Shape;2122;p21"/>
              <p:cNvSpPr/>
              <p:nvPr/>
            </p:nvSpPr>
            <p:spPr>
              <a:xfrm>
                <a:off x="4606639" y="3399315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3" name="Google Shape;2123;p21"/>
              <p:cNvSpPr/>
              <p:nvPr/>
            </p:nvSpPr>
            <p:spPr>
              <a:xfrm>
                <a:off x="4606639" y="3463385"/>
                <a:ext cx="711011" cy="456856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8" extrusionOk="0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124" name="Google Shape;2124;p21"/>
              <p:cNvGrpSpPr/>
              <p:nvPr/>
            </p:nvGrpSpPr>
            <p:grpSpPr>
              <a:xfrm>
                <a:off x="3478424" y="1308364"/>
                <a:ext cx="2180470" cy="1878295"/>
                <a:chOff x="5553063" y="1487604"/>
                <a:chExt cx="1981525" cy="1707075"/>
              </a:xfrm>
            </p:grpSpPr>
            <p:sp>
              <p:nvSpPr>
                <p:cNvPr id="2125" name="Google Shape;2125;p21"/>
                <p:cNvSpPr/>
                <p:nvPr/>
              </p:nvSpPr>
              <p:spPr>
                <a:xfrm>
                  <a:off x="5563488" y="2071829"/>
                  <a:ext cx="1960975" cy="1122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439" h="44914" extrusionOk="0">
                      <a:moveTo>
                        <a:pt x="12" y="1"/>
                      </a:moveTo>
                      <a:cubicBezTo>
                        <a:pt x="12" y="72"/>
                        <a:pt x="12" y="132"/>
                        <a:pt x="12" y="191"/>
                      </a:cubicBezTo>
                      <a:cubicBezTo>
                        <a:pt x="12" y="263"/>
                        <a:pt x="12" y="322"/>
                        <a:pt x="12" y="394"/>
                      </a:cubicBezTo>
                      <a:cubicBezTo>
                        <a:pt x="12" y="453"/>
                        <a:pt x="12" y="525"/>
                        <a:pt x="12" y="584"/>
                      </a:cubicBezTo>
                      <a:cubicBezTo>
                        <a:pt x="12" y="656"/>
                        <a:pt x="12" y="715"/>
                        <a:pt x="12" y="775"/>
                      </a:cubicBezTo>
                      <a:cubicBezTo>
                        <a:pt x="12" y="846"/>
                        <a:pt x="12" y="906"/>
                        <a:pt x="12" y="977"/>
                      </a:cubicBezTo>
                      <a:cubicBezTo>
                        <a:pt x="12" y="1037"/>
                        <a:pt x="12" y="1108"/>
                        <a:pt x="12" y="1167"/>
                      </a:cubicBezTo>
                      <a:cubicBezTo>
                        <a:pt x="12" y="1239"/>
                        <a:pt x="12" y="1298"/>
                        <a:pt x="12" y="1358"/>
                      </a:cubicBezTo>
                      <a:cubicBezTo>
                        <a:pt x="12" y="1429"/>
                        <a:pt x="12" y="1489"/>
                        <a:pt x="12" y="1560"/>
                      </a:cubicBezTo>
                      <a:cubicBezTo>
                        <a:pt x="12" y="1620"/>
                        <a:pt x="12" y="1691"/>
                        <a:pt x="12" y="1751"/>
                      </a:cubicBezTo>
                      <a:cubicBezTo>
                        <a:pt x="12" y="1822"/>
                        <a:pt x="12" y="1882"/>
                        <a:pt x="12" y="1941"/>
                      </a:cubicBezTo>
                      <a:cubicBezTo>
                        <a:pt x="12" y="2013"/>
                        <a:pt x="12" y="2072"/>
                        <a:pt x="12" y="2144"/>
                      </a:cubicBezTo>
                      <a:cubicBezTo>
                        <a:pt x="12" y="2203"/>
                        <a:pt x="12" y="2275"/>
                        <a:pt x="12" y="2334"/>
                      </a:cubicBezTo>
                      <a:cubicBezTo>
                        <a:pt x="12" y="2406"/>
                        <a:pt x="12" y="2465"/>
                        <a:pt x="12" y="2525"/>
                      </a:cubicBezTo>
                      <a:cubicBezTo>
                        <a:pt x="12" y="2596"/>
                        <a:pt x="12" y="2656"/>
                        <a:pt x="12" y="2727"/>
                      </a:cubicBezTo>
                      <a:cubicBezTo>
                        <a:pt x="12" y="2787"/>
                        <a:pt x="12" y="2858"/>
                        <a:pt x="12" y="2918"/>
                      </a:cubicBezTo>
                      <a:cubicBezTo>
                        <a:pt x="12" y="2989"/>
                        <a:pt x="12" y="3049"/>
                        <a:pt x="12" y="3108"/>
                      </a:cubicBezTo>
                      <a:cubicBezTo>
                        <a:pt x="12" y="3180"/>
                        <a:pt x="12" y="3239"/>
                        <a:pt x="12" y="3311"/>
                      </a:cubicBezTo>
                      <a:cubicBezTo>
                        <a:pt x="12" y="3370"/>
                        <a:pt x="12" y="3442"/>
                        <a:pt x="12" y="3501"/>
                      </a:cubicBezTo>
                      <a:cubicBezTo>
                        <a:pt x="12" y="3573"/>
                        <a:pt x="12" y="3632"/>
                        <a:pt x="12" y="3692"/>
                      </a:cubicBezTo>
                      <a:cubicBezTo>
                        <a:pt x="12" y="3763"/>
                        <a:pt x="12" y="3823"/>
                        <a:pt x="12" y="3894"/>
                      </a:cubicBezTo>
                      <a:cubicBezTo>
                        <a:pt x="12" y="3954"/>
                        <a:pt x="12" y="4025"/>
                        <a:pt x="12" y="4085"/>
                      </a:cubicBezTo>
                      <a:cubicBezTo>
                        <a:pt x="12" y="4156"/>
                        <a:pt x="12" y="4215"/>
                        <a:pt x="12" y="4275"/>
                      </a:cubicBezTo>
                      <a:cubicBezTo>
                        <a:pt x="12" y="4346"/>
                        <a:pt x="12" y="4406"/>
                        <a:pt x="12" y="4477"/>
                      </a:cubicBezTo>
                      <a:cubicBezTo>
                        <a:pt x="12" y="4537"/>
                        <a:pt x="12" y="4608"/>
                        <a:pt x="12" y="4668"/>
                      </a:cubicBezTo>
                      <a:cubicBezTo>
                        <a:pt x="12" y="4739"/>
                        <a:pt x="12" y="4799"/>
                        <a:pt x="12" y="4858"/>
                      </a:cubicBezTo>
                      <a:cubicBezTo>
                        <a:pt x="12" y="4930"/>
                        <a:pt x="12" y="4989"/>
                        <a:pt x="12" y="5061"/>
                      </a:cubicBezTo>
                      <a:cubicBezTo>
                        <a:pt x="12" y="5120"/>
                        <a:pt x="12" y="5192"/>
                        <a:pt x="12" y="5251"/>
                      </a:cubicBezTo>
                      <a:cubicBezTo>
                        <a:pt x="12" y="5323"/>
                        <a:pt x="12" y="5382"/>
                        <a:pt x="12" y="5442"/>
                      </a:cubicBezTo>
                      <a:cubicBezTo>
                        <a:pt x="12" y="5513"/>
                        <a:pt x="12" y="5573"/>
                        <a:pt x="12" y="5644"/>
                      </a:cubicBezTo>
                      <a:cubicBezTo>
                        <a:pt x="12" y="5704"/>
                        <a:pt x="12" y="5775"/>
                        <a:pt x="12" y="5835"/>
                      </a:cubicBezTo>
                      <a:cubicBezTo>
                        <a:pt x="12" y="5906"/>
                        <a:pt x="12" y="5966"/>
                        <a:pt x="12" y="6025"/>
                      </a:cubicBezTo>
                      <a:cubicBezTo>
                        <a:pt x="12" y="6097"/>
                        <a:pt x="12" y="6156"/>
                        <a:pt x="12" y="6228"/>
                      </a:cubicBezTo>
                      <a:cubicBezTo>
                        <a:pt x="12" y="6287"/>
                        <a:pt x="12" y="6359"/>
                        <a:pt x="12" y="6418"/>
                      </a:cubicBezTo>
                      <a:cubicBezTo>
                        <a:pt x="12" y="6490"/>
                        <a:pt x="12" y="6549"/>
                        <a:pt x="12" y="6609"/>
                      </a:cubicBezTo>
                      <a:cubicBezTo>
                        <a:pt x="12" y="6680"/>
                        <a:pt x="12" y="6740"/>
                        <a:pt x="12" y="6811"/>
                      </a:cubicBezTo>
                      <a:cubicBezTo>
                        <a:pt x="12" y="6871"/>
                        <a:pt x="12" y="6942"/>
                        <a:pt x="12" y="7002"/>
                      </a:cubicBezTo>
                      <a:cubicBezTo>
                        <a:pt x="12" y="7073"/>
                        <a:pt x="12" y="7132"/>
                        <a:pt x="12" y="7192"/>
                      </a:cubicBezTo>
                      <a:cubicBezTo>
                        <a:pt x="12" y="7263"/>
                        <a:pt x="12" y="7323"/>
                        <a:pt x="12" y="7394"/>
                      </a:cubicBezTo>
                      <a:cubicBezTo>
                        <a:pt x="12" y="7454"/>
                        <a:pt x="12" y="7525"/>
                        <a:pt x="12" y="7585"/>
                      </a:cubicBezTo>
                      <a:cubicBezTo>
                        <a:pt x="12" y="7656"/>
                        <a:pt x="12" y="7716"/>
                        <a:pt x="12" y="7775"/>
                      </a:cubicBezTo>
                      <a:cubicBezTo>
                        <a:pt x="12" y="7847"/>
                        <a:pt x="12" y="7906"/>
                        <a:pt x="12" y="7978"/>
                      </a:cubicBezTo>
                      <a:cubicBezTo>
                        <a:pt x="12" y="8037"/>
                        <a:pt x="12" y="8109"/>
                        <a:pt x="12" y="8168"/>
                      </a:cubicBezTo>
                      <a:cubicBezTo>
                        <a:pt x="12" y="8228"/>
                        <a:pt x="12" y="8299"/>
                        <a:pt x="12" y="8359"/>
                      </a:cubicBezTo>
                      <a:cubicBezTo>
                        <a:pt x="12" y="8430"/>
                        <a:pt x="12" y="8490"/>
                        <a:pt x="12" y="8561"/>
                      </a:cubicBezTo>
                      <a:cubicBezTo>
                        <a:pt x="12" y="8621"/>
                        <a:pt x="12" y="8692"/>
                        <a:pt x="12" y="8752"/>
                      </a:cubicBezTo>
                      <a:cubicBezTo>
                        <a:pt x="12" y="8811"/>
                        <a:pt x="12" y="8883"/>
                        <a:pt x="12" y="8942"/>
                      </a:cubicBezTo>
                      <a:cubicBezTo>
                        <a:pt x="12" y="9014"/>
                        <a:pt x="12" y="9073"/>
                        <a:pt x="12" y="9145"/>
                      </a:cubicBezTo>
                      <a:cubicBezTo>
                        <a:pt x="12" y="9204"/>
                        <a:pt x="12" y="9276"/>
                        <a:pt x="12" y="9335"/>
                      </a:cubicBezTo>
                      <a:cubicBezTo>
                        <a:pt x="12" y="9395"/>
                        <a:pt x="12" y="9466"/>
                        <a:pt x="12" y="9526"/>
                      </a:cubicBezTo>
                      <a:cubicBezTo>
                        <a:pt x="12" y="9597"/>
                        <a:pt x="12" y="9657"/>
                        <a:pt x="12" y="9728"/>
                      </a:cubicBezTo>
                      <a:cubicBezTo>
                        <a:pt x="12" y="9788"/>
                        <a:pt x="12" y="9859"/>
                        <a:pt x="12" y="9919"/>
                      </a:cubicBezTo>
                      <a:cubicBezTo>
                        <a:pt x="12" y="9978"/>
                        <a:pt x="12" y="10050"/>
                        <a:pt x="12" y="10109"/>
                      </a:cubicBezTo>
                      <a:cubicBezTo>
                        <a:pt x="12" y="10180"/>
                        <a:pt x="12" y="10240"/>
                        <a:pt x="12" y="10311"/>
                      </a:cubicBezTo>
                      <a:cubicBezTo>
                        <a:pt x="12" y="10371"/>
                        <a:pt x="12" y="10442"/>
                        <a:pt x="12" y="10502"/>
                      </a:cubicBezTo>
                      <a:cubicBezTo>
                        <a:pt x="12" y="10561"/>
                        <a:pt x="12" y="10633"/>
                        <a:pt x="12" y="10692"/>
                      </a:cubicBezTo>
                      <a:cubicBezTo>
                        <a:pt x="12" y="10764"/>
                        <a:pt x="12" y="10823"/>
                        <a:pt x="12" y="10895"/>
                      </a:cubicBezTo>
                      <a:cubicBezTo>
                        <a:pt x="12" y="10954"/>
                        <a:pt x="12" y="11026"/>
                        <a:pt x="12" y="11085"/>
                      </a:cubicBezTo>
                      <a:cubicBezTo>
                        <a:pt x="12" y="11145"/>
                        <a:pt x="12" y="11216"/>
                        <a:pt x="12" y="11276"/>
                      </a:cubicBezTo>
                      <a:cubicBezTo>
                        <a:pt x="12" y="11347"/>
                        <a:pt x="12" y="11407"/>
                        <a:pt x="12" y="11478"/>
                      </a:cubicBezTo>
                      <a:cubicBezTo>
                        <a:pt x="12" y="11538"/>
                        <a:pt x="12" y="11609"/>
                        <a:pt x="12" y="11669"/>
                      </a:cubicBezTo>
                      <a:cubicBezTo>
                        <a:pt x="12" y="11728"/>
                        <a:pt x="12" y="11800"/>
                        <a:pt x="12" y="11859"/>
                      </a:cubicBezTo>
                      <a:cubicBezTo>
                        <a:pt x="12" y="11931"/>
                        <a:pt x="12" y="11990"/>
                        <a:pt x="12" y="12062"/>
                      </a:cubicBezTo>
                      <a:cubicBezTo>
                        <a:pt x="12" y="12121"/>
                        <a:pt x="12" y="12193"/>
                        <a:pt x="12" y="12252"/>
                      </a:cubicBezTo>
                      <a:cubicBezTo>
                        <a:pt x="12" y="12312"/>
                        <a:pt x="12" y="12383"/>
                        <a:pt x="12" y="12443"/>
                      </a:cubicBezTo>
                      <a:cubicBezTo>
                        <a:pt x="12" y="12514"/>
                        <a:pt x="12" y="12574"/>
                        <a:pt x="12" y="12645"/>
                      </a:cubicBezTo>
                      <a:cubicBezTo>
                        <a:pt x="12" y="12705"/>
                        <a:pt x="12" y="12776"/>
                        <a:pt x="12" y="12836"/>
                      </a:cubicBezTo>
                      <a:cubicBezTo>
                        <a:pt x="12" y="12895"/>
                        <a:pt x="12" y="12967"/>
                        <a:pt x="12" y="13026"/>
                      </a:cubicBezTo>
                      <a:cubicBezTo>
                        <a:pt x="12" y="13098"/>
                        <a:pt x="12" y="13157"/>
                        <a:pt x="12" y="13228"/>
                      </a:cubicBezTo>
                      <a:cubicBezTo>
                        <a:pt x="12" y="13288"/>
                        <a:pt x="12" y="13359"/>
                        <a:pt x="12" y="13419"/>
                      </a:cubicBezTo>
                      <a:cubicBezTo>
                        <a:pt x="12" y="13479"/>
                        <a:pt x="12" y="13550"/>
                        <a:pt x="12" y="13609"/>
                      </a:cubicBezTo>
                      <a:cubicBezTo>
                        <a:pt x="12" y="13681"/>
                        <a:pt x="12" y="13740"/>
                        <a:pt x="12" y="13812"/>
                      </a:cubicBezTo>
                      <a:cubicBezTo>
                        <a:pt x="12" y="13871"/>
                        <a:pt x="12" y="13943"/>
                        <a:pt x="12" y="14002"/>
                      </a:cubicBezTo>
                      <a:cubicBezTo>
                        <a:pt x="12" y="14062"/>
                        <a:pt x="12" y="14133"/>
                        <a:pt x="12" y="14193"/>
                      </a:cubicBezTo>
                      <a:cubicBezTo>
                        <a:pt x="12" y="14264"/>
                        <a:pt x="12" y="14324"/>
                        <a:pt x="12" y="14395"/>
                      </a:cubicBezTo>
                      <a:cubicBezTo>
                        <a:pt x="12" y="14455"/>
                        <a:pt x="12" y="14526"/>
                        <a:pt x="12" y="14586"/>
                      </a:cubicBezTo>
                      <a:cubicBezTo>
                        <a:pt x="12" y="14645"/>
                        <a:pt x="12" y="14717"/>
                        <a:pt x="12" y="14776"/>
                      </a:cubicBezTo>
                      <a:cubicBezTo>
                        <a:pt x="12" y="14848"/>
                        <a:pt x="12" y="14907"/>
                        <a:pt x="12" y="14979"/>
                      </a:cubicBezTo>
                      <a:cubicBezTo>
                        <a:pt x="12" y="15038"/>
                        <a:pt x="12" y="15110"/>
                        <a:pt x="12" y="15169"/>
                      </a:cubicBezTo>
                      <a:cubicBezTo>
                        <a:pt x="12" y="15229"/>
                        <a:pt x="12" y="15300"/>
                        <a:pt x="12" y="15360"/>
                      </a:cubicBezTo>
                      <a:cubicBezTo>
                        <a:pt x="12" y="15431"/>
                        <a:pt x="12" y="15491"/>
                        <a:pt x="12" y="15562"/>
                      </a:cubicBezTo>
                      <a:cubicBezTo>
                        <a:pt x="12" y="15622"/>
                        <a:pt x="12" y="15693"/>
                        <a:pt x="12" y="15753"/>
                      </a:cubicBezTo>
                      <a:cubicBezTo>
                        <a:pt x="12" y="15812"/>
                        <a:pt x="12" y="15884"/>
                        <a:pt x="12" y="15943"/>
                      </a:cubicBezTo>
                      <a:cubicBezTo>
                        <a:pt x="12" y="16015"/>
                        <a:pt x="12" y="16074"/>
                        <a:pt x="12" y="16146"/>
                      </a:cubicBezTo>
                      <a:cubicBezTo>
                        <a:pt x="12" y="16205"/>
                        <a:pt x="12" y="16276"/>
                        <a:pt x="12" y="16336"/>
                      </a:cubicBezTo>
                      <a:cubicBezTo>
                        <a:pt x="12" y="16396"/>
                        <a:pt x="12" y="16467"/>
                        <a:pt x="12" y="16527"/>
                      </a:cubicBezTo>
                      <a:cubicBezTo>
                        <a:pt x="12" y="16598"/>
                        <a:pt x="12" y="16657"/>
                        <a:pt x="12" y="16729"/>
                      </a:cubicBezTo>
                      <a:cubicBezTo>
                        <a:pt x="12" y="16788"/>
                        <a:pt x="12" y="16860"/>
                        <a:pt x="12" y="16919"/>
                      </a:cubicBezTo>
                      <a:cubicBezTo>
                        <a:pt x="12" y="16979"/>
                        <a:pt x="12" y="17050"/>
                        <a:pt x="12" y="17110"/>
                      </a:cubicBezTo>
                      <a:cubicBezTo>
                        <a:pt x="12" y="17181"/>
                        <a:pt x="12" y="17241"/>
                        <a:pt x="12" y="17312"/>
                      </a:cubicBezTo>
                      <a:cubicBezTo>
                        <a:pt x="12" y="17372"/>
                        <a:pt x="12" y="17443"/>
                        <a:pt x="12" y="17503"/>
                      </a:cubicBezTo>
                      <a:cubicBezTo>
                        <a:pt x="12" y="17562"/>
                        <a:pt x="12" y="17634"/>
                        <a:pt x="12" y="17693"/>
                      </a:cubicBezTo>
                      <a:cubicBezTo>
                        <a:pt x="12" y="17765"/>
                        <a:pt x="12" y="17824"/>
                        <a:pt x="12" y="17896"/>
                      </a:cubicBezTo>
                      <a:cubicBezTo>
                        <a:pt x="12" y="17955"/>
                        <a:pt x="12" y="18015"/>
                        <a:pt x="12" y="18086"/>
                      </a:cubicBezTo>
                      <a:cubicBezTo>
                        <a:pt x="12" y="18146"/>
                        <a:pt x="12" y="18217"/>
                        <a:pt x="12" y="18277"/>
                      </a:cubicBezTo>
                      <a:cubicBezTo>
                        <a:pt x="12" y="18348"/>
                        <a:pt x="12" y="18408"/>
                        <a:pt x="12" y="18479"/>
                      </a:cubicBezTo>
                      <a:cubicBezTo>
                        <a:pt x="12" y="18539"/>
                        <a:pt x="12" y="18598"/>
                        <a:pt x="12" y="18670"/>
                      </a:cubicBezTo>
                      <a:cubicBezTo>
                        <a:pt x="12" y="18729"/>
                        <a:pt x="12" y="18801"/>
                        <a:pt x="12" y="18860"/>
                      </a:cubicBezTo>
                      <a:cubicBezTo>
                        <a:pt x="12" y="18932"/>
                        <a:pt x="12" y="18991"/>
                        <a:pt x="12" y="19063"/>
                      </a:cubicBezTo>
                      <a:cubicBezTo>
                        <a:pt x="12" y="19122"/>
                        <a:pt x="12" y="19182"/>
                        <a:pt x="12" y="19253"/>
                      </a:cubicBezTo>
                      <a:cubicBezTo>
                        <a:pt x="12" y="19313"/>
                        <a:pt x="12" y="19384"/>
                        <a:pt x="12" y="19444"/>
                      </a:cubicBezTo>
                      <a:cubicBezTo>
                        <a:pt x="12" y="19515"/>
                        <a:pt x="12" y="19575"/>
                        <a:pt x="12" y="19646"/>
                      </a:cubicBezTo>
                      <a:cubicBezTo>
                        <a:pt x="12" y="19705"/>
                        <a:pt x="12" y="19765"/>
                        <a:pt x="12" y="19836"/>
                      </a:cubicBezTo>
                      <a:cubicBezTo>
                        <a:pt x="12" y="19896"/>
                        <a:pt x="12" y="19967"/>
                        <a:pt x="12" y="20027"/>
                      </a:cubicBezTo>
                      <a:cubicBezTo>
                        <a:pt x="12" y="20098"/>
                        <a:pt x="12" y="20158"/>
                        <a:pt x="12" y="20229"/>
                      </a:cubicBezTo>
                      <a:cubicBezTo>
                        <a:pt x="12" y="20289"/>
                        <a:pt x="12" y="20348"/>
                        <a:pt x="12" y="20420"/>
                      </a:cubicBezTo>
                      <a:cubicBezTo>
                        <a:pt x="12" y="20479"/>
                        <a:pt x="12" y="20551"/>
                        <a:pt x="12" y="20610"/>
                      </a:cubicBezTo>
                      <a:cubicBezTo>
                        <a:pt x="12" y="20682"/>
                        <a:pt x="12" y="20741"/>
                        <a:pt x="12" y="20813"/>
                      </a:cubicBezTo>
                      <a:cubicBezTo>
                        <a:pt x="12" y="20872"/>
                        <a:pt x="12" y="20932"/>
                        <a:pt x="12" y="21003"/>
                      </a:cubicBezTo>
                      <a:cubicBezTo>
                        <a:pt x="12" y="21063"/>
                        <a:pt x="12" y="21134"/>
                        <a:pt x="12" y="21194"/>
                      </a:cubicBezTo>
                      <a:cubicBezTo>
                        <a:pt x="12" y="21265"/>
                        <a:pt x="12" y="21325"/>
                        <a:pt x="12" y="21396"/>
                      </a:cubicBezTo>
                      <a:cubicBezTo>
                        <a:pt x="12" y="21456"/>
                        <a:pt x="12" y="21515"/>
                        <a:pt x="12" y="21587"/>
                      </a:cubicBezTo>
                      <a:cubicBezTo>
                        <a:pt x="0" y="22515"/>
                        <a:pt x="500" y="23373"/>
                        <a:pt x="1310" y="23837"/>
                      </a:cubicBezTo>
                      <a:lnTo>
                        <a:pt x="36612" y="44208"/>
                      </a:lnTo>
                      <a:cubicBezTo>
                        <a:pt x="37416" y="44679"/>
                        <a:pt x="38315" y="44914"/>
                        <a:pt x="39215" y="44914"/>
                      </a:cubicBezTo>
                      <a:cubicBezTo>
                        <a:pt x="40115" y="44914"/>
                        <a:pt x="41017" y="44679"/>
                        <a:pt x="41827" y="44208"/>
                      </a:cubicBezTo>
                      <a:lnTo>
                        <a:pt x="77129" y="23837"/>
                      </a:lnTo>
                      <a:cubicBezTo>
                        <a:pt x="77939" y="23373"/>
                        <a:pt x="78439" y="22515"/>
                        <a:pt x="78427" y="21587"/>
                      </a:cubicBezTo>
                      <a:lnTo>
                        <a:pt x="78427" y="21384"/>
                      </a:lnTo>
                      <a:lnTo>
                        <a:pt x="78427" y="21194"/>
                      </a:lnTo>
                      <a:lnTo>
                        <a:pt x="78427" y="21003"/>
                      </a:lnTo>
                      <a:lnTo>
                        <a:pt x="78427" y="20801"/>
                      </a:lnTo>
                      <a:lnTo>
                        <a:pt x="78427" y="20610"/>
                      </a:lnTo>
                      <a:lnTo>
                        <a:pt x="78427" y="20420"/>
                      </a:lnTo>
                      <a:lnTo>
                        <a:pt x="78427" y="20217"/>
                      </a:lnTo>
                      <a:lnTo>
                        <a:pt x="78427" y="20027"/>
                      </a:lnTo>
                      <a:lnTo>
                        <a:pt x="78427" y="19836"/>
                      </a:lnTo>
                      <a:lnTo>
                        <a:pt x="78427" y="19634"/>
                      </a:lnTo>
                      <a:lnTo>
                        <a:pt x="78427" y="19444"/>
                      </a:lnTo>
                      <a:lnTo>
                        <a:pt x="78427" y="19253"/>
                      </a:lnTo>
                      <a:lnTo>
                        <a:pt x="78427" y="19051"/>
                      </a:lnTo>
                      <a:lnTo>
                        <a:pt x="78427" y="18860"/>
                      </a:lnTo>
                      <a:lnTo>
                        <a:pt x="78427" y="18670"/>
                      </a:lnTo>
                      <a:lnTo>
                        <a:pt x="78427" y="18467"/>
                      </a:lnTo>
                      <a:lnTo>
                        <a:pt x="78427" y="18277"/>
                      </a:lnTo>
                      <a:lnTo>
                        <a:pt x="78427" y="18086"/>
                      </a:lnTo>
                      <a:lnTo>
                        <a:pt x="78427" y="17884"/>
                      </a:lnTo>
                      <a:lnTo>
                        <a:pt x="78427" y="17693"/>
                      </a:lnTo>
                      <a:lnTo>
                        <a:pt x="78427" y="17503"/>
                      </a:lnTo>
                      <a:lnTo>
                        <a:pt x="78427" y="17300"/>
                      </a:lnTo>
                      <a:lnTo>
                        <a:pt x="78427" y="17110"/>
                      </a:lnTo>
                      <a:lnTo>
                        <a:pt x="78427" y="16919"/>
                      </a:lnTo>
                      <a:lnTo>
                        <a:pt x="78427" y="16717"/>
                      </a:lnTo>
                      <a:lnTo>
                        <a:pt x="78427" y="16527"/>
                      </a:lnTo>
                      <a:lnTo>
                        <a:pt x="78427" y="16336"/>
                      </a:lnTo>
                      <a:lnTo>
                        <a:pt x="78427" y="16146"/>
                      </a:lnTo>
                      <a:lnTo>
                        <a:pt x="78427" y="15943"/>
                      </a:lnTo>
                      <a:lnTo>
                        <a:pt x="78427" y="15753"/>
                      </a:lnTo>
                      <a:lnTo>
                        <a:pt x="78427" y="15562"/>
                      </a:lnTo>
                      <a:lnTo>
                        <a:pt x="78427" y="15360"/>
                      </a:lnTo>
                      <a:lnTo>
                        <a:pt x="78427" y="15169"/>
                      </a:lnTo>
                      <a:lnTo>
                        <a:pt x="78427" y="14979"/>
                      </a:lnTo>
                      <a:lnTo>
                        <a:pt x="78427" y="14776"/>
                      </a:lnTo>
                      <a:lnTo>
                        <a:pt x="78427" y="14586"/>
                      </a:lnTo>
                      <a:lnTo>
                        <a:pt x="78427" y="14395"/>
                      </a:lnTo>
                      <a:lnTo>
                        <a:pt x="78427" y="14193"/>
                      </a:lnTo>
                      <a:lnTo>
                        <a:pt x="78427" y="14002"/>
                      </a:lnTo>
                      <a:lnTo>
                        <a:pt x="78427" y="13812"/>
                      </a:lnTo>
                      <a:lnTo>
                        <a:pt x="78427" y="13609"/>
                      </a:lnTo>
                      <a:lnTo>
                        <a:pt x="78427" y="13419"/>
                      </a:lnTo>
                      <a:lnTo>
                        <a:pt x="78427" y="13228"/>
                      </a:lnTo>
                      <a:lnTo>
                        <a:pt x="78427" y="13026"/>
                      </a:lnTo>
                      <a:lnTo>
                        <a:pt x="78427" y="12836"/>
                      </a:lnTo>
                      <a:lnTo>
                        <a:pt x="78427" y="12645"/>
                      </a:lnTo>
                      <a:lnTo>
                        <a:pt x="78427" y="12443"/>
                      </a:lnTo>
                      <a:lnTo>
                        <a:pt x="78427" y="12252"/>
                      </a:lnTo>
                      <a:lnTo>
                        <a:pt x="78427" y="12062"/>
                      </a:lnTo>
                      <a:lnTo>
                        <a:pt x="78427" y="11859"/>
                      </a:lnTo>
                      <a:lnTo>
                        <a:pt x="78427" y="11669"/>
                      </a:lnTo>
                      <a:lnTo>
                        <a:pt x="78427" y="11478"/>
                      </a:lnTo>
                      <a:lnTo>
                        <a:pt x="78427" y="11276"/>
                      </a:lnTo>
                      <a:lnTo>
                        <a:pt x="78427" y="11085"/>
                      </a:lnTo>
                      <a:lnTo>
                        <a:pt x="78427" y="10895"/>
                      </a:lnTo>
                      <a:lnTo>
                        <a:pt x="78427" y="10692"/>
                      </a:lnTo>
                      <a:lnTo>
                        <a:pt x="78427" y="10502"/>
                      </a:lnTo>
                      <a:lnTo>
                        <a:pt x="78427" y="10311"/>
                      </a:lnTo>
                      <a:lnTo>
                        <a:pt x="78427" y="10109"/>
                      </a:lnTo>
                      <a:lnTo>
                        <a:pt x="78427" y="9919"/>
                      </a:lnTo>
                      <a:lnTo>
                        <a:pt x="78427" y="9728"/>
                      </a:lnTo>
                      <a:lnTo>
                        <a:pt x="78427" y="9526"/>
                      </a:lnTo>
                      <a:lnTo>
                        <a:pt x="78427" y="9335"/>
                      </a:lnTo>
                      <a:lnTo>
                        <a:pt x="78427" y="9145"/>
                      </a:lnTo>
                      <a:lnTo>
                        <a:pt x="78427" y="8942"/>
                      </a:lnTo>
                      <a:lnTo>
                        <a:pt x="78427" y="8752"/>
                      </a:lnTo>
                      <a:lnTo>
                        <a:pt x="78427" y="8561"/>
                      </a:lnTo>
                      <a:lnTo>
                        <a:pt x="78427" y="8359"/>
                      </a:lnTo>
                      <a:lnTo>
                        <a:pt x="78427" y="8168"/>
                      </a:lnTo>
                      <a:lnTo>
                        <a:pt x="78427" y="7978"/>
                      </a:lnTo>
                      <a:lnTo>
                        <a:pt x="78427" y="7775"/>
                      </a:lnTo>
                      <a:lnTo>
                        <a:pt x="78427" y="7585"/>
                      </a:lnTo>
                      <a:lnTo>
                        <a:pt x="78427" y="7394"/>
                      </a:lnTo>
                      <a:lnTo>
                        <a:pt x="78427" y="7192"/>
                      </a:lnTo>
                      <a:lnTo>
                        <a:pt x="78427" y="7002"/>
                      </a:lnTo>
                      <a:lnTo>
                        <a:pt x="78427" y="6811"/>
                      </a:lnTo>
                      <a:lnTo>
                        <a:pt x="78427" y="6609"/>
                      </a:lnTo>
                      <a:lnTo>
                        <a:pt x="78427" y="6418"/>
                      </a:lnTo>
                      <a:lnTo>
                        <a:pt x="78427" y="6228"/>
                      </a:lnTo>
                      <a:lnTo>
                        <a:pt x="78427" y="6025"/>
                      </a:lnTo>
                      <a:lnTo>
                        <a:pt x="78427" y="5835"/>
                      </a:lnTo>
                      <a:lnTo>
                        <a:pt x="78427" y="5644"/>
                      </a:lnTo>
                      <a:lnTo>
                        <a:pt x="78427" y="5442"/>
                      </a:lnTo>
                      <a:lnTo>
                        <a:pt x="78427" y="5251"/>
                      </a:lnTo>
                      <a:lnTo>
                        <a:pt x="78427" y="5061"/>
                      </a:lnTo>
                      <a:lnTo>
                        <a:pt x="78427" y="4858"/>
                      </a:lnTo>
                      <a:lnTo>
                        <a:pt x="78427" y="4668"/>
                      </a:lnTo>
                      <a:lnTo>
                        <a:pt x="78427" y="4477"/>
                      </a:lnTo>
                      <a:lnTo>
                        <a:pt x="78427" y="4275"/>
                      </a:lnTo>
                      <a:lnTo>
                        <a:pt x="78427" y="4085"/>
                      </a:lnTo>
                      <a:lnTo>
                        <a:pt x="78427" y="3894"/>
                      </a:lnTo>
                      <a:lnTo>
                        <a:pt x="78427" y="3692"/>
                      </a:lnTo>
                      <a:lnTo>
                        <a:pt x="78427" y="3501"/>
                      </a:lnTo>
                      <a:lnTo>
                        <a:pt x="78427" y="3311"/>
                      </a:lnTo>
                      <a:lnTo>
                        <a:pt x="78427" y="3108"/>
                      </a:lnTo>
                      <a:lnTo>
                        <a:pt x="78427" y="2918"/>
                      </a:lnTo>
                      <a:lnTo>
                        <a:pt x="78427" y="2727"/>
                      </a:lnTo>
                      <a:lnTo>
                        <a:pt x="78427" y="2525"/>
                      </a:lnTo>
                      <a:lnTo>
                        <a:pt x="78427" y="2334"/>
                      </a:lnTo>
                      <a:lnTo>
                        <a:pt x="78427" y="2144"/>
                      </a:lnTo>
                      <a:lnTo>
                        <a:pt x="78427" y="1941"/>
                      </a:lnTo>
                      <a:lnTo>
                        <a:pt x="78427" y="1751"/>
                      </a:lnTo>
                      <a:lnTo>
                        <a:pt x="78427" y="1560"/>
                      </a:lnTo>
                      <a:lnTo>
                        <a:pt x="78427" y="1358"/>
                      </a:lnTo>
                      <a:lnTo>
                        <a:pt x="78427" y="1167"/>
                      </a:lnTo>
                      <a:lnTo>
                        <a:pt x="78427" y="977"/>
                      </a:lnTo>
                      <a:lnTo>
                        <a:pt x="78427" y="775"/>
                      </a:lnTo>
                      <a:lnTo>
                        <a:pt x="78427" y="584"/>
                      </a:lnTo>
                      <a:lnTo>
                        <a:pt x="78427" y="394"/>
                      </a:lnTo>
                      <a:lnTo>
                        <a:pt x="78427" y="191"/>
                      </a:lnTo>
                      <a:lnTo>
                        <a:pt x="78427" y="1"/>
                      </a:lnTo>
                      <a:lnTo>
                        <a:pt x="78212" y="1"/>
                      </a:lnTo>
                      <a:cubicBezTo>
                        <a:pt x="78224" y="858"/>
                        <a:pt x="77760" y="1644"/>
                        <a:pt x="77022" y="2072"/>
                      </a:cubicBezTo>
                      <a:lnTo>
                        <a:pt x="41720" y="22444"/>
                      </a:lnTo>
                      <a:cubicBezTo>
                        <a:pt x="40946" y="22890"/>
                        <a:pt x="40083" y="23114"/>
                        <a:pt x="39218" y="23114"/>
                      </a:cubicBezTo>
                      <a:cubicBezTo>
                        <a:pt x="38353" y="23114"/>
                        <a:pt x="37487" y="22890"/>
                        <a:pt x="36707" y="22444"/>
                      </a:cubicBezTo>
                      <a:lnTo>
                        <a:pt x="1417" y="2072"/>
                      </a:lnTo>
                      <a:cubicBezTo>
                        <a:pt x="667" y="1644"/>
                        <a:pt x="215" y="858"/>
                        <a:pt x="226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A0FDF1">
                        <a:alpha val="41568"/>
                        <a:alpha val="41520"/>
                      </a:srgbClr>
                    </a:gs>
                    <a:gs pos="100000">
                      <a:srgbClr val="FFFFFF">
                        <a:alpha val="37254"/>
                        <a:alpha val="4152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26" name="Google Shape;2126;p21"/>
                <p:cNvSpPr/>
                <p:nvPr/>
              </p:nvSpPr>
              <p:spPr>
                <a:xfrm>
                  <a:off x="5553063" y="1487604"/>
                  <a:ext cx="1981525" cy="116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261" h="46572" extrusionOk="0">
                      <a:moveTo>
                        <a:pt x="39635" y="1"/>
                      </a:moveTo>
                      <a:cubicBezTo>
                        <a:pt x="38749" y="1"/>
                        <a:pt x="37862" y="230"/>
                        <a:pt x="37065" y="688"/>
                      </a:cubicBezTo>
                      <a:lnTo>
                        <a:pt x="1679" y="21119"/>
                      </a:lnTo>
                      <a:cubicBezTo>
                        <a:pt x="1" y="22084"/>
                        <a:pt x="1" y="24489"/>
                        <a:pt x="1679" y="25453"/>
                      </a:cubicBezTo>
                      <a:lnTo>
                        <a:pt x="37065" y="45884"/>
                      </a:lnTo>
                      <a:cubicBezTo>
                        <a:pt x="37862" y="46343"/>
                        <a:pt x="38749" y="46572"/>
                        <a:pt x="39635" y="46572"/>
                      </a:cubicBezTo>
                      <a:cubicBezTo>
                        <a:pt x="40520" y="46572"/>
                        <a:pt x="41405" y="46343"/>
                        <a:pt x="42196" y="45884"/>
                      </a:cubicBezTo>
                      <a:lnTo>
                        <a:pt x="77594" y="25453"/>
                      </a:lnTo>
                      <a:cubicBezTo>
                        <a:pt x="79260" y="24489"/>
                        <a:pt x="79260" y="22084"/>
                        <a:pt x="77594" y="21119"/>
                      </a:cubicBezTo>
                      <a:lnTo>
                        <a:pt x="42196" y="688"/>
                      </a:lnTo>
                      <a:cubicBezTo>
                        <a:pt x="41405" y="230"/>
                        <a:pt x="40520" y="1"/>
                        <a:pt x="39635" y="1"/>
                      </a:cubicBezTo>
                      <a:close/>
                    </a:path>
                  </a:pathLst>
                </a:custGeom>
                <a:solidFill>
                  <a:srgbClr val="A0FDF1">
                    <a:alpha val="4152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2127" name="Google Shape;2127;p21"/>
          <p:cNvSpPr txBox="1"/>
          <p:nvPr/>
        </p:nvSpPr>
        <p:spPr>
          <a:xfrm>
            <a:off x="6703703" y="1162325"/>
            <a:ext cx="2378400" cy="25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Distributed Processing Framework</a:t>
            </a:r>
            <a:endParaRPr sz="1800">
              <a:solidFill>
                <a:schemeClr val="lt2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grpSp>
        <p:nvGrpSpPr>
          <p:cNvPr id="2128" name="Google Shape;2128;p21"/>
          <p:cNvGrpSpPr/>
          <p:nvPr/>
        </p:nvGrpSpPr>
        <p:grpSpPr>
          <a:xfrm>
            <a:off x="110916" y="2471193"/>
            <a:ext cx="2329395" cy="707855"/>
            <a:chOff x="549300" y="2469057"/>
            <a:chExt cx="1891050" cy="707855"/>
          </a:xfrm>
        </p:grpSpPr>
        <p:sp>
          <p:nvSpPr>
            <p:cNvPr id="2129" name="Google Shape;2129;p21"/>
            <p:cNvSpPr txBox="1"/>
            <p:nvPr/>
          </p:nvSpPr>
          <p:spPr>
            <a:xfrm>
              <a:off x="549300" y="2469057"/>
              <a:ext cx="1890900" cy="25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2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Enhanced Detection Accuracy</a:t>
              </a:r>
              <a:endParaRPr sz="180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2130" name="Google Shape;2130;p21"/>
            <p:cNvSpPr txBox="1"/>
            <p:nvPr/>
          </p:nvSpPr>
          <p:spPr>
            <a:xfrm>
              <a:off x="549450" y="2721813"/>
              <a:ext cx="1890900" cy="45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131" name="Google Shape;2131;p21"/>
          <p:cNvGrpSpPr/>
          <p:nvPr/>
        </p:nvGrpSpPr>
        <p:grpSpPr>
          <a:xfrm>
            <a:off x="-15" y="1162308"/>
            <a:ext cx="2440223" cy="712189"/>
            <a:chOff x="549363" y="1169337"/>
            <a:chExt cx="1890913" cy="712189"/>
          </a:xfrm>
        </p:grpSpPr>
        <p:sp>
          <p:nvSpPr>
            <p:cNvPr id="2132" name="Google Shape;2132;p21"/>
            <p:cNvSpPr txBox="1"/>
            <p:nvPr/>
          </p:nvSpPr>
          <p:spPr>
            <a:xfrm>
              <a:off x="549363" y="1169337"/>
              <a:ext cx="1890900" cy="25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2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Scalable Graph-based Fraud Detection System</a:t>
              </a:r>
              <a:endParaRPr sz="180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2133" name="Google Shape;2133;p21"/>
            <p:cNvSpPr txBox="1"/>
            <p:nvPr/>
          </p:nvSpPr>
          <p:spPr>
            <a:xfrm>
              <a:off x="549375" y="1422826"/>
              <a:ext cx="1890900" cy="45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134" name="Google Shape;2134;p21"/>
          <p:cNvSpPr txBox="1"/>
          <p:nvPr/>
        </p:nvSpPr>
        <p:spPr>
          <a:xfrm>
            <a:off x="-48925" y="3612574"/>
            <a:ext cx="2538000" cy="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Comprehensive Feature Engineering Pipeline</a:t>
            </a:r>
            <a:endParaRPr sz="1800">
              <a:solidFill>
                <a:schemeClr val="lt2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2135" name="Google Shape;2135;p21"/>
          <p:cNvSpPr txBox="1"/>
          <p:nvPr/>
        </p:nvSpPr>
        <p:spPr>
          <a:xfrm>
            <a:off x="6703703" y="2470800"/>
            <a:ext cx="2378400" cy="25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Feature Storage and Retrieval System</a:t>
            </a:r>
            <a:endParaRPr sz="1800">
              <a:solidFill>
                <a:schemeClr val="lt2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2136" name="Google Shape;2136;p21"/>
          <p:cNvSpPr txBox="1"/>
          <p:nvPr/>
        </p:nvSpPr>
        <p:spPr>
          <a:xfrm>
            <a:off x="6703703" y="3775700"/>
            <a:ext cx="2329500" cy="25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End-to-End Automated Pipeline</a:t>
            </a:r>
            <a:endParaRPr sz="1800">
              <a:solidFill>
                <a:schemeClr val="lt2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41" name="Google Shape;2141;p22"/>
          <p:cNvGrpSpPr/>
          <p:nvPr/>
        </p:nvGrpSpPr>
        <p:grpSpPr>
          <a:xfrm>
            <a:off x="1479360" y="1309275"/>
            <a:ext cx="6185281" cy="3113400"/>
            <a:chOff x="1479335" y="1233075"/>
            <a:chExt cx="6185281" cy="3113400"/>
          </a:xfrm>
        </p:grpSpPr>
        <p:sp>
          <p:nvSpPr>
            <p:cNvPr id="2142" name="Google Shape;2142;p22"/>
            <p:cNvSpPr/>
            <p:nvPr/>
          </p:nvSpPr>
          <p:spPr>
            <a:xfrm>
              <a:off x="3003750" y="1233075"/>
              <a:ext cx="3113400" cy="3113400"/>
            </a:xfrm>
            <a:prstGeom prst="ellipse">
              <a:avLst/>
            </a:prstGeom>
            <a:noFill/>
            <a:ln w="762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3" name="Google Shape;2143;p22"/>
            <p:cNvSpPr/>
            <p:nvPr/>
          </p:nvSpPr>
          <p:spPr>
            <a:xfrm>
              <a:off x="3003750" y="1233075"/>
              <a:ext cx="3113400" cy="3113400"/>
            </a:xfrm>
            <a:prstGeom prst="ellipse">
              <a:avLst/>
            </a:prstGeom>
            <a:noFill/>
            <a:ln w="2857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4" name="Google Shape;2144;p22"/>
            <p:cNvSpPr/>
            <p:nvPr/>
          </p:nvSpPr>
          <p:spPr>
            <a:xfrm>
              <a:off x="3896237" y="2125513"/>
              <a:ext cx="1328400" cy="1328400"/>
            </a:xfrm>
            <a:prstGeom prst="ellipse">
              <a:avLst/>
            </a:prstGeom>
            <a:noFill/>
            <a:ln w="762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5" name="Google Shape;2145;p22"/>
            <p:cNvSpPr/>
            <p:nvPr/>
          </p:nvSpPr>
          <p:spPr>
            <a:xfrm>
              <a:off x="3896237" y="2125513"/>
              <a:ext cx="1328400" cy="1328400"/>
            </a:xfrm>
            <a:prstGeom prst="ellipse">
              <a:avLst/>
            </a:prstGeom>
            <a:noFill/>
            <a:ln w="2857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146" name="Google Shape;2146;p22"/>
            <p:cNvCxnSpPr>
              <a:stCxn id="2147" idx="1"/>
              <a:endCxn id="2148" idx="2"/>
            </p:cNvCxnSpPr>
            <p:nvPr/>
          </p:nvCxnSpPr>
          <p:spPr>
            <a:xfrm rot="10800000">
              <a:off x="1479335" y="2103498"/>
              <a:ext cx="2308800" cy="269700"/>
            </a:xfrm>
            <a:prstGeom prst="bentConnector2">
              <a:avLst/>
            </a:prstGeom>
            <a:noFill/>
            <a:ln w="762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49" name="Google Shape;2149;p22"/>
            <p:cNvCxnSpPr>
              <a:stCxn id="2147" idx="1"/>
              <a:endCxn id="2148" idx="2"/>
            </p:cNvCxnSpPr>
            <p:nvPr/>
          </p:nvCxnSpPr>
          <p:spPr>
            <a:xfrm rot="10800000">
              <a:off x="1479335" y="2103498"/>
              <a:ext cx="2308800" cy="269700"/>
            </a:xfrm>
            <a:prstGeom prst="bentConnector2">
              <a:avLst/>
            </a:prstGeom>
            <a:noFill/>
            <a:ln w="2857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50" name="Google Shape;2150;p22"/>
            <p:cNvCxnSpPr>
              <a:stCxn id="2151" idx="1"/>
              <a:endCxn id="2152" idx="0"/>
            </p:cNvCxnSpPr>
            <p:nvPr/>
          </p:nvCxnSpPr>
          <p:spPr>
            <a:xfrm flipH="1">
              <a:off x="1479335" y="3238981"/>
              <a:ext cx="2308800" cy="175800"/>
            </a:xfrm>
            <a:prstGeom prst="bentConnector2">
              <a:avLst/>
            </a:prstGeom>
            <a:noFill/>
            <a:ln w="762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53" name="Google Shape;2153;p22"/>
            <p:cNvCxnSpPr>
              <a:stCxn id="2151" idx="1"/>
              <a:endCxn id="2152" idx="0"/>
            </p:cNvCxnSpPr>
            <p:nvPr/>
          </p:nvCxnSpPr>
          <p:spPr>
            <a:xfrm flipH="1">
              <a:off x="1479335" y="3238981"/>
              <a:ext cx="2308800" cy="175800"/>
            </a:xfrm>
            <a:prstGeom prst="bentConnector2">
              <a:avLst/>
            </a:prstGeom>
            <a:noFill/>
            <a:ln w="2857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54" name="Google Shape;2154;p22"/>
            <p:cNvCxnSpPr>
              <a:stCxn id="2155" idx="3"/>
              <a:endCxn id="2156" idx="2"/>
            </p:cNvCxnSpPr>
            <p:nvPr/>
          </p:nvCxnSpPr>
          <p:spPr>
            <a:xfrm rot="10800000" flipH="1">
              <a:off x="5332715" y="2039898"/>
              <a:ext cx="2331900" cy="333300"/>
            </a:xfrm>
            <a:prstGeom prst="bentConnector2">
              <a:avLst/>
            </a:prstGeom>
            <a:noFill/>
            <a:ln w="762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57" name="Google Shape;2157;p22"/>
            <p:cNvCxnSpPr>
              <a:stCxn id="2155" idx="3"/>
              <a:endCxn id="2156" idx="2"/>
            </p:cNvCxnSpPr>
            <p:nvPr/>
          </p:nvCxnSpPr>
          <p:spPr>
            <a:xfrm rot="10800000" flipH="1">
              <a:off x="5332715" y="2039898"/>
              <a:ext cx="2331900" cy="333300"/>
            </a:xfrm>
            <a:prstGeom prst="bentConnector2">
              <a:avLst/>
            </a:prstGeom>
            <a:noFill/>
            <a:ln w="2857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58" name="Google Shape;2158;p22"/>
            <p:cNvCxnSpPr>
              <a:stCxn id="2159" idx="3"/>
              <a:endCxn id="2160" idx="0"/>
            </p:cNvCxnSpPr>
            <p:nvPr/>
          </p:nvCxnSpPr>
          <p:spPr>
            <a:xfrm>
              <a:off x="5332715" y="3238981"/>
              <a:ext cx="2331900" cy="175800"/>
            </a:xfrm>
            <a:prstGeom prst="bentConnector2">
              <a:avLst/>
            </a:prstGeom>
            <a:noFill/>
            <a:ln w="762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61" name="Google Shape;2161;p22"/>
            <p:cNvCxnSpPr>
              <a:stCxn id="2159" idx="3"/>
              <a:endCxn id="2160" idx="0"/>
            </p:cNvCxnSpPr>
            <p:nvPr/>
          </p:nvCxnSpPr>
          <p:spPr>
            <a:xfrm>
              <a:off x="5332715" y="3238981"/>
              <a:ext cx="2331900" cy="175800"/>
            </a:xfrm>
            <a:prstGeom prst="bentConnector2">
              <a:avLst/>
            </a:prstGeom>
            <a:noFill/>
            <a:ln w="2857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147" name="Google Shape;2147;p22"/>
          <p:cNvSpPr/>
          <p:nvPr/>
        </p:nvSpPr>
        <p:spPr>
          <a:xfrm>
            <a:off x="3788160" y="2230548"/>
            <a:ext cx="437700" cy="437700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l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01</a:t>
            </a:r>
            <a:endParaRPr sz="2200">
              <a:solidFill>
                <a:schemeClr val="lt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2162" name="Google Shape;2162;p22"/>
          <p:cNvSpPr txBox="1">
            <a:spLocks noGrp="1"/>
          </p:cNvSpPr>
          <p:nvPr>
            <p:ph type="title"/>
          </p:nvPr>
        </p:nvSpPr>
        <p:spPr>
          <a:xfrm>
            <a:off x="514775" y="300700"/>
            <a:ext cx="8114400" cy="51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Implementation Timeline </a:t>
            </a:r>
            <a:endParaRPr/>
          </a:p>
        </p:txBody>
      </p:sp>
      <p:sp>
        <p:nvSpPr>
          <p:cNvPr id="2163" name="Google Shape;2163;p22"/>
          <p:cNvSpPr/>
          <p:nvPr/>
        </p:nvSpPr>
        <p:spPr>
          <a:xfrm>
            <a:off x="3069913" y="1460965"/>
            <a:ext cx="655200" cy="655200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4" name="Google Shape;2164;p22"/>
          <p:cNvSpPr/>
          <p:nvPr/>
        </p:nvSpPr>
        <p:spPr>
          <a:xfrm>
            <a:off x="5418988" y="1460965"/>
            <a:ext cx="655200" cy="655200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5" name="Google Shape;2165;p22"/>
          <p:cNvSpPr/>
          <p:nvPr/>
        </p:nvSpPr>
        <p:spPr>
          <a:xfrm>
            <a:off x="3069913" y="3643978"/>
            <a:ext cx="655200" cy="655200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6" name="Google Shape;2166;p22"/>
          <p:cNvSpPr/>
          <p:nvPr/>
        </p:nvSpPr>
        <p:spPr>
          <a:xfrm>
            <a:off x="5418988" y="3643978"/>
            <a:ext cx="655200" cy="655200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67" name="Google Shape;2167;p22"/>
          <p:cNvGrpSpPr/>
          <p:nvPr/>
        </p:nvGrpSpPr>
        <p:grpSpPr>
          <a:xfrm>
            <a:off x="3185974" y="1578736"/>
            <a:ext cx="423079" cy="419659"/>
            <a:chOff x="-2310650" y="3958175"/>
            <a:chExt cx="293825" cy="291450"/>
          </a:xfrm>
        </p:grpSpPr>
        <p:sp>
          <p:nvSpPr>
            <p:cNvPr id="2168" name="Google Shape;2168;p22"/>
            <p:cNvSpPr/>
            <p:nvPr/>
          </p:nvSpPr>
          <p:spPr>
            <a:xfrm>
              <a:off x="-2310650" y="3958175"/>
              <a:ext cx="185925" cy="118950"/>
            </a:xfrm>
            <a:custGeom>
              <a:avLst/>
              <a:gdLst/>
              <a:ahLst/>
              <a:cxnLst/>
              <a:rect l="l" t="t" r="r" b="b"/>
              <a:pathLst>
                <a:path w="7437" h="4758" extrusionOk="0">
                  <a:moveTo>
                    <a:pt x="1009" y="1"/>
                  </a:moveTo>
                  <a:cubicBezTo>
                    <a:pt x="474" y="1"/>
                    <a:pt x="1" y="474"/>
                    <a:pt x="1" y="1009"/>
                  </a:cubicBezTo>
                  <a:lnTo>
                    <a:pt x="1" y="2395"/>
                  </a:lnTo>
                  <a:cubicBezTo>
                    <a:pt x="1" y="2931"/>
                    <a:pt x="474" y="3372"/>
                    <a:pt x="1009" y="3372"/>
                  </a:cubicBezTo>
                  <a:lnTo>
                    <a:pt x="1356" y="3372"/>
                  </a:lnTo>
                  <a:lnTo>
                    <a:pt x="1356" y="4412"/>
                  </a:lnTo>
                  <a:cubicBezTo>
                    <a:pt x="1356" y="4618"/>
                    <a:pt x="1518" y="4757"/>
                    <a:pt x="1692" y="4757"/>
                  </a:cubicBezTo>
                  <a:cubicBezTo>
                    <a:pt x="1784" y="4757"/>
                    <a:pt x="1878" y="4719"/>
                    <a:pt x="1954" y="4632"/>
                  </a:cubicBezTo>
                  <a:lnTo>
                    <a:pt x="3214" y="3372"/>
                  </a:lnTo>
                  <a:lnTo>
                    <a:pt x="3403" y="3372"/>
                  </a:lnTo>
                  <a:lnTo>
                    <a:pt x="3403" y="2364"/>
                  </a:lnTo>
                  <a:cubicBezTo>
                    <a:pt x="3403" y="1419"/>
                    <a:pt x="4160" y="663"/>
                    <a:pt x="5105" y="663"/>
                  </a:cubicBezTo>
                  <a:lnTo>
                    <a:pt x="7436" y="663"/>
                  </a:lnTo>
                  <a:cubicBezTo>
                    <a:pt x="7279" y="253"/>
                    <a:pt x="6932" y="1"/>
                    <a:pt x="649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9" name="Google Shape;2169;p22"/>
            <p:cNvSpPr/>
            <p:nvPr/>
          </p:nvSpPr>
          <p:spPr>
            <a:xfrm>
              <a:off x="-2309075" y="3992050"/>
              <a:ext cx="292250" cy="257575"/>
            </a:xfrm>
            <a:custGeom>
              <a:avLst/>
              <a:gdLst/>
              <a:ahLst/>
              <a:cxnLst/>
              <a:rect l="l" t="t" r="r" b="b"/>
              <a:pathLst>
                <a:path w="11690" h="10303" extrusionOk="0">
                  <a:moveTo>
                    <a:pt x="5042" y="1"/>
                  </a:moveTo>
                  <a:cubicBezTo>
                    <a:pt x="4506" y="1"/>
                    <a:pt x="4034" y="473"/>
                    <a:pt x="4034" y="1040"/>
                  </a:cubicBezTo>
                  <a:lnTo>
                    <a:pt x="4034" y="2395"/>
                  </a:lnTo>
                  <a:cubicBezTo>
                    <a:pt x="4034" y="2962"/>
                    <a:pt x="4506" y="3435"/>
                    <a:pt x="5042" y="3435"/>
                  </a:cubicBezTo>
                  <a:lnTo>
                    <a:pt x="6964" y="3435"/>
                  </a:lnTo>
                  <a:lnTo>
                    <a:pt x="7814" y="4254"/>
                  </a:lnTo>
                  <a:cubicBezTo>
                    <a:pt x="7216" y="4537"/>
                    <a:pt x="6775" y="5136"/>
                    <a:pt x="6775" y="5829"/>
                  </a:cubicBezTo>
                  <a:cubicBezTo>
                    <a:pt x="6775" y="6270"/>
                    <a:pt x="6932" y="6680"/>
                    <a:pt x="7216" y="6932"/>
                  </a:cubicBezTo>
                  <a:cubicBezTo>
                    <a:pt x="6585" y="7089"/>
                    <a:pt x="6081" y="7499"/>
                    <a:pt x="5766" y="8034"/>
                  </a:cubicBezTo>
                  <a:cubicBezTo>
                    <a:pt x="5451" y="7499"/>
                    <a:pt x="4916" y="7089"/>
                    <a:pt x="4286" y="6932"/>
                  </a:cubicBezTo>
                  <a:cubicBezTo>
                    <a:pt x="4569" y="6617"/>
                    <a:pt x="4727" y="6270"/>
                    <a:pt x="4727" y="5829"/>
                  </a:cubicBezTo>
                  <a:cubicBezTo>
                    <a:pt x="4727" y="4884"/>
                    <a:pt x="3971" y="4159"/>
                    <a:pt x="3025" y="4159"/>
                  </a:cubicBezTo>
                  <a:cubicBezTo>
                    <a:pt x="2080" y="4159"/>
                    <a:pt x="1356" y="4884"/>
                    <a:pt x="1356" y="5829"/>
                  </a:cubicBezTo>
                  <a:cubicBezTo>
                    <a:pt x="1356" y="6270"/>
                    <a:pt x="1513" y="6680"/>
                    <a:pt x="1765" y="6932"/>
                  </a:cubicBezTo>
                  <a:cubicBezTo>
                    <a:pt x="757" y="7215"/>
                    <a:pt x="1" y="8129"/>
                    <a:pt x="1" y="9263"/>
                  </a:cubicBezTo>
                  <a:lnTo>
                    <a:pt x="1" y="9925"/>
                  </a:lnTo>
                  <a:cubicBezTo>
                    <a:pt x="1" y="10145"/>
                    <a:pt x="158" y="10303"/>
                    <a:pt x="348" y="10303"/>
                  </a:cubicBezTo>
                  <a:lnTo>
                    <a:pt x="11343" y="10303"/>
                  </a:lnTo>
                  <a:cubicBezTo>
                    <a:pt x="11532" y="10303"/>
                    <a:pt x="11689" y="10145"/>
                    <a:pt x="11689" y="9925"/>
                  </a:cubicBezTo>
                  <a:lnTo>
                    <a:pt x="11689" y="9263"/>
                  </a:lnTo>
                  <a:cubicBezTo>
                    <a:pt x="11689" y="8160"/>
                    <a:pt x="10965" y="7215"/>
                    <a:pt x="9925" y="6932"/>
                  </a:cubicBezTo>
                  <a:cubicBezTo>
                    <a:pt x="10209" y="6617"/>
                    <a:pt x="10366" y="6270"/>
                    <a:pt x="10366" y="5829"/>
                  </a:cubicBezTo>
                  <a:cubicBezTo>
                    <a:pt x="10366" y="5010"/>
                    <a:pt x="9767" y="4317"/>
                    <a:pt x="8980" y="4159"/>
                  </a:cubicBezTo>
                  <a:lnTo>
                    <a:pt x="8980" y="3435"/>
                  </a:lnTo>
                  <a:lnTo>
                    <a:pt x="10555" y="3435"/>
                  </a:lnTo>
                  <a:cubicBezTo>
                    <a:pt x="11122" y="3435"/>
                    <a:pt x="11595" y="2962"/>
                    <a:pt x="11595" y="2395"/>
                  </a:cubicBezTo>
                  <a:lnTo>
                    <a:pt x="11595" y="1040"/>
                  </a:lnTo>
                  <a:cubicBezTo>
                    <a:pt x="11595" y="473"/>
                    <a:pt x="11122" y="1"/>
                    <a:pt x="1055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70" name="Google Shape;2170;p22"/>
          <p:cNvGrpSpPr/>
          <p:nvPr/>
        </p:nvGrpSpPr>
        <p:grpSpPr>
          <a:xfrm>
            <a:off x="3187378" y="3811191"/>
            <a:ext cx="420271" cy="320774"/>
            <a:chOff x="-1951475" y="3273100"/>
            <a:chExt cx="291875" cy="222775"/>
          </a:xfrm>
        </p:grpSpPr>
        <p:sp>
          <p:nvSpPr>
            <p:cNvPr id="2171" name="Google Shape;2171;p22"/>
            <p:cNvSpPr/>
            <p:nvPr/>
          </p:nvSpPr>
          <p:spPr>
            <a:xfrm>
              <a:off x="-1951475" y="3325050"/>
              <a:ext cx="51225" cy="119250"/>
            </a:xfrm>
            <a:custGeom>
              <a:avLst/>
              <a:gdLst/>
              <a:ahLst/>
              <a:cxnLst/>
              <a:rect l="l" t="t" r="r" b="b"/>
              <a:pathLst>
                <a:path w="2049" h="4770" extrusionOk="0">
                  <a:moveTo>
                    <a:pt x="1033" y="0"/>
                  </a:moveTo>
                  <a:cubicBezTo>
                    <a:pt x="518" y="0"/>
                    <a:pt x="0" y="339"/>
                    <a:pt x="0" y="1004"/>
                  </a:cubicBezTo>
                  <a:lnTo>
                    <a:pt x="0" y="3777"/>
                  </a:lnTo>
                  <a:cubicBezTo>
                    <a:pt x="0" y="4438"/>
                    <a:pt x="512" y="4769"/>
                    <a:pt x="1024" y="4769"/>
                  </a:cubicBezTo>
                  <a:cubicBezTo>
                    <a:pt x="1536" y="4769"/>
                    <a:pt x="2048" y="4438"/>
                    <a:pt x="2048" y="3777"/>
                  </a:cubicBezTo>
                  <a:lnTo>
                    <a:pt x="2048" y="1004"/>
                  </a:lnTo>
                  <a:cubicBezTo>
                    <a:pt x="2048" y="331"/>
                    <a:pt x="1542" y="0"/>
                    <a:pt x="103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2" name="Google Shape;2172;p22"/>
            <p:cNvSpPr/>
            <p:nvPr/>
          </p:nvSpPr>
          <p:spPr>
            <a:xfrm>
              <a:off x="-1711250" y="3273100"/>
              <a:ext cx="51650" cy="221725"/>
            </a:xfrm>
            <a:custGeom>
              <a:avLst/>
              <a:gdLst/>
              <a:ahLst/>
              <a:cxnLst/>
              <a:rect l="l" t="t" r="r" b="b"/>
              <a:pathLst>
                <a:path w="2066" h="8869" extrusionOk="0">
                  <a:moveTo>
                    <a:pt x="1027" y="0"/>
                  </a:moveTo>
                  <a:cubicBezTo>
                    <a:pt x="608" y="0"/>
                    <a:pt x="186" y="229"/>
                    <a:pt x="32" y="719"/>
                  </a:cubicBezTo>
                  <a:cubicBezTo>
                    <a:pt x="0" y="814"/>
                    <a:pt x="0" y="940"/>
                    <a:pt x="0" y="1003"/>
                  </a:cubicBezTo>
                  <a:lnTo>
                    <a:pt x="0" y="7871"/>
                  </a:lnTo>
                  <a:cubicBezTo>
                    <a:pt x="0" y="7934"/>
                    <a:pt x="0" y="8060"/>
                    <a:pt x="32" y="8123"/>
                  </a:cubicBezTo>
                  <a:cubicBezTo>
                    <a:pt x="173" y="8632"/>
                    <a:pt x="594" y="8869"/>
                    <a:pt x="1015" y="8869"/>
                  </a:cubicBezTo>
                  <a:cubicBezTo>
                    <a:pt x="1532" y="8869"/>
                    <a:pt x="2048" y="8513"/>
                    <a:pt x="2048" y="7871"/>
                  </a:cubicBezTo>
                  <a:lnTo>
                    <a:pt x="2048" y="1003"/>
                  </a:lnTo>
                  <a:cubicBezTo>
                    <a:pt x="2066" y="356"/>
                    <a:pt x="1549" y="0"/>
                    <a:pt x="10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3" name="Google Shape;2173;p22"/>
            <p:cNvSpPr/>
            <p:nvPr/>
          </p:nvSpPr>
          <p:spPr>
            <a:xfrm>
              <a:off x="-1886900" y="3296575"/>
              <a:ext cx="156775" cy="199300"/>
            </a:xfrm>
            <a:custGeom>
              <a:avLst/>
              <a:gdLst/>
              <a:ahLst/>
              <a:cxnLst/>
              <a:rect l="l" t="t" r="r" b="b"/>
              <a:pathLst>
                <a:path w="6271" h="7972" extrusionOk="0">
                  <a:moveTo>
                    <a:pt x="851" y="5672"/>
                  </a:moveTo>
                  <a:lnTo>
                    <a:pt x="3466" y="6333"/>
                  </a:lnTo>
                  <a:cubicBezTo>
                    <a:pt x="3277" y="6869"/>
                    <a:pt x="2773" y="7279"/>
                    <a:pt x="2174" y="7279"/>
                  </a:cubicBezTo>
                  <a:cubicBezTo>
                    <a:pt x="1418" y="7279"/>
                    <a:pt x="788" y="6648"/>
                    <a:pt x="788" y="5892"/>
                  </a:cubicBezTo>
                  <a:cubicBezTo>
                    <a:pt x="851" y="5798"/>
                    <a:pt x="851" y="5735"/>
                    <a:pt x="851" y="5672"/>
                  </a:cubicBezTo>
                  <a:close/>
                  <a:moveTo>
                    <a:pt x="6270" y="1"/>
                  </a:moveTo>
                  <a:lnTo>
                    <a:pt x="1" y="1576"/>
                  </a:lnTo>
                  <a:cubicBezTo>
                    <a:pt x="95" y="1734"/>
                    <a:pt x="127" y="1923"/>
                    <a:pt x="127" y="2143"/>
                  </a:cubicBezTo>
                  <a:lnTo>
                    <a:pt x="127" y="4916"/>
                  </a:lnTo>
                  <a:cubicBezTo>
                    <a:pt x="127" y="5105"/>
                    <a:pt x="95" y="5294"/>
                    <a:pt x="1" y="5514"/>
                  </a:cubicBezTo>
                  <a:lnTo>
                    <a:pt x="158" y="5546"/>
                  </a:lnTo>
                  <a:cubicBezTo>
                    <a:pt x="127" y="5672"/>
                    <a:pt x="127" y="5829"/>
                    <a:pt x="127" y="5924"/>
                  </a:cubicBezTo>
                  <a:cubicBezTo>
                    <a:pt x="127" y="7090"/>
                    <a:pt x="1040" y="7972"/>
                    <a:pt x="2174" y="7972"/>
                  </a:cubicBezTo>
                  <a:cubicBezTo>
                    <a:pt x="3120" y="7972"/>
                    <a:pt x="3907" y="7405"/>
                    <a:pt x="4159" y="6522"/>
                  </a:cubicBezTo>
                  <a:lnTo>
                    <a:pt x="6270" y="7090"/>
                  </a:lnTo>
                  <a:lnTo>
                    <a:pt x="6270" y="5672"/>
                  </a:lnTo>
                  <a:lnTo>
                    <a:pt x="6270" y="2238"/>
                  </a:lnTo>
                  <a:lnTo>
                    <a:pt x="627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74" name="Google Shape;2174;p22"/>
          <p:cNvGrpSpPr/>
          <p:nvPr/>
        </p:nvGrpSpPr>
        <p:grpSpPr>
          <a:xfrm>
            <a:off x="5533933" y="3761748"/>
            <a:ext cx="425310" cy="419659"/>
            <a:chOff x="-1951475" y="3597450"/>
            <a:chExt cx="295375" cy="291450"/>
          </a:xfrm>
        </p:grpSpPr>
        <p:sp>
          <p:nvSpPr>
            <p:cNvPr id="2175" name="Google Shape;2175;p22"/>
            <p:cNvSpPr/>
            <p:nvPr/>
          </p:nvSpPr>
          <p:spPr>
            <a:xfrm>
              <a:off x="-1951475" y="3597450"/>
              <a:ext cx="170925" cy="34675"/>
            </a:xfrm>
            <a:custGeom>
              <a:avLst/>
              <a:gdLst/>
              <a:ahLst/>
              <a:cxnLst/>
              <a:rect l="l" t="t" r="r" b="b"/>
              <a:pathLst>
                <a:path w="6837" h="1387" extrusionOk="0">
                  <a:moveTo>
                    <a:pt x="1008" y="1"/>
                  </a:moveTo>
                  <a:cubicBezTo>
                    <a:pt x="473" y="1"/>
                    <a:pt x="0" y="473"/>
                    <a:pt x="0" y="1040"/>
                  </a:cubicBezTo>
                  <a:lnTo>
                    <a:pt x="0" y="1387"/>
                  </a:lnTo>
                  <a:lnTo>
                    <a:pt x="6837" y="1387"/>
                  </a:lnTo>
                  <a:lnTo>
                    <a:pt x="6837" y="1040"/>
                  </a:lnTo>
                  <a:cubicBezTo>
                    <a:pt x="6837" y="473"/>
                    <a:pt x="6364" y="1"/>
                    <a:pt x="582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6" name="Google Shape;2176;p22"/>
            <p:cNvSpPr/>
            <p:nvPr/>
          </p:nvSpPr>
          <p:spPr>
            <a:xfrm>
              <a:off x="-1949900" y="3648650"/>
              <a:ext cx="171725" cy="173300"/>
            </a:xfrm>
            <a:custGeom>
              <a:avLst/>
              <a:gdLst/>
              <a:ahLst/>
              <a:cxnLst/>
              <a:rect l="l" t="t" r="r" b="b"/>
              <a:pathLst>
                <a:path w="6869" h="6932" extrusionOk="0">
                  <a:moveTo>
                    <a:pt x="0" y="1"/>
                  </a:moveTo>
                  <a:lnTo>
                    <a:pt x="0" y="6932"/>
                  </a:lnTo>
                  <a:lnTo>
                    <a:pt x="2426" y="6932"/>
                  </a:lnTo>
                  <a:cubicBezTo>
                    <a:pt x="2521" y="6585"/>
                    <a:pt x="2836" y="6333"/>
                    <a:pt x="3245" y="6270"/>
                  </a:cubicBezTo>
                  <a:lnTo>
                    <a:pt x="1166" y="4191"/>
                  </a:lnTo>
                  <a:cubicBezTo>
                    <a:pt x="693" y="3718"/>
                    <a:pt x="693" y="2962"/>
                    <a:pt x="1166" y="2489"/>
                  </a:cubicBezTo>
                  <a:cubicBezTo>
                    <a:pt x="1386" y="2237"/>
                    <a:pt x="1670" y="2143"/>
                    <a:pt x="2017" y="2143"/>
                  </a:cubicBezTo>
                  <a:cubicBezTo>
                    <a:pt x="2363" y="2143"/>
                    <a:pt x="2647" y="2237"/>
                    <a:pt x="2899" y="2489"/>
                  </a:cubicBezTo>
                  <a:lnTo>
                    <a:pt x="3560" y="3151"/>
                  </a:lnTo>
                  <a:cubicBezTo>
                    <a:pt x="3592" y="2994"/>
                    <a:pt x="3718" y="2836"/>
                    <a:pt x="3844" y="2710"/>
                  </a:cubicBezTo>
                  <a:cubicBezTo>
                    <a:pt x="4064" y="2489"/>
                    <a:pt x="4348" y="2363"/>
                    <a:pt x="4694" y="2363"/>
                  </a:cubicBezTo>
                  <a:cubicBezTo>
                    <a:pt x="4694" y="2048"/>
                    <a:pt x="4820" y="1733"/>
                    <a:pt x="5041" y="1513"/>
                  </a:cubicBezTo>
                  <a:cubicBezTo>
                    <a:pt x="5293" y="1261"/>
                    <a:pt x="5577" y="1135"/>
                    <a:pt x="5923" y="1135"/>
                  </a:cubicBezTo>
                  <a:cubicBezTo>
                    <a:pt x="6112" y="1135"/>
                    <a:pt x="6301" y="1198"/>
                    <a:pt x="6459" y="1261"/>
                  </a:cubicBezTo>
                  <a:cubicBezTo>
                    <a:pt x="6522" y="1072"/>
                    <a:pt x="6616" y="914"/>
                    <a:pt x="6774" y="757"/>
                  </a:cubicBezTo>
                  <a:lnTo>
                    <a:pt x="6868" y="662"/>
                  </a:lnTo>
                  <a:lnTo>
                    <a:pt x="686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7" name="Google Shape;2177;p22"/>
            <p:cNvSpPr/>
            <p:nvPr/>
          </p:nvSpPr>
          <p:spPr>
            <a:xfrm>
              <a:off x="-1951475" y="3838475"/>
              <a:ext cx="170925" cy="50425"/>
            </a:xfrm>
            <a:custGeom>
              <a:avLst/>
              <a:gdLst/>
              <a:ahLst/>
              <a:cxnLst/>
              <a:rect l="l" t="t" r="r" b="b"/>
              <a:pathLst>
                <a:path w="6837" h="2017" extrusionOk="0">
                  <a:moveTo>
                    <a:pt x="0" y="0"/>
                  </a:moveTo>
                  <a:lnTo>
                    <a:pt x="0" y="1008"/>
                  </a:lnTo>
                  <a:cubicBezTo>
                    <a:pt x="0" y="1544"/>
                    <a:pt x="473" y="2017"/>
                    <a:pt x="1008" y="2017"/>
                  </a:cubicBezTo>
                  <a:lnTo>
                    <a:pt x="5829" y="2017"/>
                  </a:lnTo>
                  <a:cubicBezTo>
                    <a:pt x="6333" y="2017"/>
                    <a:pt x="6774" y="1670"/>
                    <a:pt x="6837" y="1166"/>
                  </a:cubicBezTo>
                  <a:lnTo>
                    <a:pt x="6679" y="1071"/>
                  </a:lnTo>
                  <a:lnTo>
                    <a:pt x="3466" y="1071"/>
                  </a:lnTo>
                  <a:cubicBezTo>
                    <a:pt x="2867" y="1071"/>
                    <a:pt x="2363" y="599"/>
                    <a:pt x="226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8" name="Google Shape;2178;p22"/>
            <p:cNvSpPr/>
            <p:nvPr/>
          </p:nvSpPr>
          <p:spPr>
            <a:xfrm>
              <a:off x="-1912900" y="3675825"/>
              <a:ext cx="256800" cy="202825"/>
            </a:xfrm>
            <a:custGeom>
              <a:avLst/>
              <a:gdLst/>
              <a:ahLst/>
              <a:cxnLst/>
              <a:rect l="l" t="t" r="r" b="b"/>
              <a:pathLst>
                <a:path w="10272" h="8113" extrusionOk="0">
                  <a:moveTo>
                    <a:pt x="6085" y="0"/>
                  </a:moveTo>
                  <a:cubicBezTo>
                    <a:pt x="5955" y="0"/>
                    <a:pt x="5829" y="48"/>
                    <a:pt x="5735" y="142"/>
                  </a:cubicBezTo>
                  <a:cubicBezTo>
                    <a:pt x="5546" y="331"/>
                    <a:pt x="5546" y="646"/>
                    <a:pt x="5735" y="835"/>
                  </a:cubicBezTo>
                  <a:lnTo>
                    <a:pt x="6081" y="1213"/>
                  </a:lnTo>
                  <a:cubicBezTo>
                    <a:pt x="6207" y="1308"/>
                    <a:pt x="6207" y="1560"/>
                    <a:pt x="6081" y="1655"/>
                  </a:cubicBezTo>
                  <a:cubicBezTo>
                    <a:pt x="6034" y="1718"/>
                    <a:pt x="5948" y="1749"/>
                    <a:pt x="5857" y="1749"/>
                  </a:cubicBezTo>
                  <a:cubicBezTo>
                    <a:pt x="5766" y="1749"/>
                    <a:pt x="5672" y="1718"/>
                    <a:pt x="5609" y="1655"/>
                  </a:cubicBezTo>
                  <a:lnTo>
                    <a:pt x="4758" y="804"/>
                  </a:lnTo>
                  <a:cubicBezTo>
                    <a:pt x="4664" y="709"/>
                    <a:pt x="4538" y="662"/>
                    <a:pt x="4408" y="662"/>
                  </a:cubicBezTo>
                  <a:cubicBezTo>
                    <a:pt x="4278" y="662"/>
                    <a:pt x="4144" y="709"/>
                    <a:pt x="4034" y="804"/>
                  </a:cubicBezTo>
                  <a:cubicBezTo>
                    <a:pt x="3845" y="993"/>
                    <a:pt x="3845" y="1308"/>
                    <a:pt x="4034" y="1528"/>
                  </a:cubicBezTo>
                  <a:cubicBezTo>
                    <a:pt x="4034" y="1655"/>
                    <a:pt x="4884" y="2505"/>
                    <a:pt x="4821" y="2505"/>
                  </a:cubicBezTo>
                  <a:cubicBezTo>
                    <a:pt x="4947" y="2631"/>
                    <a:pt x="4947" y="2852"/>
                    <a:pt x="4821" y="2978"/>
                  </a:cubicBezTo>
                  <a:cubicBezTo>
                    <a:pt x="4774" y="3041"/>
                    <a:pt x="4687" y="3072"/>
                    <a:pt x="4601" y="3072"/>
                  </a:cubicBezTo>
                  <a:cubicBezTo>
                    <a:pt x="4514" y="3072"/>
                    <a:pt x="4427" y="3041"/>
                    <a:pt x="4380" y="2978"/>
                  </a:cubicBezTo>
                  <a:lnTo>
                    <a:pt x="3498" y="2096"/>
                  </a:lnTo>
                  <a:cubicBezTo>
                    <a:pt x="3403" y="2001"/>
                    <a:pt x="3277" y="1954"/>
                    <a:pt x="3151" y="1954"/>
                  </a:cubicBezTo>
                  <a:cubicBezTo>
                    <a:pt x="3025" y="1954"/>
                    <a:pt x="2899" y="2001"/>
                    <a:pt x="2805" y="2096"/>
                  </a:cubicBezTo>
                  <a:cubicBezTo>
                    <a:pt x="2584" y="2316"/>
                    <a:pt x="2584" y="2631"/>
                    <a:pt x="2805" y="2820"/>
                  </a:cubicBezTo>
                  <a:lnTo>
                    <a:pt x="3656" y="3671"/>
                  </a:lnTo>
                  <a:cubicBezTo>
                    <a:pt x="3782" y="3797"/>
                    <a:pt x="3782" y="4017"/>
                    <a:pt x="3656" y="4143"/>
                  </a:cubicBezTo>
                  <a:cubicBezTo>
                    <a:pt x="3593" y="4206"/>
                    <a:pt x="3506" y="4238"/>
                    <a:pt x="3419" y="4238"/>
                  </a:cubicBezTo>
                  <a:cubicBezTo>
                    <a:pt x="3333" y="4238"/>
                    <a:pt x="3246" y="4206"/>
                    <a:pt x="3183" y="4143"/>
                  </a:cubicBezTo>
                  <a:lnTo>
                    <a:pt x="883" y="1875"/>
                  </a:lnTo>
                  <a:cubicBezTo>
                    <a:pt x="789" y="1765"/>
                    <a:pt x="663" y="1710"/>
                    <a:pt x="537" y="1710"/>
                  </a:cubicBezTo>
                  <a:cubicBezTo>
                    <a:pt x="411" y="1710"/>
                    <a:pt x="284" y="1765"/>
                    <a:pt x="190" y="1875"/>
                  </a:cubicBezTo>
                  <a:cubicBezTo>
                    <a:pt x="1" y="2064"/>
                    <a:pt x="1" y="2379"/>
                    <a:pt x="190" y="2568"/>
                  </a:cubicBezTo>
                  <a:lnTo>
                    <a:pt x="1797" y="4206"/>
                  </a:lnTo>
                  <a:lnTo>
                    <a:pt x="3403" y="5845"/>
                  </a:lnTo>
                  <a:lnTo>
                    <a:pt x="1954" y="5845"/>
                  </a:lnTo>
                  <a:cubicBezTo>
                    <a:pt x="1671" y="5845"/>
                    <a:pt x="1450" y="6097"/>
                    <a:pt x="1450" y="6349"/>
                  </a:cubicBezTo>
                  <a:cubicBezTo>
                    <a:pt x="1450" y="6632"/>
                    <a:pt x="1671" y="6884"/>
                    <a:pt x="1954" y="6884"/>
                  </a:cubicBezTo>
                  <a:lnTo>
                    <a:pt x="5451" y="6884"/>
                  </a:lnTo>
                  <a:cubicBezTo>
                    <a:pt x="5514" y="6916"/>
                    <a:pt x="6491" y="7829"/>
                    <a:pt x="6491" y="7829"/>
                  </a:cubicBezTo>
                  <a:cubicBezTo>
                    <a:pt x="6680" y="8018"/>
                    <a:pt x="6948" y="8113"/>
                    <a:pt x="7216" y="8113"/>
                  </a:cubicBezTo>
                  <a:cubicBezTo>
                    <a:pt x="7483" y="8113"/>
                    <a:pt x="7751" y="8018"/>
                    <a:pt x="7940" y="7829"/>
                  </a:cubicBezTo>
                  <a:lnTo>
                    <a:pt x="9862" y="5876"/>
                  </a:lnTo>
                  <a:cubicBezTo>
                    <a:pt x="10272" y="5498"/>
                    <a:pt x="10272" y="4836"/>
                    <a:pt x="9862" y="4427"/>
                  </a:cubicBezTo>
                  <a:lnTo>
                    <a:pt x="9452" y="3986"/>
                  </a:lnTo>
                  <a:cubicBezTo>
                    <a:pt x="9326" y="3608"/>
                    <a:pt x="9043" y="3198"/>
                    <a:pt x="8822" y="2820"/>
                  </a:cubicBezTo>
                  <a:cubicBezTo>
                    <a:pt x="8570" y="2411"/>
                    <a:pt x="8350" y="2064"/>
                    <a:pt x="8035" y="1718"/>
                  </a:cubicBezTo>
                  <a:lnTo>
                    <a:pt x="6459" y="142"/>
                  </a:lnTo>
                  <a:cubicBezTo>
                    <a:pt x="6349" y="48"/>
                    <a:pt x="6215" y="0"/>
                    <a:pt x="608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79" name="Google Shape;2179;p22"/>
          <p:cNvGrpSpPr/>
          <p:nvPr/>
        </p:nvGrpSpPr>
        <p:grpSpPr>
          <a:xfrm>
            <a:off x="5524286" y="1578736"/>
            <a:ext cx="444605" cy="419659"/>
            <a:chOff x="-1960150" y="3956600"/>
            <a:chExt cx="308775" cy="291450"/>
          </a:xfrm>
        </p:grpSpPr>
        <p:sp>
          <p:nvSpPr>
            <p:cNvPr id="2180" name="Google Shape;2180;p22"/>
            <p:cNvSpPr/>
            <p:nvPr/>
          </p:nvSpPr>
          <p:spPr>
            <a:xfrm>
              <a:off x="-1960150" y="3956600"/>
              <a:ext cx="308775" cy="51275"/>
            </a:xfrm>
            <a:custGeom>
              <a:avLst/>
              <a:gdLst/>
              <a:ahLst/>
              <a:cxnLst/>
              <a:rect l="l" t="t" r="r" b="b"/>
              <a:pathLst>
                <a:path w="12351" h="2051" extrusionOk="0">
                  <a:moveTo>
                    <a:pt x="1355" y="1"/>
                  </a:moveTo>
                  <a:cubicBezTo>
                    <a:pt x="1" y="1"/>
                    <a:pt x="32" y="2049"/>
                    <a:pt x="1355" y="2049"/>
                  </a:cubicBezTo>
                  <a:lnTo>
                    <a:pt x="11027" y="2049"/>
                  </a:lnTo>
                  <a:cubicBezTo>
                    <a:pt x="11047" y="2050"/>
                    <a:pt x="11066" y="2050"/>
                    <a:pt x="11085" y="2050"/>
                  </a:cubicBezTo>
                  <a:cubicBezTo>
                    <a:pt x="12350" y="2050"/>
                    <a:pt x="12331" y="1"/>
                    <a:pt x="1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1" name="Google Shape;2181;p22"/>
            <p:cNvSpPr/>
            <p:nvPr/>
          </p:nvSpPr>
          <p:spPr>
            <a:xfrm>
              <a:off x="-1934950" y="4025925"/>
              <a:ext cx="256000" cy="222125"/>
            </a:xfrm>
            <a:custGeom>
              <a:avLst/>
              <a:gdLst/>
              <a:ahLst/>
              <a:cxnLst/>
              <a:rect l="l" t="t" r="r" b="b"/>
              <a:pathLst>
                <a:path w="10240" h="8885" extrusionOk="0">
                  <a:moveTo>
                    <a:pt x="8570" y="756"/>
                  </a:moveTo>
                  <a:cubicBezTo>
                    <a:pt x="8759" y="756"/>
                    <a:pt x="8917" y="914"/>
                    <a:pt x="8917" y="1103"/>
                  </a:cubicBezTo>
                  <a:lnTo>
                    <a:pt x="8917" y="1765"/>
                  </a:lnTo>
                  <a:cubicBezTo>
                    <a:pt x="8917" y="1995"/>
                    <a:pt x="8737" y="2116"/>
                    <a:pt x="8558" y="2116"/>
                  </a:cubicBezTo>
                  <a:cubicBezTo>
                    <a:pt x="8419" y="2116"/>
                    <a:pt x="8279" y="2042"/>
                    <a:pt x="8224" y="1891"/>
                  </a:cubicBezTo>
                  <a:lnTo>
                    <a:pt x="6081" y="4065"/>
                  </a:lnTo>
                  <a:cubicBezTo>
                    <a:pt x="6018" y="4112"/>
                    <a:pt x="5924" y="4135"/>
                    <a:pt x="5833" y="4135"/>
                  </a:cubicBezTo>
                  <a:cubicBezTo>
                    <a:pt x="5743" y="4135"/>
                    <a:pt x="5656" y="4112"/>
                    <a:pt x="5609" y="4065"/>
                  </a:cubicBezTo>
                  <a:lnTo>
                    <a:pt x="3781" y="2237"/>
                  </a:lnTo>
                  <a:lnTo>
                    <a:pt x="1986" y="4065"/>
                  </a:lnTo>
                  <a:cubicBezTo>
                    <a:pt x="1912" y="4138"/>
                    <a:pt x="1831" y="4168"/>
                    <a:pt x="1752" y="4168"/>
                  </a:cubicBezTo>
                  <a:cubicBezTo>
                    <a:pt x="1493" y="4168"/>
                    <a:pt x="1271" y="3834"/>
                    <a:pt x="1513" y="3592"/>
                  </a:cubicBezTo>
                  <a:lnTo>
                    <a:pt x="3561" y="1544"/>
                  </a:lnTo>
                  <a:cubicBezTo>
                    <a:pt x="3624" y="1481"/>
                    <a:pt x="3711" y="1450"/>
                    <a:pt x="3797" y="1450"/>
                  </a:cubicBezTo>
                  <a:cubicBezTo>
                    <a:pt x="3884" y="1450"/>
                    <a:pt x="3970" y="1481"/>
                    <a:pt x="4033" y="1544"/>
                  </a:cubicBezTo>
                  <a:lnTo>
                    <a:pt x="5829" y="3340"/>
                  </a:lnTo>
                  <a:lnTo>
                    <a:pt x="7783" y="1418"/>
                  </a:lnTo>
                  <a:cubicBezTo>
                    <a:pt x="7404" y="1292"/>
                    <a:pt x="7499" y="756"/>
                    <a:pt x="7877" y="756"/>
                  </a:cubicBezTo>
                  <a:close/>
                  <a:moveTo>
                    <a:pt x="5136" y="7562"/>
                  </a:moveTo>
                  <a:cubicBezTo>
                    <a:pt x="5325" y="7562"/>
                    <a:pt x="5483" y="7719"/>
                    <a:pt x="5483" y="7908"/>
                  </a:cubicBezTo>
                  <a:cubicBezTo>
                    <a:pt x="5483" y="8097"/>
                    <a:pt x="5325" y="8255"/>
                    <a:pt x="5136" y="8255"/>
                  </a:cubicBezTo>
                  <a:cubicBezTo>
                    <a:pt x="4916" y="8255"/>
                    <a:pt x="4758" y="8097"/>
                    <a:pt x="4758" y="7908"/>
                  </a:cubicBezTo>
                  <a:cubicBezTo>
                    <a:pt x="4758" y="7719"/>
                    <a:pt x="4916" y="7562"/>
                    <a:pt x="5136" y="7562"/>
                  </a:cubicBezTo>
                  <a:close/>
                  <a:moveTo>
                    <a:pt x="1" y="0"/>
                  </a:moveTo>
                  <a:lnTo>
                    <a:pt x="1" y="5167"/>
                  </a:lnTo>
                  <a:cubicBezTo>
                    <a:pt x="1" y="5703"/>
                    <a:pt x="442" y="6175"/>
                    <a:pt x="1040" y="6175"/>
                  </a:cubicBezTo>
                  <a:lnTo>
                    <a:pt x="4758" y="6175"/>
                  </a:lnTo>
                  <a:lnTo>
                    <a:pt x="4758" y="6931"/>
                  </a:lnTo>
                  <a:cubicBezTo>
                    <a:pt x="4380" y="7089"/>
                    <a:pt x="4096" y="7436"/>
                    <a:pt x="4096" y="7877"/>
                  </a:cubicBezTo>
                  <a:cubicBezTo>
                    <a:pt x="4096" y="8412"/>
                    <a:pt x="4569" y="8885"/>
                    <a:pt x="5136" y="8885"/>
                  </a:cubicBezTo>
                  <a:cubicBezTo>
                    <a:pt x="5672" y="8885"/>
                    <a:pt x="6144" y="8412"/>
                    <a:pt x="6144" y="7877"/>
                  </a:cubicBezTo>
                  <a:cubicBezTo>
                    <a:pt x="6144" y="7436"/>
                    <a:pt x="5861" y="7057"/>
                    <a:pt x="5483" y="6931"/>
                  </a:cubicBezTo>
                  <a:lnTo>
                    <a:pt x="5483" y="6175"/>
                  </a:lnTo>
                  <a:lnTo>
                    <a:pt x="9232" y="6175"/>
                  </a:lnTo>
                  <a:cubicBezTo>
                    <a:pt x="9767" y="6175"/>
                    <a:pt x="10240" y="5703"/>
                    <a:pt x="10240" y="5167"/>
                  </a:cubicBezTo>
                  <a:lnTo>
                    <a:pt x="10240" y="0"/>
                  </a:lnTo>
                  <a:cubicBezTo>
                    <a:pt x="10114" y="32"/>
                    <a:pt x="10019" y="32"/>
                    <a:pt x="9893" y="32"/>
                  </a:cubicBezTo>
                  <a:lnTo>
                    <a:pt x="347" y="32"/>
                  </a:lnTo>
                  <a:cubicBezTo>
                    <a:pt x="253" y="32"/>
                    <a:pt x="127" y="32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82" name="Google Shape;2182;p22"/>
          <p:cNvGrpSpPr/>
          <p:nvPr/>
        </p:nvGrpSpPr>
        <p:grpSpPr>
          <a:xfrm>
            <a:off x="457225" y="1012125"/>
            <a:ext cx="2044504" cy="1167425"/>
            <a:chOff x="281703" y="935874"/>
            <a:chExt cx="2337912" cy="1167425"/>
          </a:xfrm>
        </p:grpSpPr>
        <p:sp>
          <p:nvSpPr>
            <p:cNvPr id="2148" name="Google Shape;2148;p22"/>
            <p:cNvSpPr txBox="1"/>
            <p:nvPr/>
          </p:nvSpPr>
          <p:spPr>
            <a:xfrm>
              <a:off x="281703" y="1448099"/>
              <a:ext cx="2337900" cy="655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Requirements analysis, Data preprocessing and graph construction modules 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83" name="Google Shape;2183;p22"/>
            <p:cNvSpPr txBox="1"/>
            <p:nvPr/>
          </p:nvSpPr>
          <p:spPr>
            <a:xfrm>
              <a:off x="281715" y="935874"/>
              <a:ext cx="2337900" cy="31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2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Week 1-2</a:t>
              </a:r>
              <a:endParaRPr sz="180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2184" name="Google Shape;2184;p22"/>
          <p:cNvGrpSpPr/>
          <p:nvPr/>
        </p:nvGrpSpPr>
        <p:grpSpPr>
          <a:xfrm>
            <a:off x="6642277" y="1012113"/>
            <a:ext cx="2044504" cy="1104062"/>
            <a:chOff x="6642251" y="935913"/>
            <a:chExt cx="2044504" cy="1104062"/>
          </a:xfrm>
        </p:grpSpPr>
        <p:sp>
          <p:nvSpPr>
            <p:cNvPr id="2156" name="Google Shape;2156;p22"/>
            <p:cNvSpPr txBox="1"/>
            <p:nvPr/>
          </p:nvSpPr>
          <p:spPr>
            <a:xfrm>
              <a:off x="6642251" y="1384775"/>
              <a:ext cx="2044500" cy="655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Distributed system architecture design GNN model implementation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85" name="Google Shape;2185;p22"/>
            <p:cNvSpPr txBox="1"/>
            <p:nvPr/>
          </p:nvSpPr>
          <p:spPr>
            <a:xfrm>
              <a:off x="6642255" y="935913"/>
              <a:ext cx="2044500" cy="31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2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Week 3-4</a:t>
              </a:r>
              <a:endParaRPr sz="180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2186" name="Google Shape;2186;p22"/>
          <p:cNvGrpSpPr/>
          <p:nvPr/>
        </p:nvGrpSpPr>
        <p:grpSpPr>
          <a:xfrm>
            <a:off x="457219" y="3491121"/>
            <a:ext cx="2044506" cy="1381176"/>
            <a:chOff x="457193" y="3414921"/>
            <a:chExt cx="2044506" cy="1381176"/>
          </a:xfrm>
        </p:grpSpPr>
        <p:sp>
          <p:nvSpPr>
            <p:cNvPr id="2187" name="Google Shape;2187;p22"/>
            <p:cNvSpPr txBox="1"/>
            <p:nvPr/>
          </p:nvSpPr>
          <p:spPr>
            <a:xfrm>
              <a:off x="457199" y="3728697"/>
              <a:ext cx="2044500" cy="106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Full graph replication and compression system Distributed training with gradient synchronization Feature storage backend and API development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52" name="Google Shape;2152;p22"/>
            <p:cNvSpPr txBox="1"/>
            <p:nvPr/>
          </p:nvSpPr>
          <p:spPr>
            <a:xfrm>
              <a:off x="457193" y="3414921"/>
              <a:ext cx="2044500" cy="31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2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Week 5-6</a:t>
              </a:r>
              <a:endParaRPr sz="180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2188" name="Google Shape;2188;p22"/>
          <p:cNvGrpSpPr/>
          <p:nvPr/>
        </p:nvGrpSpPr>
        <p:grpSpPr>
          <a:xfrm>
            <a:off x="6642275" y="3491121"/>
            <a:ext cx="2044506" cy="1417776"/>
            <a:chOff x="6642249" y="3414921"/>
            <a:chExt cx="2044506" cy="1417776"/>
          </a:xfrm>
        </p:grpSpPr>
        <p:sp>
          <p:nvSpPr>
            <p:cNvPr id="2189" name="Google Shape;2189;p22"/>
            <p:cNvSpPr txBox="1"/>
            <p:nvPr/>
          </p:nvSpPr>
          <p:spPr>
            <a:xfrm>
              <a:off x="6642249" y="3728697"/>
              <a:ext cx="2044500" cy="110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Docker containerization and deployment scripts System performance optimization and testing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60" name="Google Shape;2160;p22"/>
            <p:cNvSpPr txBox="1"/>
            <p:nvPr/>
          </p:nvSpPr>
          <p:spPr>
            <a:xfrm>
              <a:off x="6642255" y="3414921"/>
              <a:ext cx="2044500" cy="31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2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Week 7-8</a:t>
              </a:r>
              <a:endParaRPr sz="180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sp>
        <p:nvSpPr>
          <p:cNvPr id="2155" name="Google Shape;2155;p22"/>
          <p:cNvSpPr/>
          <p:nvPr/>
        </p:nvSpPr>
        <p:spPr>
          <a:xfrm>
            <a:off x="4895041" y="2230548"/>
            <a:ext cx="437700" cy="437700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l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02</a:t>
            </a:r>
            <a:endParaRPr sz="2200">
              <a:solidFill>
                <a:schemeClr val="lt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2151" name="Google Shape;2151;p22"/>
          <p:cNvSpPr/>
          <p:nvPr/>
        </p:nvSpPr>
        <p:spPr>
          <a:xfrm>
            <a:off x="3788160" y="3096331"/>
            <a:ext cx="437700" cy="437700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l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03</a:t>
            </a:r>
            <a:endParaRPr sz="2200">
              <a:solidFill>
                <a:schemeClr val="lt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2159" name="Google Shape;2159;p22"/>
          <p:cNvSpPr/>
          <p:nvPr/>
        </p:nvSpPr>
        <p:spPr>
          <a:xfrm>
            <a:off x="4895041" y="3096331"/>
            <a:ext cx="437700" cy="437700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l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04</a:t>
            </a:r>
            <a:endParaRPr sz="2200">
              <a:solidFill>
                <a:schemeClr val="lt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grpSp>
        <p:nvGrpSpPr>
          <p:cNvPr id="2190" name="Google Shape;2190;p22"/>
          <p:cNvGrpSpPr/>
          <p:nvPr/>
        </p:nvGrpSpPr>
        <p:grpSpPr>
          <a:xfrm>
            <a:off x="4265024" y="2528605"/>
            <a:ext cx="590840" cy="682345"/>
            <a:chOff x="3669150" y="2223718"/>
            <a:chExt cx="436237" cy="503799"/>
          </a:xfrm>
        </p:grpSpPr>
        <p:sp>
          <p:nvSpPr>
            <p:cNvPr id="2191" name="Google Shape;2191;p22"/>
            <p:cNvSpPr/>
            <p:nvPr/>
          </p:nvSpPr>
          <p:spPr>
            <a:xfrm>
              <a:off x="3669150" y="2223718"/>
              <a:ext cx="436237" cy="251920"/>
            </a:xfrm>
            <a:custGeom>
              <a:avLst/>
              <a:gdLst/>
              <a:ahLst/>
              <a:cxnLst/>
              <a:rect l="l" t="t" r="r" b="b"/>
              <a:pathLst>
                <a:path w="11609" h="6704" extrusionOk="0">
                  <a:moveTo>
                    <a:pt x="5811" y="6704"/>
                  </a:moveTo>
                  <a:lnTo>
                    <a:pt x="0" y="3358"/>
                  </a:lnTo>
                  <a:lnTo>
                    <a:pt x="5811" y="1"/>
                  </a:lnTo>
                  <a:lnTo>
                    <a:pt x="11609" y="3358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2" name="Google Shape;2192;p22"/>
            <p:cNvSpPr/>
            <p:nvPr/>
          </p:nvSpPr>
          <p:spPr>
            <a:xfrm>
              <a:off x="3669150" y="2349900"/>
              <a:ext cx="218363" cy="377616"/>
            </a:xfrm>
            <a:custGeom>
              <a:avLst/>
              <a:gdLst/>
              <a:ahLst/>
              <a:cxnLst/>
              <a:rect l="l" t="t" r="r" b="b"/>
              <a:pathLst>
                <a:path w="5811" h="10049" extrusionOk="0">
                  <a:moveTo>
                    <a:pt x="0" y="0"/>
                  </a:moveTo>
                  <a:lnTo>
                    <a:pt x="0" y="6703"/>
                  </a:lnTo>
                  <a:lnTo>
                    <a:pt x="5811" y="10049"/>
                  </a:lnTo>
                  <a:lnTo>
                    <a:pt x="5811" y="334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3" name="Google Shape;2193;p22"/>
            <p:cNvSpPr/>
            <p:nvPr/>
          </p:nvSpPr>
          <p:spPr>
            <a:xfrm>
              <a:off x="3887469" y="2349900"/>
              <a:ext cx="217912" cy="377616"/>
            </a:xfrm>
            <a:custGeom>
              <a:avLst/>
              <a:gdLst/>
              <a:ahLst/>
              <a:cxnLst/>
              <a:rect l="l" t="t" r="r" b="b"/>
              <a:pathLst>
                <a:path w="5799" h="10049" extrusionOk="0">
                  <a:moveTo>
                    <a:pt x="5799" y="0"/>
                  </a:moveTo>
                  <a:lnTo>
                    <a:pt x="1" y="3346"/>
                  </a:lnTo>
                  <a:lnTo>
                    <a:pt x="1" y="10049"/>
                  </a:lnTo>
                  <a:lnTo>
                    <a:pt x="5799" y="6703"/>
                  </a:lnTo>
                  <a:lnTo>
                    <a:pt x="5799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8" name="Google Shape;2198;p23"/>
          <p:cNvSpPr txBox="1">
            <a:spLocks noGrp="1"/>
          </p:cNvSpPr>
          <p:nvPr>
            <p:ph type="title"/>
          </p:nvPr>
        </p:nvSpPr>
        <p:spPr>
          <a:xfrm>
            <a:off x="514775" y="300700"/>
            <a:ext cx="8114400" cy="51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References</a:t>
            </a:r>
            <a:endParaRPr/>
          </a:p>
        </p:txBody>
      </p:sp>
      <p:sp>
        <p:nvSpPr>
          <p:cNvPr id="2199" name="Google Shape;2199;p23"/>
          <p:cNvSpPr txBox="1"/>
          <p:nvPr/>
        </p:nvSpPr>
        <p:spPr>
          <a:xfrm>
            <a:off x="947075" y="1228550"/>
            <a:ext cx="7249800" cy="31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Fira Sans Extra Condensed"/>
              <a:buChar char="●"/>
            </a:pPr>
            <a:r>
              <a:rPr lang="en-GB" sz="16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Motie, S., &amp; Raahemi, B. (2024). </a:t>
            </a:r>
            <a:r>
              <a:rPr lang="en-GB" sz="1600" i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Financial fraud detection using graph neural networks: A systematic review</a:t>
            </a:r>
            <a:r>
              <a:rPr lang="en-GB" sz="16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. </a:t>
            </a:r>
            <a:r>
              <a:rPr lang="en-GB" sz="1600" i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Expert Systems with Applications</a:t>
            </a:r>
            <a:r>
              <a:rPr lang="en-GB" sz="16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, </a:t>
            </a:r>
            <a:r>
              <a:rPr lang="en-GB" sz="1600" i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240</a:t>
            </a:r>
            <a:r>
              <a:rPr lang="en-GB" sz="16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, Article 122156. </a:t>
            </a:r>
            <a:r>
              <a:rPr lang="en-GB" sz="1600" u="sng">
                <a:solidFill>
                  <a:schemeClr val="hlink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  <a:hlinkClick r:id="rId3"/>
              </a:rPr>
              <a:t>https://doi.org/10.1016/j.eswa.2023.122156</a:t>
            </a:r>
            <a:r>
              <a:rPr lang="en-GB" sz="16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 </a:t>
            </a:r>
            <a:endParaRPr sz="16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Fira Sans Extra Condensed"/>
              <a:buChar char="●"/>
            </a:pPr>
            <a:r>
              <a:rPr lang="en-GB" sz="16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Cheng, D., Zou, Y., Xiang, S., &amp; Jiang, C. (2025). </a:t>
            </a:r>
            <a:r>
              <a:rPr lang="en-GB" sz="1600" i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Graph neural networks for financial fraud detection: A review</a:t>
            </a:r>
            <a:r>
              <a:rPr lang="en-GB" sz="16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. </a:t>
            </a:r>
            <a:r>
              <a:rPr lang="en-GB" sz="1600" i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Frontiers of Computer Science</a:t>
            </a:r>
            <a:r>
              <a:rPr lang="en-GB" sz="16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, </a:t>
            </a:r>
            <a:r>
              <a:rPr lang="en-GB" sz="1600" i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19</a:t>
            </a:r>
            <a:r>
              <a:rPr lang="en-GB" sz="16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(article number 199609). </a:t>
            </a:r>
            <a:r>
              <a:rPr lang="en-GB" sz="1600" u="sng">
                <a:solidFill>
                  <a:schemeClr val="hlink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  <a:hlinkClick r:id="rId4"/>
              </a:rPr>
              <a:t>https://doi.org/10.1007/s11704-024-40474-y</a:t>
            </a:r>
            <a:r>
              <a:rPr lang="en-GB" sz="16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 </a:t>
            </a:r>
            <a:endParaRPr sz="16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Fira Sans Extra Condensed"/>
              <a:buChar char="●"/>
            </a:pPr>
            <a:r>
              <a:rPr lang="en-GB" sz="16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Hernandez Aros, L., Bustamante Molano, L. X., Gutierrez-Portela, F., Moreno Hernandez, J. J., &amp; Rodríguez Barrero, M. S. (2024). </a:t>
            </a:r>
            <a:r>
              <a:rPr lang="en-GB" sz="1600" i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Financial fraud detection through the application of machine learning techniques: A literature review</a:t>
            </a:r>
            <a:r>
              <a:rPr lang="en-GB" sz="16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. </a:t>
            </a:r>
            <a:r>
              <a:rPr lang="en-GB" sz="1600" i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Humanities and Social Sciences Communications</a:t>
            </a:r>
            <a:r>
              <a:rPr lang="en-GB" sz="16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, </a:t>
            </a:r>
            <a:r>
              <a:rPr lang="en-GB" sz="1600" i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11</a:t>
            </a:r>
            <a:r>
              <a:rPr lang="en-GB" sz="16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, Article 1060. </a:t>
            </a:r>
            <a:r>
              <a:rPr lang="en-GB" sz="1600" u="sng">
                <a:solidFill>
                  <a:schemeClr val="hlink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  <a:hlinkClick r:id="rId5"/>
              </a:rPr>
              <a:t>https://doi.org/10.1057/s41599-024-03606-0</a:t>
            </a:r>
            <a:r>
              <a:rPr lang="en-GB" sz="16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 </a:t>
            </a:r>
            <a:endParaRPr sz="16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4" name="Google Shape;2204;p24"/>
          <p:cNvSpPr txBox="1">
            <a:spLocks noGrp="1"/>
          </p:cNvSpPr>
          <p:nvPr>
            <p:ph type="title"/>
          </p:nvPr>
        </p:nvSpPr>
        <p:spPr>
          <a:xfrm>
            <a:off x="514800" y="543975"/>
            <a:ext cx="8114400" cy="51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/>
              <a:t>Thank You</a:t>
            </a:r>
            <a:endParaRPr sz="3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ta Migration Process Infographics by Slidesgo">
  <a:themeElements>
    <a:clrScheme name="Simple Light">
      <a:dk1>
        <a:srgbClr val="000000"/>
      </a:dk1>
      <a:lt1>
        <a:srgbClr val="FFFFFF"/>
      </a:lt1>
      <a:dk2>
        <a:srgbClr val="DDDDDD"/>
      </a:dk2>
      <a:lt2>
        <a:srgbClr val="293E8D"/>
      </a:lt2>
      <a:accent1>
        <a:srgbClr val="4335AF"/>
      </a:accent1>
      <a:accent2>
        <a:srgbClr val="9659F4"/>
      </a:accent2>
      <a:accent3>
        <a:srgbClr val="5CCFFB"/>
      </a:accent3>
      <a:accent4>
        <a:srgbClr val="A0FDF1"/>
      </a:accent4>
      <a:accent5>
        <a:srgbClr val="FCCAF5"/>
      </a:accent5>
      <a:accent6>
        <a:srgbClr val="FA72DC"/>
      </a:accent6>
      <a:hlink>
        <a:srgbClr val="21347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674</Words>
  <Application>Microsoft Office PowerPoint</Application>
  <PresentationFormat>On-screen Show (16:9)</PresentationFormat>
  <Paragraphs>88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Fira Sans Extra Condensed Medium</vt:lpstr>
      <vt:lpstr>Arial</vt:lpstr>
      <vt:lpstr>Fira Sans Extra Condensed</vt:lpstr>
      <vt:lpstr>Fira Sans Extra Condensed SemiBold</vt:lpstr>
      <vt:lpstr>Roboto</vt:lpstr>
      <vt:lpstr>Data Migration Process Infographics by Slidesgo</vt:lpstr>
      <vt:lpstr>Distributed Feature Engineering for GNN-based  Fraud Detection System</vt:lpstr>
      <vt:lpstr>Introduction</vt:lpstr>
      <vt:lpstr>Project Objective</vt:lpstr>
      <vt:lpstr>Technologies Required</vt:lpstr>
      <vt:lpstr>Literature Survey</vt:lpstr>
      <vt:lpstr>Project Summary</vt:lpstr>
      <vt:lpstr>Expected Flow Chart</vt:lpstr>
      <vt:lpstr>Project Flow</vt:lpstr>
      <vt:lpstr>Expected Outcome</vt:lpstr>
      <vt:lpstr>Implementation Timeline 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Lenovo</dc:creator>
  <cp:lastModifiedBy>Jayesh Akhare</cp:lastModifiedBy>
  <cp:revision>1</cp:revision>
  <dcterms:modified xsi:type="dcterms:W3CDTF">2026-04-08T11:51:55Z</dcterms:modified>
</cp:coreProperties>
</file>